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2174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6c5e2e04bbef42de" providerId="LiveId" clId="{4137A35C-200E-446C-9737-F17D1A4540C1}"/>
    <pc:docChg chg="custSel addSld delSld modSld">
      <pc:chgData name="" userId="6c5e2e04bbef42de" providerId="LiveId" clId="{4137A35C-200E-446C-9737-F17D1A4540C1}" dt="2025-02-28T02:00:22.451" v="104" actId="14100"/>
      <pc:docMkLst>
        <pc:docMk/>
      </pc:docMkLst>
      <pc:sldChg chg="add del">
        <pc:chgData name="" userId="6c5e2e04bbef42de" providerId="LiveId" clId="{4137A35C-200E-446C-9737-F17D1A4540C1}" dt="2025-02-28T01:55:41.365" v="2" actId="2696"/>
        <pc:sldMkLst>
          <pc:docMk/>
          <pc:sldMk cId="2188113000" sldId="256"/>
        </pc:sldMkLst>
      </pc:sldChg>
      <pc:sldChg chg="addSp delSp modSp add">
        <pc:chgData name="" userId="6c5e2e04bbef42de" providerId="LiveId" clId="{4137A35C-200E-446C-9737-F17D1A4540C1}" dt="2025-02-28T02:00:22.451" v="104" actId="14100"/>
        <pc:sldMkLst>
          <pc:docMk/>
          <pc:sldMk cId="1059536813" sldId="257"/>
        </pc:sldMkLst>
        <pc:spChg chg="del">
          <ac:chgData name="" userId="6c5e2e04bbef42de" providerId="LiveId" clId="{4137A35C-200E-446C-9737-F17D1A4540C1}" dt="2025-02-28T01:55:58.304" v="26" actId="478"/>
          <ac:spMkLst>
            <pc:docMk/>
            <pc:sldMk cId="1059536813" sldId="257"/>
            <ac:spMk id="2" creationId="{1B8662B8-92F8-410A-8835-2B00BBA0C6E3}"/>
          </ac:spMkLst>
        </pc:spChg>
        <pc:spChg chg="mod">
          <ac:chgData name="" userId="6c5e2e04bbef42de" providerId="LiveId" clId="{4137A35C-200E-446C-9737-F17D1A4540C1}" dt="2025-02-28T02:00:12.233" v="101" actId="20577"/>
          <ac:spMkLst>
            <pc:docMk/>
            <pc:sldMk cId="1059536813" sldId="257"/>
            <ac:spMk id="3" creationId="{23AD9AF9-EE5E-4726-8E2E-1C1B7C8882E9}"/>
          </ac:spMkLst>
        </pc:spChg>
        <pc:picChg chg="add del mod">
          <ac:chgData name="" userId="6c5e2e04bbef42de" providerId="LiveId" clId="{4137A35C-200E-446C-9737-F17D1A4540C1}" dt="2025-02-28T01:59:59.109" v="91"/>
          <ac:picMkLst>
            <pc:docMk/>
            <pc:sldMk cId="1059536813" sldId="257"/>
            <ac:picMk id="4" creationId="{E33A78EA-3EE7-49FA-B8C2-E1E2C453F336}"/>
          </ac:picMkLst>
        </pc:picChg>
        <pc:picChg chg="add mod modCrop">
          <ac:chgData name="" userId="6c5e2e04bbef42de" providerId="LiveId" clId="{4137A35C-200E-446C-9737-F17D1A4540C1}" dt="2025-02-28T02:00:22.451" v="104" actId="14100"/>
          <ac:picMkLst>
            <pc:docMk/>
            <pc:sldMk cId="1059536813" sldId="257"/>
            <ac:picMk id="6" creationId="{EA7CE7EA-2AF7-40C8-98D5-E30F1C59A19D}"/>
          </ac:picMkLst>
        </pc:picChg>
        <pc:picChg chg="add mod">
          <ac:chgData name="" userId="6c5e2e04bbef42de" providerId="LiveId" clId="{4137A35C-200E-446C-9737-F17D1A4540C1}" dt="2025-02-28T02:00:20.727" v="103" actId="14100"/>
          <ac:picMkLst>
            <pc:docMk/>
            <pc:sldMk cId="1059536813" sldId="257"/>
            <ac:picMk id="7" creationId="{3C4A7B81-A158-43D9-97AF-438A5DAD410C}"/>
          </ac:picMkLst>
        </pc:picChg>
      </pc:sldChg>
    </pc:docChg>
  </pc:docChgLst>
  <pc:docChgLst>
    <pc:chgData userId="6c5e2e04bbef42de" providerId="LiveId" clId="{F66A6AEB-B101-451B-A048-602E7056AAFF}"/>
    <pc:docChg chg="modSld">
      <pc:chgData name="" userId="6c5e2e04bbef42de" providerId="LiveId" clId="{F66A6AEB-B101-451B-A048-602E7056AAFF}" dt="2025-02-28T02:08:40.799" v="58" actId="20577"/>
      <pc:docMkLst>
        <pc:docMk/>
      </pc:docMkLst>
      <pc:sldChg chg="modSp">
        <pc:chgData name="" userId="6c5e2e04bbef42de" providerId="LiveId" clId="{F66A6AEB-B101-451B-A048-602E7056AAFF}" dt="2025-02-28T02:08:40.799" v="58" actId="20577"/>
        <pc:sldMkLst>
          <pc:docMk/>
          <pc:sldMk cId="1059536813" sldId="257"/>
        </pc:sldMkLst>
        <pc:spChg chg="mod">
          <ac:chgData name="" userId="6c5e2e04bbef42de" providerId="LiveId" clId="{F66A6AEB-B101-451B-A048-602E7056AAFF}" dt="2025-02-28T02:08:40.799" v="58" actId="20577"/>
          <ac:spMkLst>
            <pc:docMk/>
            <pc:sldMk cId="1059536813" sldId="257"/>
            <ac:spMk id="3" creationId="{23AD9AF9-EE5E-4726-8E2E-1C1B7C8882E9}"/>
          </ac:spMkLst>
        </pc:spChg>
        <pc:picChg chg="mod">
          <ac:chgData name="" userId="6c5e2e04bbef42de" providerId="LiveId" clId="{F66A6AEB-B101-451B-A048-602E7056AAFF}" dt="2025-02-28T02:08:38.702" v="51" actId="1076"/>
          <ac:picMkLst>
            <pc:docMk/>
            <pc:sldMk cId="1059536813" sldId="257"/>
            <ac:picMk id="6" creationId="{EA7CE7EA-2AF7-40C8-98D5-E30F1C59A19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1BA7F8-1683-4616-9E03-AD2C8B6DC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9F07D2E-11EE-4459-9A26-C11351917E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51B49A-DC85-44D3-AF8C-E98BBD8A3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AD670-D987-4887-A678-F05B363D865E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F0AFCA-6D76-4368-B5F0-BCE9F0838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79EA38-6396-491A-AA42-577FFDA64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9B1D5-D1B9-4090-BD44-D658022FAF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8743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264A2D-8806-4616-8FDD-AA8479BBC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52E4F1-C648-4A96-AC10-965F3FD6B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B03821-185E-442C-B040-DDCA881EA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AD670-D987-4887-A678-F05B363D865E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D5A249-6BBA-4DDC-8DE0-963A1481A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D6B60B-321E-4212-8767-84014603E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9B1D5-D1B9-4090-BD44-D658022FAF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0532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325A16-947B-404E-97EC-1F92E40C5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13565F5-EB8E-41AB-A83C-8EA20004B0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5BA735-4E96-4AE2-A280-2C3E58191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AD670-D987-4887-A678-F05B363D865E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E787AD-645F-4868-A501-03B0B3DDB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63B5C7-CB6F-464E-8F4E-548B7635F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9B1D5-D1B9-4090-BD44-D658022FAF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5124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E3A721-C62B-41A6-8084-5168A187E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AA0B75-D3FF-4919-B0D6-674E5A5AB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A612EE-2CBB-4AE5-B8F5-25FDFB6D3F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B773A1-2CDB-4E96-934C-FE87D3C27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AD670-D987-4887-A678-F05B363D865E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167C0E6-02B5-40EC-97EF-8C335F2C7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5B1283F-CC7F-4596-8D16-3ED50B511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9B1D5-D1B9-4090-BD44-D658022FAF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133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3942EE-ADC2-4D9A-92EC-189E3E255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43809A-875E-4B7E-A266-E4F3D84B7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67029A9-F7A8-4E15-A120-C776E0A359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00056E6-BEDD-441D-B058-BAB441B179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7F955F4-F944-4332-B298-26E764EBF6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3BD84DD-79F0-4F10-91DA-5FF891079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AD670-D987-4887-A678-F05B363D865E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54AD590-6E46-4FF9-B9D2-70E4BC13A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FFBFF95-E232-4C15-B090-64DB08AF3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9B1D5-D1B9-4090-BD44-D658022FAF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2489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057374-306C-417F-8312-0D26EBD2A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F74B75F-D0D3-49EE-8E3B-93CF3BB4B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AD670-D987-4887-A678-F05B363D865E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68D600A-FF26-4CE9-9D57-F3A57847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C63DA88-0D71-49C8-9177-D45F77A0D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9B1D5-D1B9-4090-BD44-D658022FAF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3726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9DAAF33-C021-4DBF-A44F-EE2462646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AD670-D987-4887-A678-F05B363D865E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3E2AC44-EFD2-45B2-9F5A-9F8AF3318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421918-205C-496E-8EFF-96EE37B29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9B1D5-D1B9-4090-BD44-D658022FAF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9076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CCEC56-42DA-41DE-BED5-E6A51FEF8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0A6C29-7F2A-4800-9A8F-7878F9090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375BCD0-72E0-495A-8292-B09CC4D72C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6E6718B-6411-4D33-9EE4-CC6D1D2DF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AD670-D987-4887-A678-F05B363D865E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583873-12B7-4941-A531-764810816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7304C8-99C7-4890-99F8-0F4815B91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9B1D5-D1B9-4090-BD44-D658022FAF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5668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88BE1E-7DE1-40BF-B8FD-45C79E0D0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332DA09-D628-4E03-8BF6-D2A5FB3133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1E6741A-7AD0-446C-88E3-5EDEA8D120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F74442-1847-47F5-8CE3-E9F4C845A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AD670-D987-4887-A678-F05B363D865E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60DFECC-CB4C-4884-86B0-547559D23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40C6304-D7A3-4FB9-9141-3068D0C30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9B1D5-D1B9-4090-BD44-D658022FAF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379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A2D819-19CB-43A0-AFC1-265A3E4DB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FA092F6-0AAE-49A8-AA87-E633B2621F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4BEB04-3F1E-4822-83AF-5081C098F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AD670-D987-4887-A678-F05B363D865E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0862C7-70BC-4967-93F6-5B9136890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9DA020-D944-4652-B5FA-7852758C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9B1D5-D1B9-4090-BD44-D658022FAF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0680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0F6A3CB-E26E-4A68-9C1A-6F7CF2C8ED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1B1B5CC-F2D3-4639-8C46-B22DF598DE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F9D3A6-29F3-4FCD-8B70-6FA69DAA5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AD670-D987-4887-A678-F05B363D865E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7D9817-F0D5-4617-8795-6BC7781B8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E5D7DA-7522-4814-AC85-D254AE84C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9B1D5-D1B9-4090-BD44-D658022FAF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8376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EDDF304-B1CD-442E-8D7B-6BB4B3D75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44C73F-CAE6-4BF2-AC1B-9E0BECCC2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CCDBA8-0519-45F9-8FD1-9AC125A512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6AD670-D987-4887-A678-F05B363D865E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3A9FB9-7E36-4314-AB04-EC7ABAE2C2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88BD41-F75D-4B27-84A8-17DDD60EE0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B9B1D5-D1B9-4090-BD44-D658022FAF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8134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AD9AF9-EE5E-4726-8E2E-1C1B7C888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8640"/>
            <a:ext cx="10515600" cy="5628323"/>
          </a:xfrm>
        </p:spPr>
        <p:txBody>
          <a:bodyPr/>
          <a:lstStyle/>
          <a:p>
            <a:r>
              <a:rPr lang="zh-CN" altLang="en-US" sz="2600" dirty="0">
                <a:latin typeface="+mj-ea"/>
              </a:rPr>
              <a:t>宁延，南京大学 工程管理学院，</a:t>
            </a:r>
            <a:endParaRPr lang="en-US" altLang="zh-CN" sz="2600" dirty="0">
              <a:latin typeface="+mj-ea"/>
            </a:endParaRPr>
          </a:p>
          <a:p>
            <a:r>
              <a:rPr lang="zh-CN" altLang="en-US" spc="150" dirty="0">
                <a:ln w="11430"/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ea"/>
              </a:rPr>
              <a:t>邮箱 </a:t>
            </a:r>
            <a:r>
              <a:rPr lang="en-US" altLang="zh-CN" spc="150" dirty="0">
                <a:ln w="11430"/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ea"/>
              </a:rPr>
              <a:t>ny@nju.edu.cn</a:t>
            </a:r>
            <a:r>
              <a:rPr lang="zh-CN" altLang="en-US" spc="150" dirty="0">
                <a:ln w="11430"/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ea"/>
              </a:rPr>
              <a:t>；电话</a:t>
            </a:r>
            <a:r>
              <a:rPr lang="en-US" altLang="zh-CN" spc="150" dirty="0">
                <a:ln w="11430"/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ea"/>
              </a:rPr>
              <a:t>02583595207</a:t>
            </a:r>
          </a:p>
          <a:p>
            <a:endParaRPr lang="en-US" altLang="zh-CN" spc="150" dirty="0">
              <a:ln w="11430"/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j-ea"/>
            </a:endParaRPr>
          </a:p>
          <a:p>
            <a:r>
              <a:rPr lang="en-US" altLang="zh-CN" spc="150" dirty="0">
                <a:ln w="11430"/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ea"/>
              </a:rPr>
              <a:t>QQ</a:t>
            </a:r>
            <a:r>
              <a:rPr lang="zh-CN" altLang="en-US" spc="150" dirty="0">
                <a:ln w="11430"/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ea"/>
              </a:rPr>
              <a:t>群：视频、模板、案例资料</a:t>
            </a:r>
            <a:endParaRPr lang="en-US" altLang="zh-CN" spc="150" dirty="0">
              <a:ln w="11430"/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j-ea"/>
            </a:endParaRPr>
          </a:p>
          <a:p>
            <a:endParaRPr lang="en-US" altLang="zh-CN" spc="150" dirty="0">
              <a:ln w="11430"/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j-ea"/>
            </a:endParaRPr>
          </a:p>
          <a:p>
            <a:endParaRPr lang="en-US" altLang="zh-CN" spc="150" dirty="0">
              <a:ln w="11430"/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j-ea"/>
            </a:endParaRPr>
          </a:p>
          <a:p>
            <a:endParaRPr lang="en-US" altLang="zh-CN" spc="150" dirty="0">
              <a:ln w="11430"/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j-ea"/>
            </a:endParaRPr>
          </a:p>
          <a:p>
            <a:r>
              <a:rPr lang="zh-CN" altLang="en-US" dirty="0"/>
              <a:t>微信公众号：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spc="150" dirty="0">
              <a:ln w="11430"/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j-ea"/>
            </a:endParaRPr>
          </a:p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A7CE7EA-2AF7-40C8-98D5-E30F1C59A19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1" t="14778" r="9327" b="24444"/>
          <a:stretch/>
        </p:blipFill>
        <p:spPr>
          <a:xfrm>
            <a:off x="6292956" y="1775460"/>
            <a:ext cx="1838700" cy="185166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C4A7B81-A158-43D9-97AF-438A5DAD41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1971" y="3833012"/>
            <a:ext cx="2036545" cy="176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536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33</Words>
  <Application>Microsoft Office PowerPoint</Application>
  <PresentationFormat>宽屏</PresentationFormat>
  <Paragraphs>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Yan Ning</dc:creator>
  <cp:lastModifiedBy>Yan Ning</cp:lastModifiedBy>
  <cp:revision>1</cp:revision>
  <dcterms:created xsi:type="dcterms:W3CDTF">2025-02-28T01:55:35Z</dcterms:created>
  <dcterms:modified xsi:type="dcterms:W3CDTF">2025-02-28T02:08:43Z</dcterms:modified>
</cp:coreProperties>
</file>