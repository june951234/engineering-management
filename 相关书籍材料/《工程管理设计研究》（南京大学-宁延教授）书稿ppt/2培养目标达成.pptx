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vsdx" ContentType="application/vnd.ms-visio.drawing"/>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623" r:id="rId2"/>
    <p:sldId id="633" r:id="rId3"/>
    <p:sldId id="257" r:id="rId4"/>
    <p:sldId id="278" r:id="rId5"/>
    <p:sldId id="277" r:id="rId6"/>
    <p:sldId id="279" r:id="rId7"/>
    <p:sldId id="608" r:id="rId8"/>
    <p:sldId id="502" r:id="rId9"/>
    <p:sldId id="339" r:id="rId10"/>
    <p:sldId id="1583" r:id="rId11"/>
    <p:sldId id="498" r:id="rId12"/>
    <p:sldId id="603" r:id="rId13"/>
    <p:sldId id="725" r:id="rId14"/>
    <p:sldId id="1558" r:id="rId15"/>
    <p:sldId id="1579" r:id="rId16"/>
    <p:sldId id="606" r:id="rId17"/>
    <p:sldId id="607" r:id="rId18"/>
    <p:sldId id="1595" r:id="rId19"/>
    <p:sldId id="612" r:id="rId20"/>
    <p:sldId id="1568" r:id="rId21"/>
    <p:sldId id="1584" r:id="rId22"/>
    <p:sldId id="1577" r:id="rId23"/>
    <p:sldId id="1566" r:id="rId24"/>
    <p:sldId id="259" r:id="rId25"/>
    <p:sldId id="1590" r:id="rId26"/>
    <p:sldId id="1551" r:id="rId27"/>
    <p:sldId id="634" r:id="rId28"/>
    <p:sldId id="500" r:id="rId29"/>
    <p:sldId id="1580" r:id="rId30"/>
    <p:sldId id="1571" r:id="rId31"/>
    <p:sldId id="1572" r:id="rId32"/>
    <p:sldId id="659" r:id="rId33"/>
    <p:sldId id="1550" r:id="rId34"/>
    <p:sldId id="609" r:id="rId35"/>
    <p:sldId id="1573" r:id="rId36"/>
    <p:sldId id="1596" r:id="rId37"/>
    <p:sldId id="752" r:id="rId38"/>
    <p:sldId id="753" r:id="rId39"/>
    <p:sldId id="613" r:id="rId40"/>
    <p:sldId id="614" r:id="rId41"/>
    <p:sldId id="1552" r:id="rId42"/>
    <p:sldId id="630" r:id="rId43"/>
    <p:sldId id="1557" r:id="rId4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81" autoAdjust="0"/>
    <p:restoredTop sz="87823" autoAdjust="0"/>
  </p:normalViewPr>
  <p:slideViewPr>
    <p:cSldViewPr snapToGrid="0">
      <p:cViewPr>
        <p:scale>
          <a:sx n="50" d="100"/>
          <a:sy n="50" d="100"/>
        </p:scale>
        <p:origin x="3093" y="41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6c5e2e04bbef42de" providerId="LiveId" clId="{2C387AE1-7145-41CE-B1B5-6E211A9EBCB6}"/>
    <pc:docChg chg="custSel modSld">
      <pc:chgData name="" userId="6c5e2e04bbef42de" providerId="LiveId" clId="{2C387AE1-7145-41CE-B1B5-6E211A9EBCB6}" dt="2025-02-28T01:52:44.456" v="2" actId="478"/>
      <pc:docMkLst>
        <pc:docMk/>
      </pc:docMkLst>
      <pc:sldChg chg="addSp delSp modSp">
        <pc:chgData name="" userId="6c5e2e04bbef42de" providerId="LiveId" clId="{2C387AE1-7145-41CE-B1B5-6E211A9EBCB6}" dt="2025-02-28T01:52:44.456" v="2" actId="478"/>
        <pc:sldMkLst>
          <pc:docMk/>
          <pc:sldMk cId="0" sldId="623"/>
        </pc:sldMkLst>
        <pc:spChg chg="del">
          <ac:chgData name="" userId="6c5e2e04bbef42de" providerId="LiveId" clId="{2C387AE1-7145-41CE-B1B5-6E211A9EBCB6}" dt="2025-02-28T01:52:44.456" v="2" actId="478"/>
          <ac:spMkLst>
            <pc:docMk/>
            <pc:sldMk cId="0" sldId="623"/>
            <ac:spMk id="3" creationId="{00000000-0000-0000-0000-000000000000}"/>
          </ac:spMkLst>
        </pc:spChg>
        <pc:spChg chg="add mod">
          <ac:chgData name="" userId="6c5e2e04bbef42de" providerId="LiveId" clId="{2C387AE1-7145-41CE-B1B5-6E211A9EBCB6}" dt="2025-02-28T01:52:44.456" v="2" actId="478"/>
          <ac:spMkLst>
            <pc:docMk/>
            <pc:sldMk cId="0" sldId="623"/>
            <ac:spMk id="5" creationId="{14CF5F16-8C36-4A25-A4F5-0278AA0D2D48}"/>
          </ac:spMkLst>
        </pc:spChg>
        <pc:spChg chg="del">
          <ac:chgData name="" userId="6c5e2e04bbef42de" providerId="LiveId" clId="{2C387AE1-7145-41CE-B1B5-6E211A9EBCB6}" dt="2025-02-28T01:52:42.187" v="1" actId="478"/>
          <ac:spMkLst>
            <pc:docMk/>
            <pc:sldMk cId="0" sldId="623"/>
            <ac:spMk id="10" creationId="{00000000-0000-0000-0000-000000000000}"/>
          </ac:spMkLst>
        </pc:spChg>
        <pc:picChg chg="del">
          <ac:chgData name="" userId="6c5e2e04bbef42de" providerId="LiveId" clId="{2C387AE1-7145-41CE-B1B5-6E211A9EBCB6}" dt="2025-02-28T01:52:40.181" v="0" actId="478"/>
          <ac:picMkLst>
            <pc:docMk/>
            <pc:sldMk cId="0" sldId="623"/>
            <ac:picMk id="9" creationId="{00000000-0000-0000-0000-000000000000}"/>
          </ac:picMkLst>
        </pc:picChg>
      </pc:sldChg>
    </pc:docChg>
  </pc:docChgLst>
  <pc:docChgLst>
    <pc:chgData name=" " userId="1d39a4fa-c76e-4be0-a329-cd20bca6ab88" providerId="ADAL" clId="{74E47CC4-CD1C-7F4C-9F4D-18F5AF42D4AD}"/>
    <pc:docChg chg="modSld">
      <pc:chgData name=" " userId="1d39a4fa-c76e-4be0-a329-cd20bca6ab88" providerId="ADAL" clId="{74E47CC4-CD1C-7F4C-9F4D-18F5AF42D4AD}" dt="2025-02-17T14:25:17.661" v="18" actId="20577"/>
      <pc:docMkLst>
        <pc:docMk/>
      </pc:docMkLst>
      <pc:sldChg chg="modSp mod">
        <pc:chgData name=" " userId="1d39a4fa-c76e-4be0-a329-cd20bca6ab88" providerId="ADAL" clId="{74E47CC4-CD1C-7F4C-9F4D-18F5AF42D4AD}" dt="2025-02-17T14:25:17.661" v="18" actId="20577"/>
        <pc:sldMkLst>
          <pc:docMk/>
          <pc:sldMk cId="498856018" sldId="1551"/>
        </pc:sldMkLst>
        <pc:spChg chg="mod">
          <ac:chgData name=" " userId="1d39a4fa-c76e-4be0-a329-cd20bca6ab88" providerId="ADAL" clId="{74E47CC4-CD1C-7F4C-9F4D-18F5AF42D4AD}" dt="2025-02-17T14:25:17.661" v="18" actId="20577"/>
          <ac:spMkLst>
            <pc:docMk/>
            <pc:sldMk cId="498856018" sldId="1551"/>
            <ac:spMk id="5" creationId="{9A45DB6E-3B1F-4697-BC5C-F5D6B248819E}"/>
          </ac:spMkLst>
        </pc:spChg>
      </pc:sldChg>
    </pc:docChg>
  </pc:docChgLst>
  <pc:docChgLst>
    <pc:chgData userId="6c5e2e04bbef42de" providerId="LiveId" clId="{21B1ED92-8DEB-45E3-A6CD-E00D79F9829B}"/>
    <pc:docChg chg="undo delSld modSld">
      <pc:chgData name="" userId="6c5e2e04bbef42de" providerId="LiveId" clId="{21B1ED92-8DEB-45E3-A6CD-E00D79F9829B}" dt="2025-02-28T02:05:44.506" v="6" actId="2696"/>
      <pc:docMkLst>
        <pc:docMk/>
      </pc:docMkLst>
      <pc:sldChg chg="modSp">
        <pc:chgData name="" userId="6c5e2e04bbef42de" providerId="LiveId" clId="{21B1ED92-8DEB-45E3-A6CD-E00D79F9829B}" dt="2025-02-28T02:05:28.487" v="3" actId="20578"/>
        <pc:sldMkLst>
          <pc:docMk/>
          <pc:sldMk cId="3858318068" sldId="339"/>
        </pc:sldMkLst>
        <pc:spChg chg="mod">
          <ac:chgData name="" userId="6c5e2e04bbef42de" providerId="LiveId" clId="{21B1ED92-8DEB-45E3-A6CD-E00D79F9829B}" dt="2025-02-28T02:05:28.487" v="3" actId="20578"/>
          <ac:spMkLst>
            <pc:docMk/>
            <pc:sldMk cId="3858318068" sldId="339"/>
            <ac:spMk id="11" creationId="{880A594E-D7C8-4615-8641-D7F8BF266DE4}"/>
          </ac:spMkLst>
        </pc:spChg>
      </pc:sldChg>
      <pc:sldChg chg="modSp">
        <pc:chgData name="" userId="6c5e2e04bbef42de" providerId="LiveId" clId="{21B1ED92-8DEB-45E3-A6CD-E00D79F9829B}" dt="2025-02-28T02:04:46.301" v="2" actId="20577"/>
        <pc:sldMkLst>
          <pc:docMk/>
          <pc:sldMk cId="0" sldId="623"/>
        </pc:sldMkLst>
        <pc:spChg chg="mod">
          <ac:chgData name="" userId="6c5e2e04bbef42de" providerId="LiveId" clId="{21B1ED92-8DEB-45E3-A6CD-E00D79F9829B}" dt="2025-02-28T02:04:46.301" v="2" actId="20577"/>
          <ac:spMkLst>
            <pc:docMk/>
            <pc:sldMk cId="0" sldId="623"/>
            <ac:spMk id="2" creationId="{00000000-0000-0000-0000-000000000000}"/>
          </ac:spMkLst>
        </pc:spChg>
      </pc:sldChg>
      <pc:sldChg chg="del">
        <pc:chgData name="" userId="6c5e2e04bbef42de" providerId="LiveId" clId="{21B1ED92-8DEB-45E3-A6CD-E00D79F9829B}" dt="2025-02-28T02:05:44.506" v="6" actId="2696"/>
        <pc:sldMkLst>
          <pc:docMk/>
          <pc:sldMk cId="1779838507" sldId="712"/>
        </pc:sldMkLst>
      </pc:sldChg>
      <pc:sldChg chg="del">
        <pc:chgData name="" userId="6c5e2e04bbef42de" providerId="LiveId" clId="{21B1ED92-8DEB-45E3-A6CD-E00D79F9829B}" dt="2025-02-28T02:05:39.312" v="4" actId="2696"/>
        <pc:sldMkLst>
          <pc:docMk/>
          <pc:sldMk cId="332473407" sldId="728"/>
        </pc:sldMkLst>
      </pc:sldChg>
      <pc:sldChg chg="del">
        <pc:chgData name="" userId="6c5e2e04bbef42de" providerId="LiveId" clId="{21B1ED92-8DEB-45E3-A6CD-E00D79F9829B}" dt="2025-02-28T02:05:39.767" v="5" actId="2696"/>
        <pc:sldMkLst>
          <pc:docMk/>
          <pc:sldMk cId="319246393" sldId="1589"/>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DBB347-39F4-4EAB-B403-F423C019421A}" type="doc">
      <dgm:prSet loTypeId="urn:microsoft.com/office/officeart/2005/8/layout/cycle6" loCatId="cycle" qsTypeId="urn:microsoft.com/office/officeart/2005/8/quickstyle/simple1" qsCatId="simple" csTypeId="urn:microsoft.com/office/officeart/2005/8/colors/accent1_2" csCatId="accent1" phldr="1"/>
      <dgm:spPr/>
      <dgm:t>
        <a:bodyPr/>
        <a:lstStyle/>
        <a:p>
          <a:endParaRPr lang="en-SG"/>
        </a:p>
      </dgm:t>
    </dgm:pt>
    <dgm:pt modelId="{E130CD3B-C3BF-4F47-AB01-54DA36975C34}">
      <dgm:prSet phldrT="[Text]"/>
      <dgm:spPr/>
      <dgm:t>
        <a:bodyPr/>
        <a:lstStyle/>
        <a:p>
          <a:r>
            <a:rPr lang="zh-CN" altLang="en-US" b="1" dirty="0">
              <a:highlight>
                <a:srgbClr val="FF0000"/>
              </a:highlight>
              <a:latin typeface="Arial" panose="020B0604020202020204" pitchFamily="34" charset="0"/>
              <a:cs typeface="Arial" panose="020B0604020202020204" pitchFamily="34" charset="0"/>
            </a:rPr>
            <a:t>理论</a:t>
          </a:r>
          <a:endParaRPr lang="en-US" altLang="zh-CN" b="1" dirty="0">
            <a:highlight>
              <a:srgbClr val="FF0000"/>
            </a:highlight>
            <a:latin typeface="Arial" panose="020B0604020202020204" pitchFamily="34" charset="0"/>
            <a:cs typeface="Arial" panose="020B0604020202020204" pitchFamily="34" charset="0"/>
          </a:endParaRPr>
        </a:p>
        <a:p>
          <a:r>
            <a:rPr lang="zh-CN" altLang="en-US" b="1" dirty="0">
              <a:latin typeface="Arial" panose="020B0604020202020204" pitchFamily="34" charset="0"/>
              <a:cs typeface="Arial" panose="020B0604020202020204" pitchFamily="34" charset="0"/>
            </a:rPr>
            <a:t>贡献</a:t>
          </a:r>
          <a:endParaRPr lang="en-SG" dirty="0"/>
        </a:p>
      </dgm:t>
    </dgm:pt>
    <dgm:pt modelId="{210D994B-EBA2-42AE-9BF5-39016EB1E91A}" type="parTrans" cxnId="{A1DFB07E-824B-4AE9-930D-6F6BF8147487}">
      <dgm:prSet/>
      <dgm:spPr/>
      <dgm:t>
        <a:bodyPr/>
        <a:lstStyle/>
        <a:p>
          <a:endParaRPr lang="en-SG"/>
        </a:p>
      </dgm:t>
    </dgm:pt>
    <dgm:pt modelId="{15FB9E60-0532-43EC-AE31-27454952D9EC}" type="sibTrans" cxnId="{A1DFB07E-824B-4AE9-930D-6F6BF8147487}">
      <dgm:prSet/>
      <dgm:spPr/>
      <dgm:t>
        <a:bodyPr/>
        <a:lstStyle/>
        <a:p>
          <a:endParaRPr lang="en-SG"/>
        </a:p>
      </dgm:t>
    </dgm:pt>
    <dgm:pt modelId="{2A1C0AC9-BF2B-4D1E-9CC5-DE36A95CFEE6}">
      <dgm:prSet phldrT="[Text]"/>
      <dgm:spPr/>
      <dgm:t>
        <a:bodyPr/>
        <a:lstStyle/>
        <a:p>
          <a:r>
            <a:rPr lang="zh-CN" altLang="en-US" b="1" dirty="0">
              <a:highlight>
                <a:srgbClr val="FF0000"/>
              </a:highlight>
              <a:latin typeface="Arial" panose="020B0604020202020204" pitchFamily="34" charset="0"/>
              <a:cs typeface="Arial" panose="020B0604020202020204" pitchFamily="34" charset="0"/>
            </a:rPr>
            <a:t>方法</a:t>
          </a:r>
          <a:endParaRPr lang="en-US" altLang="zh-CN" b="1" dirty="0">
            <a:highlight>
              <a:srgbClr val="FF0000"/>
            </a:highlight>
            <a:latin typeface="Arial" panose="020B0604020202020204" pitchFamily="34" charset="0"/>
            <a:cs typeface="Arial" panose="020B0604020202020204" pitchFamily="34" charset="0"/>
          </a:endParaRPr>
        </a:p>
        <a:p>
          <a:r>
            <a:rPr lang="zh-CN" altLang="en-US" b="1" dirty="0">
              <a:latin typeface="Arial" panose="020B0604020202020204" pitchFamily="34" charset="0"/>
              <a:cs typeface="Arial" panose="020B0604020202020204" pitchFamily="34" charset="0"/>
            </a:rPr>
            <a:t>严谨性</a:t>
          </a:r>
          <a:endParaRPr lang="en-SG" dirty="0"/>
        </a:p>
      </dgm:t>
    </dgm:pt>
    <dgm:pt modelId="{989538F4-8B72-426E-9504-4546F5AE834C}" type="parTrans" cxnId="{862A7CE6-ED37-4FE9-86E2-56B99720C975}">
      <dgm:prSet/>
      <dgm:spPr/>
      <dgm:t>
        <a:bodyPr/>
        <a:lstStyle/>
        <a:p>
          <a:endParaRPr lang="en-SG"/>
        </a:p>
      </dgm:t>
    </dgm:pt>
    <dgm:pt modelId="{A5C595DE-96C1-4B81-B7E6-32A9CD6D9D3C}" type="sibTrans" cxnId="{862A7CE6-ED37-4FE9-86E2-56B99720C975}">
      <dgm:prSet/>
      <dgm:spPr/>
      <dgm:t>
        <a:bodyPr/>
        <a:lstStyle/>
        <a:p>
          <a:endParaRPr lang="en-SG"/>
        </a:p>
      </dgm:t>
    </dgm:pt>
    <dgm:pt modelId="{C034CEE0-76C6-4775-A39C-0C9806B2F621}">
      <dgm:prSet phldrT="[Text]"/>
      <dgm:spPr/>
      <dgm:t>
        <a:bodyPr/>
        <a:lstStyle/>
        <a:p>
          <a:r>
            <a:rPr lang="zh-CN" altLang="en-US" b="1" dirty="0">
              <a:highlight>
                <a:srgbClr val="FF0000"/>
              </a:highlight>
              <a:latin typeface="Arial" panose="020B0604020202020204" pitchFamily="34" charset="0"/>
              <a:cs typeface="Arial" panose="020B0604020202020204" pitchFamily="34" charset="0"/>
            </a:rPr>
            <a:t>实践</a:t>
          </a:r>
          <a:endParaRPr lang="en-US" altLang="zh-CN" b="1" dirty="0">
            <a:highlight>
              <a:srgbClr val="FF0000"/>
            </a:highlight>
            <a:latin typeface="Arial" panose="020B0604020202020204" pitchFamily="34" charset="0"/>
            <a:cs typeface="Arial" panose="020B0604020202020204" pitchFamily="34" charset="0"/>
          </a:endParaRPr>
        </a:p>
        <a:p>
          <a:r>
            <a:rPr lang="zh-CN" altLang="en-US" b="1" dirty="0">
              <a:latin typeface="Arial" panose="020B0604020202020204" pitchFamily="34" charset="0"/>
              <a:cs typeface="Arial" panose="020B0604020202020204" pitchFamily="34" charset="0"/>
            </a:rPr>
            <a:t>相关性</a:t>
          </a:r>
          <a:endParaRPr lang="en-SG" dirty="0"/>
        </a:p>
      </dgm:t>
    </dgm:pt>
    <dgm:pt modelId="{D8576B49-958A-48E2-8F59-E3B9ED34A886}" type="parTrans" cxnId="{4B9FCEC7-81C7-4109-8499-61C149C1DDA9}">
      <dgm:prSet/>
      <dgm:spPr/>
      <dgm:t>
        <a:bodyPr/>
        <a:lstStyle/>
        <a:p>
          <a:endParaRPr lang="en-SG"/>
        </a:p>
      </dgm:t>
    </dgm:pt>
    <dgm:pt modelId="{9E970E0C-6E4C-4CEE-80BD-721202E86E35}" type="sibTrans" cxnId="{4B9FCEC7-81C7-4109-8499-61C149C1DDA9}">
      <dgm:prSet/>
      <dgm:spPr/>
      <dgm:t>
        <a:bodyPr/>
        <a:lstStyle/>
        <a:p>
          <a:endParaRPr lang="en-SG"/>
        </a:p>
      </dgm:t>
    </dgm:pt>
    <dgm:pt modelId="{53D47905-A33F-4575-B3C0-678B872612E4}" type="pres">
      <dgm:prSet presAssocID="{DDDBB347-39F4-4EAB-B403-F423C019421A}" presName="cycle" presStyleCnt="0">
        <dgm:presLayoutVars>
          <dgm:dir/>
          <dgm:resizeHandles val="exact"/>
        </dgm:presLayoutVars>
      </dgm:prSet>
      <dgm:spPr/>
    </dgm:pt>
    <dgm:pt modelId="{12CA0EEC-1F25-40BE-9920-492034ACFCFA}" type="pres">
      <dgm:prSet presAssocID="{E130CD3B-C3BF-4F47-AB01-54DA36975C34}" presName="node" presStyleLbl="node1" presStyleIdx="0" presStyleCnt="3">
        <dgm:presLayoutVars>
          <dgm:bulletEnabled val="1"/>
        </dgm:presLayoutVars>
      </dgm:prSet>
      <dgm:spPr/>
    </dgm:pt>
    <dgm:pt modelId="{6CC13B14-4F13-4398-83B8-69E6E485B94B}" type="pres">
      <dgm:prSet presAssocID="{E130CD3B-C3BF-4F47-AB01-54DA36975C34}" presName="spNode" presStyleCnt="0"/>
      <dgm:spPr/>
    </dgm:pt>
    <dgm:pt modelId="{C5D5755E-9779-4CBA-8A13-142239BBA484}" type="pres">
      <dgm:prSet presAssocID="{15FB9E60-0532-43EC-AE31-27454952D9EC}" presName="sibTrans" presStyleLbl="sibTrans1D1" presStyleIdx="0" presStyleCnt="3"/>
      <dgm:spPr/>
    </dgm:pt>
    <dgm:pt modelId="{7B066A37-236A-4AE3-8049-62DE5C197A12}" type="pres">
      <dgm:prSet presAssocID="{2A1C0AC9-BF2B-4D1E-9CC5-DE36A95CFEE6}" presName="node" presStyleLbl="node1" presStyleIdx="1" presStyleCnt="3">
        <dgm:presLayoutVars>
          <dgm:bulletEnabled val="1"/>
        </dgm:presLayoutVars>
      </dgm:prSet>
      <dgm:spPr/>
    </dgm:pt>
    <dgm:pt modelId="{524B6980-5632-450D-A12B-F384100E0A17}" type="pres">
      <dgm:prSet presAssocID="{2A1C0AC9-BF2B-4D1E-9CC5-DE36A95CFEE6}" presName="spNode" presStyleCnt="0"/>
      <dgm:spPr/>
    </dgm:pt>
    <dgm:pt modelId="{0B5EC75C-7F70-44AB-8219-5679A47A11D9}" type="pres">
      <dgm:prSet presAssocID="{A5C595DE-96C1-4B81-B7E6-32A9CD6D9D3C}" presName="sibTrans" presStyleLbl="sibTrans1D1" presStyleIdx="1" presStyleCnt="3"/>
      <dgm:spPr/>
    </dgm:pt>
    <dgm:pt modelId="{336723E7-D9BA-4185-982D-75CA000D1995}" type="pres">
      <dgm:prSet presAssocID="{C034CEE0-76C6-4775-A39C-0C9806B2F621}" presName="node" presStyleLbl="node1" presStyleIdx="2" presStyleCnt="3">
        <dgm:presLayoutVars>
          <dgm:bulletEnabled val="1"/>
        </dgm:presLayoutVars>
      </dgm:prSet>
      <dgm:spPr/>
    </dgm:pt>
    <dgm:pt modelId="{69873B3A-364D-4144-B038-224324E68C96}" type="pres">
      <dgm:prSet presAssocID="{C034CEE0-76C6-4775-A39C-0C9806B2F621}" presName="spNode" presStyleCnt="0"/>
      <dgm:spPr/>
    </dgm:pt>
    <dgm:pt modelId="{474B46DF-5B2B-49AE-BEB8-5296C6292241}" type="pres">
      <dgm:prSet presAssocID="{9E970E0C-6E4C-4CEE-80BD-721202E86E35}" presName="sibTrans" presStyleLbl="sibTrans1D1" presStyleIdx="2" presStyleCnt="3"/>
      <dgm:spPr/>
    </dgm:pt>
  </dgm:ptLst>
  <dgm:cxnLst>
    <dgm:cxn modelId="{4AEDF428-06D2-4AC8-A8C8-3F4097F7C755}" type="presOf" srcId="{2A1C0AC9-BF2B-4D1E-9CC5-DE36A95CFEE6}" destId="{7B066A37-236A-4AE3-8049-62DE5C197A12}" srcOrd="0" destOrd="0" presId="urn:microsoft.com/office/officeart/2005/8/layout/cycle6"/>
    <dgm:cxn modelId="{39469142-4DDB-4E70-A1C0-8E560DF34B23}" type="presOf" srcId="{9E970E0C-6E4C-4CEE-80BD-721202E86E35}" destId="{474B46DF-5B2B-49AE-BEB8-5296C6292241}" srcOrd="0" destOrd="0" presId="urn:microsoft.com/office/officeart/2005/8/layout/cycle6"/>
    <dgm:cxn modelId="{502CA365-5E3D-45BB-9257-E276EEAB3B52}" type="presOf" srcId="{C034CEE0-76C6-4775-A39C-0C9806B2F621}" destId="{336723E7-D9BA-4185-982D-75CA000D1995}" srcOrd="0" destOrd="0" presId="urn:microsoft.com/office/officeart/2005/8/layout/cycle6"/>
    <dgm:cxn modelId="{A1DFB07E-824B-4AE9-930D-6F6BF8147487}" srcId="{DDDBB347-39F4-4EAB-B403-F423C019421A}" destId="{E130CD3B-C3BF-4F47-AB01-54DA36975C34}" srcOrd="0" destOrd="0" parTransId="{210D994B-EBA2-42AE-9BF5-39016EB1E91A}" sibTransId="{15FB9E60-0532-43EC-AE31-27454952D9EC}"/>
    <dgm:cxn modelId="{4BB3B890-30D0-4C52-A67F-0E774077505A}" type="presOf" srcId="{DDDBB347-39F4-4EAB-B403-F423C019421A}" destId="{53D47905-A33F-4575-B3C0-678B872612E4}" srcOrd="0" destOrd="0" presId="urn:microsoft.com/office/officeart/2005/8/layout/cycle6"/>
    <dgm:cxn modelId="{ECC80C96-C304-4005-BCB8-B106F0022D2B}" type="presOf" srcId="{A5C595DE-96C1-4B81-B7E6-32A9CD6D9D3C}" destId="{0B5EC75C-7F70-44AB-8219-5679A47A11D9}" srcOrd="0" destOrd="0" presId="urn:microsoft.com/office/officeart/2005/8/layout/cycle6"/>
    <dgm:cxn modelId="{4B9FCEC7-81C7-4109-8499-61C149C1DDA9}" srcId="{DDDBB347-39F4-4EAB-B403-F423C019421A}" destId="{C034CEE0-76C6-4775-A39C-0C9806B2F621}" srcOrd="2" destOrd="0" parTransId="{D8576B49-958A-48E2-8F59-E3B9ED34A886}" sibTransId="{9E970E0C-6E4C-4CEE-80BD-721202E86E35}"/>
    <dgm:cxn modelId="{862A7CE6-ED37-4FE9-86E2-56B99720C975}" srcId="{DDDBB347-39F4-4EAB-B403-F423C019421A}" destId="{2A1C0AC9-BF2B-4D1E-9CC5-DE36A95CFEE6}" srcOrd="1" destOrd="0" parTransId="{989538F4-8B72-426E-9504-4546F5AE834C}" sibTransId="{A5C595DE-96C1-4B81-B7E6-32A9CD6D9D3C}"/>
    <dgm:cxn modelId="{1B5199EE-91F5-47DA-B754-3013722CA1BA}" type="presOf" srcId="{E130CD3B-C3BF-4F47-AB01-54DA36975C34}" destId="{12CA0EEC-1F25-40BE-9920-492034ACFCFA}" srcOrd="0" destOrd="0" presId="urn:microsoft.com/office/officeart/2005/8/layout/cycle6"/>
    <dgm:cxn modelId="{956890EF-F4D1-4253-A247-4F3BC93456FA}" type="presOf" srcId="{15FB9E60-0532-43EC-AE31-27454952D9EC}" destId="{C5D5755E-9779-4CBA-8A13-142239BBA484}" srcOrd="0" destOrd="0" presId="urn:microsoft.com/office/officeart/2005/8/layout/cycle6"/>
    <dgm:cxn modelId="{5AB4DDAC-5355-40F0-9976-02349B9BD744}" type="presParOf" srcId="{53D47905-A33F-4575-B3C0-678B872612E4}" destId="{12CA0EEC-1F25-40BE-9920-492034ACFCFA}" srcOrd="0" destOrd="0" presId="urn:microsoft.com/office/officeart/2005/8/layout/cycle6"/>
    <dgm:cxn modelId="{6BB04B6F-C2EF-463D-806F-1F712F39AF1B}" type="presParOf" srcId="{53D47905-A33F-4575-B3C0-678B872612E4}" destId="{6CC13B14-4F13-4398-83B8-69E6E485B94B}" srcOrd="1" destOrd="0" presId="urn:microsoft.com/office/officeart/2005/8/layout/cycle6"/>
    <dgm:cxn modelId="{D4A662DC-10A3-4041-90D0-FDC58816B88A}" type="presParOf" srcId="{53D47905-A33F-4575-B3C0-678B872612E4}" destId="{C5D5755E-9779-4CBA-8A13-142239BBA484}" srcOrd="2" destOrd="0" presId="urn:microsoft.com/office/officeart/2005/8/layout/cycle6"/>
    <dgm:cxn modelId="{D54C0E0C-D8BA-449C-92E4-2F494E118607}" type="presParOf" srcId="{53D47905-A33F-4575-B3C0-678B872612E4}" destId="{7B066A37-236A-4AE3-8049-62DE5C197A12}" srcOrd="3" destOrd="0" presId="urn:microsoft.com/office/officeart/2005/8/layout/cycle6"/>
    <dgm:cxn modelId="{AEDDB5EF-15F6-4614-BF05-30FBF3AB8F9D}" type="presParOf" srcId="{53D47905-A33F-4575-B3C0-678B872612E4}" destId="{524B6980-5632-450D-A12B-F384100E0A17}" srcOrd="4" destOrd="0" presId="urn:microsoft.com/office/officeart/2005/8/layout/cycle6"/>
    <dgm:cxn modelId="{BF8DFC83-B18F-4A66-8ADC-715FF9E4AF18}" type="presParOf" srcId="{53D47905-A33F-4575-B3C0-678B872612E4}" destId="{0B5EC75C-7F70-44AB-8219-5679A47A11D9}" srcOrd="5" destOrd="0" presId="urn:microsoft.com/office/officeart/2005/8/layout/cycle6"/>
    <dgm:cxn modelId="{0B3B1D52-573D-4E5D-A071-E1BC0A8D01E6}" type="presParOf" srcId="{53D47905-A33F-4575-B3C0-678B872612E4}" destId="{336723E7-D9BA-4185-982D-75CA000D1995}" srcOrd="6" destOrd="0" presId="urn:microsoft.com/office/officeart/2005/8/layout/cycle6"/>
    <dgm:cxn modelId="{0C77BF92-69F5-4EAA-B3CB-3957D8EAB283}" type="presParOf" srcId="{53D47905-A33F-4575-B3C0-678B872612E4}" destId="{69873B3A-364D-4144-B038-224324E68C96}" srcOrd="7" destOrd="0" presId="urn:microsoft.com/office/officeart/2005/8/layout/cycle6"/>
    <dgm:cxn modelId="{BF151ACB-D262-4D0B-BAC1-5FE88FEBCBC6}" type="presParOf" srcId="{53D47905-A33F-4575-B3C0-678B872612E4}" destId="{474B46DF-5B2B-49AE-BEB8-5296C6292241}" srcOrd="8"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55DF481-0172-497D-9C37-2023270E7AF5}"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zh-CN" altLang="en-US"/>
        </a:p>
      </dgm:t>
    </dgm:pt>
    <dgm:pt modelId="{810824AC-0610-4A0B-87D3-AFFF1796C3E8}">
      <dgm:prSet phldrT="[文本]" custT="1"/>
      <dgm:spPr/>
      <dgm:t>
        <a:bodyPr/>
        <a:lstStyle/>
        <a:p>
          <a:pPr marL="0" lvl="0" indent="0" algn="ctr" defTabSz="1733550">
            <a:lnSpc>
              <a:spcPct val="90000"/>
            </a:lnSpc>
            <a:spcBef>
              <a:spcPct val="0"/>
            </a:spcBef>
            <a:spcAft>
              <a:spcPct val="35000"/>
            </a:spcAft>
            <a:buNone/>
          </a:pPr>
          <a:r>
            <a:rPr lang="zh-CN" altLang="en-US" sz="3900" kern="1200" dirty="0">
              <a:solidFill>
                <a:prstClr val="white"/>
              </a:solidFill>
              <a:latin typeface="等线" panose="020F0502020204030204"/>
              <a:ea typeface="等线" panose="02010600030101010101" pitchFamily="2" charset="-122"/>
              <a:cs typeface="+mn-cs"/>
            </a:rPr>
            <a:t>研究</a:t>
          </a:r>
        </a:p>
      </dgm:t>
    </dgm:pt>
    <dgm:pt modelId="{9E7843AD-17AB-4215-8A9B-11DD3979D8F2}" type="parTrans" cxnId="{1A68A3BC-D189-403E-AF87-ADBF8B44047D}">
      <dgm:prSet/>
      <dgm:spPr/>
      <dgm:t>
        <a:bodyPr/>
        <a:lstStyle/>
        <a:p>
          <a:endParaRPr lang="zh-CN" altLang="en-US"/>
        </a:p>
      </dgm:t>
    </dgm:pt>
    <dgm:pt modelId="{6CD779E0-D652-4672-A130-EC61B55BFF6F}" type="sibTrans" cxnId="{1A68A3BC-D189-403E-AF87-ADBF8B44047D}">
      <dgm:prSet/>
      <dgm:spPr/>
      <dgm:t>
        <a:bodyPr/>
        <a:lstStyle/>
        <a:p>
          <a:endParaRPr lang="zh-CN" altLang="en-US"/>
        </a:p>
      </dgm:t>
    </dgm:pt>
    <dgm:pt modelId="{E62F1270-13FC-4261-833F-E3BC0EB5CAEF}">
      <dgm:prSet phldrT="[文本]"/>
      <dgm:spPr/>
      <dgm:t>
        <a:bodyPr/>
        <a:lstStyle/>
        <a:p>
          <a:r>
            <a:rPr lang="zh-CN" altLang="en-US" dirty="0"/>
            <a:t>一般性</a:t>
          </a:r>
          <a:endParaRPr lang="en-US" altLang="zh-CN" dirty="0"/>
        </a:p>
        <a:p>
          <a:r>
            <a:rPr lang="zh-CN" altLang="en-US" dirty="0"/>
            <a:t>问题</a:t>
          </a:r>
        </a:p>
      </dgm:t>
    </dgm:pt>
    <dgm:pt modelId="{341888D9-AB99-42A8-9E38-D4B2B176849D}" type="parTrans" cxnId="{3BB535D9-624E-4B8F-BB86-D05EA4EB0DDE}">
      <dgm:prSet/>
      <dgm:spPr/>
      <dgm:t>
        <a:bodyPr/>
        <a:lstStyle/>
        <a:p>
          <a:endParaRPr lang="zh-CN" altLang="en-US"/>
        </a:p>
      </dgm:t>
    </dgm:pt>
    <dgm:pt modelId="{0E87F54B-45F5-4169-91AD-3C1E08EEB2A7}" type="sibTrans" cxnId="{3BB535D9-624E-4B8F-BB86-D05EA4EB0DDE}">
      <dgm:prSet/>
      <dgm:spPr/>
      <dgm:t>
        <a:bodyPr/>
        <a:lstStyle/>
        <a:p>
          <a:endParaRPr lang="zh-CN" altLang="en-US"/>
        </a:p>
      </dgm:t>
    </dgm:pt>
    <dgm:pt modelId="{147F137F-B628-41AB-A9A5-DC2D1646E416}">
      <dgm:prSet phldrT="[文本]"/>
      <dgm:spPr/>
      <dgm:t>
        <a:bodyPr/>
        <a:lstStyle/>
        <a:p>
          <a:r>
            <a:rPr lang="zh-CN" altLang="en-US" dirty="0"/>
            <a:t>理论贡献</a:t>
          </a:r>
        </a:p>
      </dgm:t>
    </dgm:pt>
    <dgm:pt modelId="{BF200ABD-B633-45E6-A80D-B3D246C6A0AC}" type="parTrans" cxnId="{3925734A-F6DC-417E-A14D-001EE080C73B}">
      <dgm:prSet/>
      <dgm:spPr/>
      <dgm:t>
        <a:bodyPr/>
        <a:lstStyle/>
        <a:p>
          <a:endParaRPr lang="zh-CN" altLang="en-US"/>
        </a:p>
      </dgm:t>
    </dgm:pt>
    <dgm:pt modelId="{98F0C9C7-7B57-462C-8857-7D7CA33DA883}" type="sibTrans" cxnId="{3925734A-F6DC-417E-A14D-001EE080C73B}">
      <dgm:prSet/>
      <dgm:spPr/>
      <dgm:t>
        <a:bodyPr/>
        <a:lstStyle/>
        <a:p>
          <a:endParaRPr lang="zh-CN" altLang="en-US"/>
        </a:p>
      </dgm:t>
    </dgm:pt>
    <dgm:pt modelId="{9DEB7461-7E78-4280-AB29-08840834A78B}">
      <dgm:prSet phldrT="[文本]"/>
      <dgm:spPr/>
      <dgm:t>
        <a:bodyPr/>
        <a:lstStyle/>
        <a:p>
          <a:r>
            <a:rPr lang="zh-CN" altLang="en-US" dirty="0"/>
            <a:t>实践</a:t>
          </a:r>
        </a:p>
      </dgm:t>
    </dgm:pt>
    <dgm:pt modelId="{66EC67BC-B4B8-4C88-82D5-0D679ECA3357}" type="parTrans" cxnId="{82E19774-442A-43FF-8587-21C6D6FC95F9}">
      <dgm:prSet/>
      <dgm:spPr/>
      <dgm:t>
        <a:bodyPr/>
        <a:lstStyle/>
        <a:p>
          <a:endParaRPr lang="zh-CN" altLang="en-US"/>
        </a:p>
      </dgm:t>
    </dgm:pt>
    <dgm:pt modelId="{B84A3FEE-09E7-48C9-9A0B-9AF136CB1CC9}" type="sibTrans" cxnId="{82E19774-442A-43FF-8587-21C6D6FC95F9}">
      <dgm:prSet/>
      <dgm:spPr/>
      <dgm:t>
        <a:bodyPr/>
        <a:lstStyle/>
        <a:p>
          <a:endParaRPr lang="zh-CN" altLang="en-US"/>
        </a:p>
      </dgm:t>
    </dgm:pt>
    <dgm:pt modelId="{EECD7DFC-85C9-441C-846C-1047717ACA12}">
      <dgm:prSet phldrT="[文本]"/>
      <dgm:spPr/>
      <dgm:t>
        <a:bodyPr/>
        <a:lstStyle/>
        <a:p>
          <a:r>
            <a:rPr lang="zh-CN" altLang="en-US" dirty="0"/>
            <a:t>具体问题</a:t>
          </a:r>
        </a:p>
      </dgm:t>
    </dgm:pt>
    <dgm:pt modelId="{5CAC243D-9BD1-44A5-875E-9514AB7899D9}" type="parTrans" cxnId="{D6E1F891-EC16-4C52-A719-295F4E690892}">
      <dgm:prSet/>
      <dgm:spPr/>
      <dgm:t>
        <a:bodyPr/>
        <a:lstStyle/>
        <a:p>
          <a:endParaRPr lang="zh-CN" altLang="en-US"/>
        </a:p>
      </dgm:t>
    </dgm:pt>
    <dgm:pt modelId="{87FBBB79-D9D6-402D-A835-EBE0B34DE465}" type="sibTrans" cxnId="{D6E1F891-EC16-4C52-A719-295F4E690892}">
      <dgm:prSet/>
      <dgm:spPr/>
      <dgm:t>
        <a:bodyPr/>
        <a:lstStyle/>
        <a:p>
          <a:endParaRPr lang="zh-CN" altLang="en-US"/>
        </a:p>
      </dgm:t>
    </dgm:pt>
    <dgm:pt modelId="{9C5BCC0A-E4E4-46C7-8F18-5CD570254BA5}">
      <dgm:prSet phldrT="[文本]"/>
      <dgm:spPr/>
      <dgm:t>
        <a:bodyPr/>
        <a:lstStyle/>
        <a:p>
          <a:r>
            <a:rPr lang="zh-CN" altLang="en-US" dirty="0"/>
            <a:t>无理论贡献要求</a:t>
          </a:r>
        </a:p>
      </dgm:t>
    </dgm:pt>
    <dgm:pt modelId="{D38B0AD9-740F-49B2-BA59-90E7EED399FE}" type="parTrans" cxnId="{D9F9E3D3-50D3-474A-8E8A-560A34DC7BE7}">
      <dgm:prSet/>
      <dgm:spPr/>
      <dgm:t>
        <a:bodyPr/>
        <a:lstStyle/>
        <a:p>
          <a:endParaRPr lang="zh-CN" altLang="en-US"/>
        </a:p>
      </dgm:t>
    </dgm:pt>
    <dgm:pt modelId="{AF6AA0C1-D3DE-4112-9C3E-AFA9CA4F431E}" type="sibTrans" cxnId="{D9F9E3D3-50D3-474A-8E8A-560A34DC7BE7}">
      <dgm:prSet/>
      <dgm:spPr/>
      <dgm:t>
        <a:bodyPr/>
        <a:lstStyle/>
        <a:p>
          <a:endParaRPr lang="zh-CN" altLang="en-US"/>
        </a:p>
      </dgm:t>
    </dgm:pt>
    <dgm:pt modelId="{8C25C0E8-B9A9-4D5E-B145-F3CFFF4E52A8}">
      <dgm:prSet/>
      <dgm:spPr/>
      <dgm:t>
        <a:bodyPr/>
        <a:lstStyle/>
        <a:p>
          <a:r>
            <a:rPr lang="zh-CN" altLang="en-US" dirty="0"/>
            <a:t>依赖理论</a:t>
          </a:r>
          <a:endParaRPr lang="en-US" altLang="zh-CN" dirty="0"/>
        </a:p>
        <a:p>
          <a:r>
            <a:rPr lang="zh-CN" altLang="en-US" dirty="0"/>
            <a:t>基础</a:t>
          </a:r>
        </a:p>
      </dgm:t>
    </dgm:pt>
    <dgm:pt modelId="{BD6A3C9E-E588-4CA6-839C-99D61B291E55}" type="parTrans" cxnId="{469CC9DF-EC99-4B62-A3F6-7630B31F3808}">
      <dgm:prSet/>
      <dgm:spPr/>
      <dgm:t>
        <a:bodyPr/>
        <a:lstStyle/>
        <a:p>
          <a:endParaRPr lang="zh-CN" altLang="en-US"/>
        </a:p>
      </dgm:t>
    </dgm:pt>
    <dgm:pt modelId="{D108CFD0-86FE-4C03-B076-1BAD920A9A32}" type="sibTrans" cxnId="{469CC9DF-EC99-4B62-A3F6-7630B31F3808}">
      <dgm:prSet/>
      <dgm:spPr/>
      <dgm:t>
        <a:bodyPr/>
        <a:lstStyle/>
        <a:p>
          <a:endParaRPr lang="zh-CN" altLang="en-US"/>
        </a:p>
      </dgm:t>
    </dgm:pt>
    <dgm:pt modelId="{C4613D01-5E1E-4331-9853-AE0FFA1A3EFE}">
      <dgm:prSet/>
      <dgm:spPr/>
      <dgm:t>
        <a:bodyPr/>
        <a:lstStyle/>
        <a:p>
          <a:r>
            <a:rPr lang="zh-CN" altLang="en-US" dirty="0"/>
            <a:t>无理论</a:t>
          </a:r>
          <a:endParaRPr lang="en-US" altLang="zh-CN" dirty="0"/>
        </a:p>
        <a:p>
          <a:r>
            <a:rPr lang="zh-CN" altLang="en-US" dirty="0"/>
            <a:t>基础要求</a:t>
          </a:r>
        </a:p>
      </dgm:t>
    </dgm:pt>
    <dgm:pt modelId="{D33EA8AE-93AC-49A8-A58B-B28FCC262BBF}" type="parTrans" cxnId="{8E15B37D-E16D-43EA-9BF0-638A367836FA}">
      <dgm:prSet/>
      <dgm:spPr/>
      <dgm:t>
        <a:bodyPr/>
        <a:lstStyle/>
        <a:p>
          <a:endParaRPr lang="zh-CN" altLang="en-US"/>
        </a:p>
      </dgm:t>
    </dgm:pt>
    <dgm:pt modelId="{871C7D93-8822-4310-A2F4-0A71A8110BF0}" type="sibTrans" cxnId="{8E15B37D-E16D-43EA-9BF0-638A367836FA}">
      <dgm:prSet/>
      <dgm:spPr/>
      <dgm:t>
        <a:bodyPr/>
        <a:lstStyle/>
        <a:p>
          <a:endParaRPr lang="zh-CN" altLang="en-US"/>
        </a:p>
      </dgm:t>
    </dgm:pt>
    <dgm:pt modelId="{2EFCEC5E-37E2-48F6-83D3-1D6DFD5881FF}" type="pres">
      <dgm:prSet presAssocID="{755DF481-0172-497D-9C37-2023270E7AF5}" presName="diagram" presStyleCnt="0">
        <dgm:presLayoutVars>
          <dgm:chPref val="1"/>
          <dgm:dir/>
          <dgm:animOne val="branch"/>
          <dgm:animLvl val="lvl"/>
          <dgm:resizeHandles/>
        </dgm:presLayoutVars>
      </dgm:prSet>
      <dgm:spPr/>
    </dgm:pt>
    <dgm:pt modelId="{AA94C8C6-2740-4F54-9194-BE9B1A1D45E3}" type="pres">
      <dgm:prSet presAssocID="{810824AC-0610-4A0B-87D3-AFFF1796C3E8}" presName="root" presStyleCnt="0"/>
      <dgm:spPr/>
    </dgm:pt>
    <dgm:pt modelId="{E16B1BBF-F5E9-4338-9A6B-CF401D4A6CF7}" type="pres">
      <dgm:prSet presAssocID="{810824AC-0610-4A0B-87D3-AFFF1796C3E8}" presName="rootComposite" presStyleCnt="0"/>
      <dgm:spPr/>
    </dgm:pt>
    <dgm:pt modelId="{D0AACB4D-203F-4DC6-BEA1-4425AFD9FB50}" type="pres">
      <dgm:prSet presAssocID="{810824AC-0610-4A0B-87D3-AFFF1796C3E8}" presName="rootText" presStyleLbl="node1" presStyleIdx="0" presStyleCnt="2"/>
      <dgm:spPr/>
    </dgm:pt>
    <dgm:pt modelId="{DD959EA1-1E8B-4A49-A302-4906D381CA9A}" type="pres">
      <dgm:prSet presAssocID="{810824AC-0610-4A0B-87D3-AFFF1796C3E8}" presName="rootConnector" presStyleLbl="node1" presStyleIdx="0" presStyleCnt="2"/>
      <dgm:spPr/>
    </dgm:pt>
    <dgm:pt modelId="{2FE3FFE0-E94E-452D-AC60-A4B19A71199A}" type="pres">
      <dgm:prSet presAssocID="{810824AC-0610-4A0B-87D3-AFFF1796C3E8}" presName="childShape" presStyleCnt="0"/>
      <dgm:spPr/>
    </dgm:pt>
    <dgm:pt modelId="{2C8545C6-91AC-4E61-AA2B-DCB2B20F7294}" type="pres">
      <dgm:prSet presAssocID="{341888D9-AB99-42A8-9E38-D4B2B176849D}" presName="Name13" presStyleLbl="parChTrans1D2" presStyleIdx="0" presStyleCnt="6"/>
      <dgm:spPr/>
    </dgm:pt>
    <dgm:pt modelId="{02FD1C54-1459-4638-ABF0-04DFB7D9BDEB}" type="pres">
      <dgm:prSet presAssocID="{E62F1270-13FC-4261-833F-E3BC0EB5CAEF}" presName="childText" presStyleLbl="bgAcc1" presStyleIdx="0" presStyleCnt="6">
        <dgm:presLayoutVars>
          <dgm:bulletEnabled val="1"/>
        </dgm:presLayoutVars>
      </dgm:prSet>
      <dgm:spPr/>
    </dgm:pt>
    <dgm:pt modelId="{D462F678-3A7F-4B49-9329-0B0D9BB451BD}" type="pres">
      <dgm:prSet presAssocID="{BF200ABD-B633-45E6-A80D-B3D246C6A0AC}" presName="Name13" presStyleLbl="parChTrans1D2" presStyleIdx="1" presStyleCnt="6"/>
      <dgm:spPr/>
    </dgm:pt>
    <dgm:pt modelId="{A2245204-C0AA-4595-8ED4-801C0CEE0AB8}" type="pres">
      <dgm:prSet presAssocID="{147F137F-B628-41AB-A9A5-DC2D1646E416}" presName="childText" presStyleLbl="bgAcc1" presStyleIdx="1" presStyleCnt="6">
        <dgm:presLayoutVars>
          <dgm:bulletEnabled val="1"/>
        </dgm:presLayoutVars>
      </dgm:prSet>
      <dgm:spPr/>
    </dgm:pt>
    <dgm:pt modelId="{BD700C23-063C-4F5A-84E6-CEBE58D57B93}" type="pres">
      <dgm:prSet presAssocID="{BD6A3C9E-E588-4CA6-839C-99D61B291E55}" presName="Name13" presStyleLbl="parChTrans1D2" presStyleIdx="2" presStyleCnt="6"/>
      <dgm:spPr/>
    </dgm:pt>
    <dgm:pt modelId="{C2E94F0B-FE6C-4286-B518-F056E37C3CEB}" type="pres">
      <dgm:prSet presAssocID="{8C25C0E8-B9A9-4D5E-B145-F3CFFF4E52A8}" presName="childText" presStyleLbl="bgAcc1" presStyleIdx="2" presStyleCnt="6">
        <dgm:presLayoutVars>
          <dgm:bulletEnabled val="1"/>
        </dgm:presLayoutVars>
      </dgm:prSet>
      <dgm:spPr/>
    </dgm:pt>
    <dgm:pt modelId="{A5442845-0C23-4FAB-B2CA-AABEB5337BCE}" type="pres">
      <dgm:prSet presAssocID="{9DEB7461-7E78-4280-AB29-08840834A78B}" presName="root" presStyleCnt="0"/>
      <dgm:spPr/>
    </dgm:pt>
    <dgm:pt modelId="{5C4FCD9A-05B9-46C5-96EC-9F4CCC87C46F}" type="pres">
      <dgm:prSet presAssocID="{9DEB7461-7E78-4280-AB29-08840834A78B}" presName="rootComposite" presStyleCnt="0"/>
      <dgm:spPr/>
    </dgm:pt>
    <dgm:pt modelId="{547CBA5B-2BCC-4070-B659-01FF4BE1EC09}" type="pres">
      <dgm:prSet presAssocID="{9DEB7461-7E78-4280-AB29-08840834A78B}" presName="rootText" presStyleLbl="node1" presStyleIdx="1" presStyleCnt="2"/>
      <dgm:spPr/>
    </dgm:pt>
    <dgm:pt modelId="{58FDFF44-3225-47B4-B876-4EFA3CB6FACD}" type="pres">
      <dgm:prSet presAssocID="{9DEB7461-7E78-4280-AB29-08840834A78B}" presName="rootConnector" presStyleLbl="node1" presStyleIdx="1" presStyleCnt="2"/>
      <dgm:spPr/>
    </dgm:pt>
    <dgm:pt modelId="{7BF328D8-063B-43C8-BB9A-437B0882D588}" type="pres">
      <dgm:prSet presAssocID="{9DEB7461-7E78-4280-AB29-08840834A78B}" presName="childShape" presStyleCnt="0"/>
      <dgm:spPr/>
    </dgm:pt>
    <dgm:pt modelId="{B956933E-CCF5-44D4-B551-F91DA2942AD8}" type="pres">
      <dgm:prSet presAssocID="{5CAC243D-9BD1-44A5-875E-9514AB7899D9}" presName="Name13" presStyleLbl="parChTrans1D2" presStyleIdx="3" presStyleCnt="6"/>
      <dgm:spPr/>
    </dgm:pt>
    <dgm:pt modelId="{658F807F-C9B6-444C-899F-462DF217B325}" type="pres">
      <dgm:prSet presAssocID="{EECD7DFC-85C9-441C-846C-1047717ACA12}" presName="childText" presStyleLbl="bgAcc1" presStyleIdx="3" presStyleCnt="6">
        <dgm:presLayoutVars>
          <dgm:bulletEnabled val="1"/>
        </dgm:presLayoutVars>
      </dgm:prSet>
      <dgm:spPr/>
    </dgm:pt>
    <dgm:pt modelId="{3185AEE9-2B07-4220-9DC4-1CA5D77DBD44}" type="pres">
      <dgm:prSet presAssocID="{D38B0AD9-740F-49B2-BA59-90E7EED399FE}" presName="Name13" presStyleLbl="parChTrans1D2" presStyleIdx="4" presStyleCnt="6"/>
      <dgm:spPr/>
    </dgm:pt>
    <dgm:pt modelId="{72D3856A-D8EB-4CD7-8AC7-EF41433B0EC7}" type="pres">
      <dgm:prSet presAssocID="{9C5BCC0A-E4E4-46C7-8F18-5CD570254BA5}" presName="childText" presStyleLbl="bgAcc1" presStyleIdx="4" presStyleCnt="6">
        <dgm:presLayoutVars>
          <dgm:bulletEnabled val="1"/>
        </dgm:presLayoutVars>
      </dgm:prSet>
      <dgm:spPr/>
    </dgm:pt>
    <dgm:pt modelId="{91DEBAD8-B37E-4E9F-97AD-BD792FC8D0DF}" type="pres">
      <dgm:prSet presAssocID="{D33EA8AE-93AC-49A8-A58B-B28FCC262BBF}" presName="Name13" presStyleLbl="parChTrans1D2" presStyleIdx="5" presStyleCnt="6"/>
      <dgm:spPr/>
    </dgm:pt>
    <dgm:pt modelId="{C6C40149-F4FD-4D90-AA9D-C59D430E1BD7}" type="pres">
      <dgm:prSet presAssocID="{C4613D01-5E1E-4331-9853-AE0FFA1A3EFE}" presName="childText" presStyleLbl="bgAcc1" presStyleIdx="5" presStyleCnt="6">
        <dgm:presLayoutVars>
          <dgm:bulletEnabled val="1"/>
        </dgm:presLayoutVars>
      </dgm:prSet>
      <dgm:spPr/>
    </dgm:pt>
  </dgm:ptLst>
  <dgm:cxnLst>
    <dgm:cxn modelId="{462BE911-6FAF-476B-A393-D207B23E6DF1}" type="presOf" srcId="{9DEB7461-7E78-4280-AB29-08840834A78B}" destId="{547CBA5B-2BCC-4070-B659-01FF4BE1EC09}" srcOrd="0" destOrd="0" presId="urn:microsoft.com/office/officeart/2005/8/layout/hierarchy3"/>
    <dgm:cxn modelId="{C0FC6C12-0969-4CBE-A4D5-94917F6CE717}" type="presOf" srcId="{755DF481-0172-497D-9C37-2023270E7AF5}" destId="{2EFCEC5E-37E2-48F6-83D3-1D6DFD5881FF}" srcOrd="0" destOrd="0" presId="urn:microsoft.com/office/officeart/2005/8/layout/hierarchy3"/>
    <dgm:cxn modelId="{5A80371A-A168-4ED1-A1D6-67EB69C2A6C1}" type="presOf" srcId="{810824AC-0610-4A0B-87D3-AFFF1796C3E8}" destId="{DD959EA1-1E8B-4A49-A302-4906D381CA9A}" srcOrd="1" destOrd="0" presId="urn:microsoft.com/office/officeart/2005/8/layout/hierarchy3"/>
    <dgm:cxn modelId="{6D688B31-4BE8-4D94-BA05-33B4ECC4B2FD}" type="presOf" srcId="{9DEB7461-7E78-4280-AB29-08840834A78B}" destId="{58FDFF44-3225-47B4-B876-4EFA3CB6FACD}" srcOrd="1" destOrd="0" presId="urn:microsoft.com/office/officeart/2005/8/layout/hierarchy3"/>
    <dgm:cxn modelId="{1EC8B431-43F9-4D4D-B5C3-08FD326F7582}" type="presOf" srcId="{BD6A3C9E-E588-4CA6-839C-99D61B291E55}" destId="{BD700C23-063C-4F5A-84E6-CEBE58D57B93}" srcOrd="0" destOrd="0" presId="urn:microsoft.com/office/officeart/2005/8/layout/hierarchy3"/>
    <dgm:cxn modelId="{06400D3E-F7A8-4BEA-B8D6-1480CABCF4A5}" type="presOf" srcId="{BF200ABD-B633-45E6-A80D-B3D246C6A0AC}" destId="{D462F678-3A7F-4B49-9329-0B0D9BB451BD}" srcOrd="0" destOrd="0" presId="urn:microsoft.com/office/officeart/2005/8/layout/hierarchy3"/>
    <dgm:cxn modelId="{5108D140-DC06-47C7-8110-F87DD38A81D9}" type="presOf" srcId="{D33EA8AE-93AC-49A8-A58B-B28FCC262BBF}" destId="{91DEBAD8-B37E-4E9F-97AD-BD792FC8D0DF}" srcOrd="0" destOrd="0" presId="urn:microsoft.com/office/officeart/2005/8/layout/hierarchy3"/>
    <dgm:cxn modelId="{3925734A-F6DC-417E-A14D-001EE080C73B}" srcId="{810824AC-0610-4A0B-87D3-AFFF1796C3E8}" destId="{147F137F-B628-41AB-A9A5-DC2D1646E416}" srcOrd="1" destOrd="0" parTransId="{BF200ABD-B633-45E6-A80D-B3D246C6A0AC}" sibTransId="{98F0C9C7-7B57-462C-8857-7D7CA33DA883}"/>
    <dgm:cxn modelId="{8D0E4B4C-0EBA-4A53-AE23-75B3A7291403}" type="presOf" srcId="{9C5BCC0A-E4E4-46C7-8F18-5CD570254BA5}" destId="{72D3856A-D8EB-4CD7-8AC7-EF41433B0EC7}" srcOrd="0" destOrd="0" presId="urn:microsoft.com/office/officeart/2005/8/layout/hierarchy3"/>
    <dgm:cxn modelId="{82E19774-442A-43FF-8587-21C6D6FC95F9}" srcId="{755DF481-0172-497D-9C37-2023270E7AF5}" destId="{9DEB7461-7E78-4280-AB29-08840834A78B}" srcOrd="1" destOrd="0" parTransId="{66EC67BC-B4B8-4C88-82D5-0D679ECA3357}" sibTransId="{B84A3FEE-09E7-48C9-9A0B-9AF136CB1CC9}"/>
    <dgm:cxn modelId="{31B51259-C9DE-4EDF-92BC-C76983AC46D0}" type="presOf" srcId="{D38B0AD9-740F-49B2-BA59-90E7EED399FE}" destId="{3185AEE9-2B07-4220-9DC4-1CA5D77DBD44}" srcOrd="0" destOrd="0" presId="urn:microsoft.com/office/officeart/2005/8/layout/hierarchy3"/>
    <dgm:cxn modelId="{8E15B37D-E16D-43EA-9BF0-638A367836FA}" srcId="{9DEB7461-7E78-4280-AB29-08840834A78B}" destId="{C4613D01-5E1E-4331-9853-AE0FFA1A3EFE}" srcOrd="2" destOrd="0" parTransId="{D33EA8AE-93AC-49A8-A58B-B28FCC262BBF}" sibTransId="{871C7D93-8822-4310-A2F4-0A71A8110BF0}"/>
    <dgm:cxn modelId="{F478A288-8E20-4F78-AB2D-805E1F33B58C}" type="presOf" srcId="{147F137F-B628-41AB-A9A5-DC2D1646E416}" destId="{A2245204-C0AA-4595-8ED4-801C0CEE0AB8}" srcOrd="0" destOrd="0" presId="urn:microsoft.com/office/officeart/2005/8/layout/hierarchy3"/>
    <dgm:cxn modelId="{0A162890-1A66-4B7A-8B0F-9D647764BC45}" type="presOf" srcId="{8C25C0E8-B9A9-4D5E-B145-F3CFFF4E52A8}" destId="{C2E94F0B-FE6C-4286-B518-F056E37C3CEB}" srcOrd="0" destOrd="0" presId="urn:microsoft.com/office/officeart/2005/8/layout/hierarchy3"/>
    <dgm:cxn modelId="{D6E1F891-EC16-4C52-A719-295F4E690892}" srcId="{9DEB7461-7E78-4280-AB29-08840834A78B}" destId="{EECD7DFC-85C9-441C-846C-1047717ACA12}" srcOrd="0" destOrd="0" parTransId="{5CAC243D-9BD1-44A5-875E-9514AB7899D9}" sibTransId="{87FBBB79-D9D6-402D-A835-EBE0B34DE465}"/>
    <dgm:cxn modelId="{922AF5A3-B5BB-4803-8E4B-DB64788B80DB}" type="presOf" srcId="{EECD7DFC-85C9-441C-846C-1047717ACA12}" destId="{658F807F-C9B6-444C-899F-462DF217B325}" srcOrd="0" destOrd="0" presId="urn:microsoft.com/office/officeart/2005/8/layout/hierarchy3"/>
    <dgm:cxn modelId="{6A8E59AC-8FF3-4516-B7B9-5235F7B2AB9B}" type="presOf" srcId="{810824AC-0610-4A0B-87D3-AFFF1796C3E8}" destId="{D0AACB4D-203F-4DC6-BEA1-4425AFD9FB50}" srcOrd="0" destOrd="0" presId="urn:microsoft.com/office/officeart/2005/8/layout/hierarchy3"/>
    <dgm:cxn modelId="{1A68A3BC-D189-403E-AF87-ADBF8B44047D}" srcId="{755DF481-0172-497D-9C37-2023270E7AF5}" destId="{810824AC-0610-4A0B-87D3-AFFF1796C3E8}" srcOrd="0" destOrd="0" parTransId="{9E7843AD-17AB-4215-8A9B-11DD3979D8F2}" sibTransId="{6CD779E0-D652-4672-A130-EC61B55BFF6F}"/>
    <dgm:cxn modelId="{772891C8-7380-46CD-841E-77CAF8B2CFB4}" type="presOf" srcId="{341888D9-AB99-42A8-9E38-D4B2B176849D}" destId="{2C8545C6-91AC-4E61-AA2B-DCB2B20F7294}" srcOrd="0" destOrd="0" presId="urn:microsoft.com/office/officeart/2005/8/layout/hierarchy3"/>
    <dgm:cxn modelId="{D9F9E3D3-50D3-474A-8E8A-560A34DC7BE7}" srcId="{9DEB7461-7E78-4280-AB29-08840834A78B}" destId="{9C5BCC0A-E4E4-46C7-8F18-5CD570254BA5}" srcOrd="1" destOrd="0" parTransId="{D38B0AD9-740F-49B2-BA59-90E7EED399FE}" sibTransId="{AF6AA0C1-D3DE-4112-9C3E-AFA9CA4F431E}"/>
    <dgm:cxn modelId="{3BB535D9-624E-4B8F-BB86-D05EA4EB0DDE}" srcId="{810824AC-0610-4A0B-87D3-AFFF1796C3E8}" destId="{E62F1270-13FC-4261-833F-E3BC0EB5CAEF}" srcOrd="0" destOrd="0" parTransId="{341888D9-AB99-42A8-9E38-D4B2B176849D}" sibTransId="{0E87F54B-45F5-4169-91AD-3C1E08EEB2A7}"/>
    <dgm:cxn modelId="{97442DDF-B91D-4B21-BAAE-89565A7E1150}" type="presOf" srcId="{E62F1270-13FC-4261-833F-E3BC0EB5CAEF}" destId="{02FD1C54-1459-4638-ABF0-04DFB7D9BDEB}" srcOrd="0" destOrd="0" presId="urn:microsoft.com/office/officeart/2005/8/layout/hierarchy3"/>
    <dgm:cxn modelId="{8C7632DF-55D6-41FA-93E9-9495E6043EB4}" type="presOf" srcId="{C4613D01-5E1E-4331-9853-AE0FFA1A3EFE}" destId="{C6C40149-F4FD-4D90-AA9D-C59D430E1BD7}" srcOrd="0" destOrd="0" presId="urn:microsoft.com/office/officeart/2005/8/layout/hierarchy3"/>
    <dgm:cxn modelId="{469CC9DF-EC99-4B62-A3F6-7630B31F3808}" srcId="{810824AC-0610-4A0B-87D3-AFFF1796C3E8}" destId="{8C25C0E8-B9A9-4D5E-B145-F3CFFF4E52A8}" srcOrd="2" destOrd="0" parTransId="{BD6A3C9E-E588-4CA6-839C-99D61B291E55}" sibTransId="{D108CFD0-86FE-4C03-B076-1BAD920A9A32}"/>
    <dgm:cxn modelId="{2E27A7F3-AD36-46EA-AA92-45AB84F1B514}" type="presOf" srcId="{5CAC243D-9BD1-44A5-875E-9514AB7899D9}" destId="{B956933E-CCF5-44D4-B551-F91DA2942AD8}" srcOrd="0" destOrd="0" presId="urn:microsoft.com/office/officeart/2005/8/layout/hierarchy3"/>
    <dgm:cxn modelId="{3EBA5073-8F18-4C61-9FB4-7827D07F5890}" type="presParOf" srcId="{2EFCEC5E-37E2-48F6-83D3-1D6DFD5881FF}" destId="{AA94C8C6-2740-4F54-9194-BE9B1A1D45E3}" srcOrd="0" destOrd="0" presId="urn:microsoft.com/office/officeart/2005/8/layout/hierarchy3"/>
    <dgm:cxn modelId="{B3C1F9B5-DC0D-4CFE-9C1F-A619CA716BC7}" type="presParOf" srcId="{AA94C8C6-2740-4F54-9194-BE9B1A1D45E3}" destId="{E16B1BBF-F5E9-4338-9A6B-CF401D4A6CF7}" srcOrd="0" destOrd="0" presId="urn:microsoft.com/office/officeart/2005/8/layout/hierarchy3"/>
    <dgm:cxn modelId="{1184F118-4F84-4382-9BA3-F1F0DBE47F8F}" type="presParOf" srcId="{E16B1BBF-F5E9-4338-9A6B-CF401D4A6CF7}" destId="{D0AACB4D-203F-4DC6-BEA1-4425AFD9FB50}" srcOrd="0" destOrd="0" presId="urn:microsoft.com/office/officeart/2005/8/layout/hierarchy3"/>
    <dgm:cxn modelId="{0C745BCD-8599-414C-8E3D-462BC2322FB8}" type="presParOf" srcId="{E16B1BBF-F5E9-4338-9A6B-CF401D4A6CF7}" destId="{DD959EA1-1E8B-4A49-A302-4906D381CA9A}" srcOrd="1" destOrd="0" presId="urn:microsoft.com/office/officeart/2005/8/layout/hierarchy3"/>
    <dgm:cxn modelId="{8DD792D2-5FB9-4694-B890-97B1CE5FCA64}" type="presParOf" srcId="{AA94C8C6-2740-4F54-9194-BE9B1A1D45E3}" destId="{2FE3FFE0-E94E-452D-AC60-A4B19A71199A}" srcOrd="1" destOrd="0" presId="urn:microsoft.com/office/officeart/2005/8/layout/hierarchy3"/>
    <dgm:cxn modelId="{6F0A6847-187B-4664-B296-F0E2B4FC4302}" type="presParOf" srcId="{2FE3FFE0-E94E-452D-AC60-A4B19A71199A}" destId="{2C8545C6-91AC-4E61-AA2B-DCB2B20F7294}" srcOrd="0" destOrd="0" presId="urn:microsoft.com/office/officeart/2005/8/layout/hierarchy3"/>
    <dgm:cxn modelId="{2F2A8ADC-E338-413B-B173-804574A20368}" type="presParOf" srcId="{2FE3FFE0-E94E-452D-AC60-A4B19A71199A}" destId="{02FD1C54-1459-4638-ABF0-04DFB7D9BDEB}" srcOrd="1" destOrd="0" presId="urn:microsoft.com/office/officeart/2005/8/layout/hierarchy3"/>
    <dgm:cxn modelId="{0FDFD86B-1F7A-4BA5-A4BC-9AA0A9682B96}" type="presParOf" srcId="{2FE3FFE0-E94E-452D-AC60-A4B19A71199A}" destId="{D462F678-3A7F-4B49-9329-0B0D9BB451BD}" srcOrd="2" destOrd="0" presId="urn:microsoft.com/office/officeart/2005/8/layout/hierarchy3"/>
    <dgm:cxn modelId="{84C2389D-05B2-4454-9EAC-FB091C05D44A}" type="presParOf" srcId="{2FE3FFE0-E94E-452D-AC60-A4B19A71199A}" destId="{A2245204-C0AA-4595-8ED4-801C0CEE0AB8}" srcOrd="3" destOrd="0" presId="urn:microsoft.com/office/officeart/2005/8/layout/hierarchy3"/>
    <dgm:cxn modelId="{C6C20F9F-0405-4F65-9698-E00BF43A0C33}" type="presParOf" srcId="{2FE3FFE0-E94E-452D-AC60-A4B19A71199A}" destId="{BD700C23-063C-4F5A-84E6-CEBE58D57B93}" srcOrd="4" destOrd="0" presId="urn:microsoft.com/office/officeart/2005/8/layout/hierarchy3"/>
    <dgm:cxn modelId="{8690A36A-98AE-4D25-84A8-25056E8C2481}" type="presParOf" srcId="{2FE3FFE0-E94E-452D-AC60-A4B19A71199A}" destId="{C2E94F0B-FE6C-4286-B518-F056E37C3CEB}" srcOrd="5" destOrd="0" presId="urn:microsoft.com/office/officeart/2005/8/layout/hierarchy3"/>
    <dgm:cxn modelId="{C83D2887-21BD-4649-8A2A-EB73A4511A3B}" type="presParOf" srcId="{2EFCEC5E-37E2-48F6-83D3-1D6DFD5881FF}" destId="{A5442845-0C23-4FAB-B2CA-AABEB5337BCE}" srcOrd="1" destOrd="0" presId="urn:microsoft.com/office/officeart/2005/8/layout/hierarchy3"/>
    <dgm:cxn modelId="{1554AC23-98F9-4352-AD9E-B47E098DE2CB}" type="presParOf" srcId="{A5442845-0C23-4FAB-B2CA-AABEB5337BCE}" destId="{5C4FCD9A-05B9-46C5-96EC-9F4CCC87C46F}" srcOrd="0" destOrd="0" presId="urn:microsoft.com/office/officeart/2005/8/layout/hierarchy3"/>
    <dgm:cxn modelId="{CE1B7CC4-7171-456D-BE1C-6DDB43DDE825}" type="presParOf" srcId="{5C4FCD9A-05B9-46C5-96EC-9F4CCC87C46F}" destId="{547CBA5B-2BCC-4070-B659-01FF4BE1EC09}" srcOrd="0" destOrd="0" presId="urn:microsoft.com/office/officeart/2005/8/layout/hierarchy3"/>
    <dgm:cxn modelId="{DB46ED2A-DE61-4C72-B99D-8682E7537FC4}" type="presParOf" srcId="{5C4FCD9A-05B9-46C5-96EC-9F4CCC87C46F}" destId="{58FDFF44-3225-47B4-B876-4EFA3CB6FACD}" srcOrd="1" destOrd="0" presId="urn:microsoft.com/office/officeart/2005/8/layout/hierarchy3"/>
    <dgm:cxn modelId="{8DF49932-788B-458C-A41F-B311C2F5D9A2}" type="presParOf" srcId="{A5442845-0C23-4FAB-B2CA-AABEB5337BCE}" destId="{7BF328D8-063B-43C8-BB9A-437B0882D588}" srcOrd="1" destOrd="0" presId="urn:microsoft.com/office/officeart/2005/8/layout/hierarchy3"/>
    <dgm:cxn modelId="{003BFBD3-28B9-4208-82FE-F0BB640FF0EC}" type="presParOf" srcId="{7BF328D8-063B-43C8-BB9A-437B0882D588}" destId="{B956933E-CCF5-44D4-B551-F91DA2942AD8}" srcOrd="0" destOrd="0" presId="urn:microsoft.com/office/officeart/2005/8/layout/hierarchy3"/>
    <dgm:cxn modelId="{450A50D5-C98E-44A4-8014-52613389349C}" type="presParOf" srcId="{7BF328D8-063B-43C8-BB9A-437B0882D588}" destId="{658F807F-C9B6-444C-899F-462DF217B325}" srcOrd="1" destOrd="0" presId="urn:microsoft.com/office/officeart/2005/8/layout/hierarchy3"/>
    <dgm:cxn modelId="{978DF530-DF4D-49BF-863E-562C302DB288}" type="presParOf" srcId="{7BF328D8-063B-43C8-BB9A-437B0882D588}" destId="{3185AEE9-2B07-4220-9DC4-1CA5D77DBD44}" srcOrd="2" destOrd="0" presId="urn:microsoft.com/office/officeart/2005/8/layout/hierarchy3"/>
    <dgm:cxn modelId="{35255392-D76A-413B-AE09-1FD6F2AE2E49}" type="presParOf" srcId="{7BF328D8-063B-43C8-BB9A-437B0882D588}" destId="{72D3856A-D8EB-4CD7-8AC7-EF41433B0EC7}" srcOrd="3" destOrd="0" presId="urn:microsoft.com/office/officeart/2005/8/layout/hierarchy3"/>
    <dgm:cxn modelId="{35F46518-C17F-489A-A707-C78D1752DD8A}" type="presParOf" srcId="{7BF328D8-063B-43C8-BB9A-437B0882D588}" destId="{91DEBAD8-B37E-4E9F-97AD-BD792FC8D0DF}" srcOrd="4" destOrd="0" presId="urn:microsoft.com/office/officeart/2005/8/layout/hierarchy3"/>
    <dgm:cxn modelId="{84D74446-7ADE-4030-AD95-79921EBFF10D}" type="presParOf" srcId="{7BF328D8-063B-43C8-BB9A-437B0882D588}" destId="{C6C40149-F4FD-4D90-AA9D-C59D430E1BD7}" srcOrd="5"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6A8454F-D8B9-4346-B85D-6B289576B647}" type="doc">
      <dgm:prSet loTypeId="urn:microsoft.com/office/officeart/2005/8/layout/pyramid1" loCatId="pyramid" qsTypeId="urn:microsoft.com/office/officeart/2005/8/quickstyle/simple1" qsCatId="simple" csTypeId="urn:microsoft.com/office/officeart/2005/8/colors/accent1_2" csCatId="accent1" phldr="1"/>
      <dgm:spPr/>
    </dgm:pt>
    <dgm:pt modelId="{790F5170-6E01-4749-B81E-C52A7400BC21}">
      <dgm:prSet phldrT="[文本]" custT="1"/>
      <dgm:spPr/>
      <dgm:t>
        <a:bodyPr/>
        <a:lstStyle/>
        <a:p>
          <a:r>
            <a:rPr lang="zh-CN" altLang="en-US" sz="2400" dirty="0"/>
            <a:t>应用</a:t>
          </a:r>
        </a:p>
      </dgm:t>
    </dgm:pt>
    <dgm:pt modelId="{7A0D7E7C-B894-4ADC-8289-6FA7B6CEC8E5}" type="parTrans" cxnId="{16F13B33-A256-4F99-B450-505DB10BC1D9}">
      <dgm:prSet/>
      <dgm:spPr/>
      <dgm:t>
        <a:bodyPr/>
        <a:lstStyle/>
        <a:p>
          <a:endParaRPr lang="zh-CN" altLang="en-US"/>
        </a:p>
      </dgm:t>
    </dgm:pt>
    <dgm:pt modelId="{539DA4CE-8DA1-48E0-9D7F-9301D0CE7137}" type="sibTrans" cxnId="{16F13B33-A256-4F99-B450-505DB10BC1D9}">
      <dgm:prSet/>
      <dgm:spPr/>
      <dgm:t>
        <a:bodyPr/>
        <a:lstStyle/>
        <a:p>
          <a:endParaRPr lang="zh-CN" altLang="en-US"/>
        </a:p>
      </dgm:t>
    </dgm:pt>
    <dgm:pt modelId="{9BF694C9-6015-41A6-BB79-5306D5FF9158}">
      <dgm:prSet phldrT="[文本]" custT="1"/>
      <dgm:spPr/>
      <dgm:t>
        <a:bodyPr/>
        <a:lstStyle/>
        <a:p>
          <a:r>
            <a:rPr lang="zh-CN" altLang="en-US" sz="2800" dirty="0"/>
            <a:t>理解</a:t>
          </a:r>
        </a:p>
      </dgm:t>
    </dgm:pt>
    <dgm:pt modelId="{60EEEBC6-ABA8-4CE7-A260-989883EDF7DF}" type="parTrans" cxnId="{372BDA25-85A4-421C-8471-E01398B39A02}">
      <dgm:prSet/>
      <dgm:spPr/>
      <dgm:t>
        <a:bodyPr/>
        <a:lstStyle/>
        <a:p>
          <a:endParaRPr lang="zh-CN" altLang="en-US"/>
        </a:p>
      </dgm:t>
    </dgm:pt>
    <dgm:pt modelId="{89A81936-F5DC-453D-B133-C4C29C6E4F31}" type="sibTrans" cxnId="{372BDA25-85A4-421C-8471-E01398B39A02}">
      <dgm:prSet/>
      <dgm:spPr/>
      <dgm:t>
        <a:bodyPr/>
        <a:lstStyle/>
        <a:p>
          <a:endParaRPr lang="zh-CN" altLang="en-US"/>
        </a:p>
      </dgm:t>
    </dgm:pt>
    <dgm:pt modelId="{F3BC4385-B0FF-435C-82E4-1A3800EDB305}">
      <dgm:prSet phldrT="[文本]" custT="1"/>
      <dgm:spPr/>
      <dgm:t>
        <a:bodyPr/>
        <a:lstStyle/>
        <a:p>
          <a:r>
            <a:rPr lang="zh-CN" altLang="en-US" sz="2400" dirty="0"/>
            <a:t>记忆</a:t>
          </a:r>
        </a:p>
      </dgm:t>
    </dgm:pt>
    <dgm:pt modelId="{0565AD81-B4EE-4DFD-8ED9-CF49CE17CFCD}" type="parTrans" cxnId="{7CA3FD16-6D09-4119-8957-363A0817FB80}">
      <dgm:prSet/>
      <dgm:spPr/>
      <dgm:t>
        <a:bodyPr/>
        <a:lstStyle/>
        <a:p>
          <a:endParaRPr lang="zh-CN" altLang="en-US"/>
        </a:p>
      </dgm:t>
    </dgm:pt>
    <dgm:pt modelId="{60A25AE6-B205-4816-96F2-9268540B441B}" type="sibTrans" cxnId="{7CA3FD16-6D09-4119-8957-363A0817FB80}">
      <dgm:prSet/>
      <dgm:spPr/>
      <dgm:t>
        <a:bodyPr/>
        <a:lstStyle/>
        <a:p>
          <a:endParaRPr lang="zh-CN" altLang="en-US"/>
        </a:p>
      </dgm:t>
    </dgm:pt>
    <dgm:pt modelId="{AEC457B3-537A-46C4-AAAC-0E72F9634305}">
      <dgm:prSet custT="1"/>
      <dgm:spPr/>
      <dgm:t>
        <a:bodyPr/>
        <a:lstStyle/>
        <a:p>
          <a:r>
            <a:rPr lang="zh-CN" altLang="en-US" sz="2400" dirty="0"/>
            <a:t>分析</a:t>
          </a:r>
        </a:p>
      </dgm:t>
    </dgm:pt>
    <dgm:pt modelId="{21E48507-023D-428A-91F4-202899DA5458}" type="parTrans" cxnId="{C4063A7B-7DBE-41FF-9101-2EB0593FFD6C}">
      <dgm:prSet/>
      <dgm:spPr/>
      <dgm:t>
        <a:bodyPr/>
        <a:lstStyle/>
        <a:p>
          <a:endParaRPr lang="zh-CN" altLang="en-US"/>
        </a:p>
      </dgm:t>
    </dgm:pt>
    <dgm:pt modelId="{8D1A503F-1A02-4EFD-9E48-5E0A6F5EBAC9}" type="sibTrans" cxnId="{C4063A7B-7DBE-41FF-9101-2EB0593FFD6C}">
      <dgm:prSet/>
      <dgm:spPr/>
      <dgm:t>
        <a:bodyPr/>
        <a:lstStyle/>
        <a:p>
          <a:endParaRPr lang="zh-CN" altLang="en-US"/>
        </a:p>
      </dgm:t>
    </dgm:pt>
    <dgm:pt modelId="{28FD8E3C-D4C9-4803-86A2-426F5732FE56}">
      <dgm:prSet custT="1"/>
      <dgm:spPr/>
      <dgm:t>
        <a:bodyPr/>
        <a:lstStyle/>
        <a:p>
          <a:r>
            <a:rPr lang="zh-CN" altLang="en-US" sz="2400" dirty="0"/>
            <a:t>评估</a:t>
          </a:r>
        </a:p>
      </dgm:t>
    </dgm:pt>
    <dgm:pt modelId="{A961F024-F4DE-4E98-85B9-BB7599EA6034}" type="parTrans" cxnId="{F40E095F-65AA-4C21-93FD-7D803EEF5124}">
      <dgm:prSet/>
      <dgm:spPr/>
      <dgm:t>
        <a:bodyPr/>
        <a:lstStyle/>
        <a:p>
          <a:endParaRPr lang="zh-CN" altLang="en-US"/>
        </a:p>
      </dgm:t>
    </dgm:pt>
    <dgm:pt modelId="{8541044C-C5DC-4219-ABD1-BB328ED17730}" type="sibTrans" cxnId="{F40E095F-65AA-4C21-93FD-7D803EEF5124}">
      <dgm:prSet/>
      <dgm:spPr/>
      <dgm:t>
        <a:bodyPr/>
        <a:lstStyle/>
        <a:p>
          <a:endParaRPr lang="zh-CN" altLang="en-US"/>
        </a:p>
      </dgm:t>
    </dgm:pt>
    <dgm:pt modelId="{9C0E8BCC-F404-43E3-AD3E-3B3CA373B084}">
      <dgm:prSet custT="1"/>
      <dgm:spPr/>
      <dgm:t>
        <a:bodyPr/>
        <a:lstStyle/>
        <a:p>
          <a:r>
            <a:rPr lang="zh-CN" altLang="en-US" sz="2400" dirty="0"/>
            <a:t>创造</a:t>
          </a:r>
        </a:p>
      </dgm:t>
    </dgm:pt>
    <dgm:pt modelId="{9C36F9D1-7F88-4678-A0CC-5E70E4255D24}" type="parTrans" cxnId="{65C37E21-7A90-4906-811D-40153F6DE948}">
      <dgm:prSet/>
      <dgm:spPr/>
      <dgm:t>
        <a:bodyPr/>
        <a:lstStyle/>
        <a:p>
          <a:endParaRPr lang="zh-CN" altLang="en-US"/>
        </a:p>
      </dgm:t>
    </dgm:pt>
    <dgm:pt modelId="{EEEE831F-3624-4116-910A-F4D9B944F24A}" type="sibTrans" cxnId="{65C37E21-7A90-4906-811D-40153F6DE948}">
      <dgm:prSet/>
      <dgm:spPr/>
      <dgm:t>
        <a:bodyPr/>
        <a:lstStyle/>
        <a:p>
          <a:endParaRPr lang="zh-CN" altLang="en-US"/>
        </a:p>
      </dgm:t>
    </dgm:pt>
    <dgm:pt modelId="{0E9D08CB-E192-49C2-BA93-CF1C2C1E28AB}" type="pres">
      <dgm:prSet presAssocID="{66A8454F-D8B9-4346-B85D-6B289576B647}" presName="Name0" presStyleCnt="0">
        <dgm:presLayoutVars>
          <dgm:dir/>
          <dgm:animLvl val="lvl"/>
          <dgm:resizeHandles val="exact"/>
        </dgm:presLayoutVars>
      </dgm:prSet>
      <dgm:spPr/>
    </dgm:pt>
    <dgm:pt modelId="{3AD9EF42-4AA1-433A-A80A-DD0CA8EEDBE2}" type="pres">
      <dgm:prSet presAssocID="{9C0E8BCC-F404-43E3-AD3E-3B3CA373B084}" presName="Name8" presStyleCnt="0"/>
      <dgm:spPr/>
    </dgm:pt>
    <dgm:pt modelId="{5BFD1D40-7C52-4994-9B39-014EF0D92217}" type="pres">
      <dgm:prSet presAssocID="{9C0E8BCC-F404-43E3-AD3E-3B3CA373B084}" presName="level" presStyleLbl="node1" presStyleIdx="0" presStyleCnt="6">
        <dgm:presLayoutVars>
          <dgm:chMax val="1"/>
          <dgm:bulletEnabled val="1"/>
        </dgm:presLayoutVars>
      </dgm:prSet>
      <dgm:spPr/>
    </dgm:pt>
    <dgm:pt modelId="{5305D0AB-AF2C-46C8-B454-8BE564F19087}" type="pres">
      <dgm:prSet presAssocID="{9C0E8BCC-F404-43E3-AD3E-3B3CA373B084}" presName="levelTx" presStyleLbl="revTx" presStyleIdx="0" presStyleCnt="0">
        <dgm:presLayoutVars>
          <dgm:chMax val="1"/>
          <dgm:bulletEnabled val="1"/>
        </dgm:presLayoutVars>
      </dgm:prSet>
      <dgm:spPr/>
    </dgm:pt>
    <dgm:pt modelId="{85552A5F-C29D-486B-A612-29A6BC7588BC}" type="pres">
      <dgm:prSet presAssocID="{28FD8E3C-D4C9-4803-86A2-426F5732FE56}" presName="Name8" presStyleCnt="0"/>
      <dgm:spPr/>
    </dgm:pt>
    <dgm:pt modelId="{2E2D32A7-A3C1-446A-8BD3-E57EA3BB7A1B}" type="pres">
      <dgm:prSet presAssocID="{28FD8E3C-D4C9-4803-86A2-426F5732FE56}" presName="level" presStyleLbl="node1" presStyleIdx="1" presStyleCnt="6">
        <dgm:presLayoutVars>
          <dgm:chMax val="1"/>
          <dgm:bulletEnabled val="1"/>
        </dgm:presLayoutVars>
      </dgm:prSet>
      <dgm:spPr/>
    </dgm:pt>
    <dgm:pt modelId="{E64FD479-2A33-4677-9BF5-99F3880C3985}" type="pres">
      <dgm:prSet presAssocID="{28FD8E3C-D4C9-4803-86A2-426F5732FE56}" presName="levelTx" presStyleLbl="revTx" presStyleIdx="0" presStyleCnt="0">
        <dgm:presLayoutVars>
          <dgm:chMax val="1"/>
          <dgm:bulletEnabled val="1"/>
        </dgm:presLayoutVars>
      </dgm:prSet>
      <dgm:spPr/>
    </dgm:pt>
    <dgm:pt modelId="{2C725453-DDA9-48FF-9C90-2B3A8276BCDA}" type="pres">
      <dgm:prSet presAssocID="{AEC457B3-537A-46C4-AAAC-0E72F9634305}" presName="Name8" presStyleCnt="0"/>
      <dgm:spPr/>
    </dgm:pt>
    <dgm:pt modelId="{1864205F-3FD8-4BEB-B749-961DF716C23D}" type="pres">
      <dgm:prSet presAssocID="{AEC457B3-537A-46C4-AAAC-0E72F9634305}" presName="level" presStyleLbl="node1" presStyleIdx="2" presStyleCnt="6">
        <dgm:presLayoutVars>
          <dgm:chMax val="1"/>
          <dgm:bulletEnabled val="1"/>
        </dgm:presLayoutVars>
      </dgm:prSet>
      <dgm:spPr/>
    </dgm:pt>
    <dgm:pt modelId="{9292AE71-EADA-4511-A20F-22DDF229F014}" type="pres">
      <dgm:prSet presAssocID="{AEC457B3-537A-46C4-AAAC-0E72F9634305}" presName="levelTx" presStyleLbl="revTx" presStyleIdx="0" presStyleCnt="0">
        <dgm:presLayoutVars>
          <dgm:chMax val="1"/>
          <dgm:bulletEnabled val="1"/>
        </dgm:presLayoutVars>
      </dgm:prSet>
      <dgm:spPr/>
    </dgm:pt>
    <dgm:pt modelId="{C29CD572-B02A-47C9-9113-48C09BBACD03}" type="pres">
      <dgm:prSet presAssocID="{790F5170-6E01-4749-B81E-C52A7400BC21}" presName="Name8" presStyleCnt="0"/>
      <dgm:spPr/>
    </dgm:pt>
    <dgm:pt modelId="{B2E639C5-A74D-4199-943A-80193EC81D38}" type="pres">
      <dgm:prSet presAssocID="{790F5170-6E01-4749-B81E-C52A7400BC21}" presName="level" presStyleLbl="node1" presStyleIdx="3" presStyleCnt="6">
        <dgm:presLayoutVars>
          <dgm:chMax val="1"/>
          <dgm:bulletEnabled val="1"/>
        </dgm:presLayoutVars>
      </dgm:prSet>
      <dgm:spPr/>
    </dgm:pt>
    <dgm:pt modelId="{BF56D18D-275B-48B9-8810-1C7C6102AC68}" type="pres">
      <dgm:prSet presAssocID="{790F5170-6E01-4749-B81E-C52A7400BC21}" presName="levelTx" presStyleLbl="revTx" presStyleIdx="0" presStyleCnt="0">
        <dgm:presLayoutVars>
          <dgm:chMax val="1"/>
          <dgm:bulletEnabled val="1"/>
        </dgm:presLayoutVars>
      </dgm:prSet>
      <dgm:spPr/>
    </dgm:pt>
    <dgm:pt modelId="{CE17B504-BEEC-424F-BD6E-23B463FC10B9}" type="pres">
      <dgm:prSet presAssocID="{9BF694C9-6015-41A6-BB79-5306D5FF9158}" presName="Name8" presStyleCnt="0"/>
      <dgm:spPr/>
    </dgm:pt>
    <dgm:pt modelId="{BD0218BA-3EFA-4788-BD83-BE2E865C9C27}" type="pres">
      <dgm:prSet presAssocID="{9BF694C9-6015-41A6-BB79-5306D5FF9158}" presName="level" presStyleLbl="node1" presStyleIdx="4" presStyleCnt="6">
        <dgm:presLayoutVars>
          <dgm:chMax val="1"/>
          <dgm:bulletEnabled val="1"/>
        </dgm:presLayoutVars>
      </dgm:prSet>
      <dgm:spPr/>
    </dgm:pt>
    <dgm:pt modelId="{7D1242DC-0892-4B3E-8746-53AAFE51FB4C}" type="pres">
      <dgm:prSet presAssocID="{9BF694C9-6015-41A6-BB79-5306D5FF9158}" presName="levelTx" presStyleLbl="revTx" presStyleIdx="0" presStyleCnt="0">
        <dgm:presLayoutVars>
          <dgm:chMax val="1"/>
          <dgm:bulletEnabled val="1"/>
        </dgm:presLayoutVars>
      </dgm:prSet>
      <dgm:spPr/>
    </dgm:pt>
    <dgm:pt modelId="{5192927B-C770-47A3-94E8-59ACAEB9E474}" type="pres">
      <dgm:prSet presAssocID="{F3BC4385-B0FF-435C-82E4-1A3800EDB305}" presName="Name8" presStyleCnt="0"/>
      <dgm:spPr/>
    </dgm:pt>
    <dgm:pt modelId="{EC0995C7-B287-44C0-A1E0-6C44EB4F5758}" type="pres">
      <dgm:prSet presAssocID="{F3BC4385-B0FF-435C-82E4-1A3800EDB305}" presName="level" presStyleLbl="node1" presStyleIdx="5" presStyleCnt="6">
        <dgm:presLayoutVars>
          <dgm:chMax val="1"/>
          <dgm:bulletEnabled val="1"/>
        </dgm:presLayoutVars>
      </dgm:prSet>
      <dgm:spPr/>
    </dgm:pt>
    <dgm:pt modelId="{F2F4303D-0386-4F25-926D-5E4A029CB4D0}" type="pres">
      <dgm:prSet presAssocID="{F3BC4385-B0FF-435C-82E4-1A3800EDB305}" presName="levelTx" presStyleLbl="revTx" presStyleIdx="0" presStyleCnt="0">
        <dgm:presLayoutVars>
          <dgm:chMax val="1"/>
          <dgm:bulletEnabled val="1"/>
        </dgm:presLayoutVars>
      </dgm:prSet>
      <dgm:spPr/>
    </dgm:pt>
  </dgm:ptLst>
  <dgm:cxnLst>
    <dgm:cxn modelId="{CE5FB201-67EF-4238-AD0B-5D71145C08F6}" type="presOf" srcId="{790F5170-6E01-4749-B81E-C52A7400BC21}" destId="{B2E639C5-A74D-4199-943A-80193EC81D38}" srcOrd="0" destOrd="0" presId="urn:microsoft.com/office/officeart/2005/8/layout/pyramid1"/>
    <dgm:cxn modelId="{7CA3FD16-6D09-4119-8957-363A0817FB80}" srcId="{66A8454F-D8B9-4346-B85D-6B289576B647}" destId="{F3BC4385-B0FF-435C-82E4-1A3800EDB305}" srcOrd="5" destOrd="0" parTransId="{0565AD81-B4EE-4DFD-8ED9-CF49CE17CFCD}" sibTransId="{60A25AE6-B205-4816-96F2-9268540B441B}"/>
    <dgm:cxn modelId="{C56A9117-88B0-43E6-8D3E-6D504C7C0F21}" type="presOf" srcId="{9BF694C9-6015-41A6-BB79-5306D5FF9158}" destId="{7D1242DC-0892-4B3E-8746-53AAFE51FB4C}" srcOrd="1" destOrd="0" presId="urn:microsoft.com/office/officeart/2005/8/layout/pyramid1"/>
    <dgm:cxn modelId="{65C37E21-7A90-4906-811D-40153F6DE948}" srcId="{66A8454F-D8B9-4346-B85D-6B289576B647}" destId="{9C0E8BCC-F404-43E3-AD3E-3B3CA373B084}" srcOrd="0" destOrd="0" parTransId="{9C36F9D1-7F88-4678-A0CC-5E70E4255D24}" sibTransId="{EEEE831F-3624-4116-910A-F4D9B944F24A}"/>
    <dgm:cxn modelId="{372BDA25-85A4-421C-8471-E01398B39A02}" srcId="{66A8454F-D8B9-4346-B85D-6B289576B647}" destId="{9BF694C9-6015-41A6-BB79-5306D5FF9158}" srcOrd="4" destOrd="0" parTransId="{60EEEBC6-ABA8-4CE7-A260-989883EDF7DF}" sibTransId="{89A81936-F5DC-453D-B133-C4C29C6E4F31}"/>
    <dgm:cxn modelId="{16F13B33-A256-4F99-B450-505DB10BC1D9}" srcId="{66A8454F-D8B9-4346-B85D-6B289576B647}" destId="{790F5170-6E01-4749-B81E-C52A7400BC21}" srcOrd="3" destOrd="0" parTransId="{7A0D7E7C-B894-4ADC-8289-6FA7B6CEC8E5}" sibTransId="{539DA4CE-8DA1-48E0-9D7F-9301D0CE7137}"/>
    <dgm:cxn modelId="{81FDA240-A3C0-4960-9CA8-26E6B11D2953}" type="presOf" srcId="{F3BC4385-B0FF-435C-82E4-1A3800EDB305}" destId="{F2F4303D-0386-4F25-926D-5E4A029CB4D0}" srcOrd="1" destOrd="0" presId="urn:microsoft.com/office/officeart/2005/8/layout/pyramid1"/>
    <dgm:cxn modelId="{F40E095F-65AA-4C21-93FD-7D803EEF5124}" srcId="{66A8454F-D8B9-4346-B85D-6B289576B647}" destId="{28FD8E3C-D4C9-4803-86A2-426F5732FE56}" srcOrd="1" destOrd="0" parTransId="{A961F024-F4DE-4E98-85B9-BB7599EA6034}" sibTransId="{8541044C-C5DC-4219-ABD1-BB328ED17730}"/>
    <dgm:cxn modelId="{8E81AF65-5414-4CAB-9B01-E38280311EAD}" type="presOf" srcId="{9C0E8BCC-F404-43E3-AD3E-3B3CA373B084}" destId="{5BFD1D40-7C52-4994-9B39-014EF0D92217}" srcOrd="0" destOrd="0" presId="urn:microsoft.com/office/officeart/2005/8/layout/pyramid1"/>
    <dgm:cxn modelId="{5C5C4E66-BE5B-4753-82EF-0F012F6B48A6}" type="presOf" srcId="{9C0E8BCC-F404-43E3-AD3E-3B3CA373B084}" destId="{5305D0AB-AF2C-46C8-B454-8BE564F19087}" srcOrd="1" destOrd="0" presId="urn:microsoft.com/office/officeart/2005/8/layout/pyramid1"/>
    <dgm:cxn modelId="{C4063A7B-7DBE-41FF-9101-2EB0593FFD6C}" srcId="{66A8454F-D8B9-4346-B85D-6B289576B647}" destId="{AEC457B3-537A-46C4-AAAC-0E72F9634305}" srcOrd="2" destOrd="0" parTransId="{21E48507-023D-428A-91F4-202899DA5458}" sibTransId="{8D1A503F-1A02-4EFD-9E48-5E0A6F5EBAC9}"/>
    <dgm:cxn modelId="{E075237D-A829-41D9-AC4A-B9419C636DE8}" type="presOf" srcId="{9BF694C9-6015-41A6-BB79-5306D5FF9158}" destId="{BD0218BA-3EFA-4788-BD83-BE2E865C9C27}" srcOrd="0" destOrd="0" presId="urn:microsoft.com/office/officeart/2005/8/layout/pyramid1"/>
    <dgm:cxn modelId="{D10C2D94-B7C3-47D7-B723-A42B43546A53}" type="presOf" srcId="{F3BC4385-B0FF-435C-82E4-1A3800EDB305}" destId="{EC0995C7-B287-44C0-A1E0-6C44EB4F5758}" srcOrd="0" destOrd="0" presId="urn:microsoft.com/office/officeart/2005/8/layout/pyramid1"/>
    <dgm:cxn modelId="{EE30EE9B-35AF-4A41-AB7B-0D391847FDF4}" type="presOf" srcId="{28FD8E3C-D4C9-4803-86A2-426F5732FE56}" destId="{E64FD479-2A33-4677-9BF5-99F3880C3985}" srcOrd="1" destOrd="0" presId="urn:microsoft.com/office/officeart/2005/8/layout/pyramid1"/>
    <dgm:cxn modelId="{4FE6A99E-CC45-47F0-B390-D0D2F8A692D0}" type="presOf" srcId="{AEC457B3-537A-46C4-AAAC-0E72F9634305}" destId="{9292AE71-EADA-4511-A20F-22DDF229F014}" srcOrd="1" destOrd="0" presId="urn:microsoft.com/office/officeart/2005/8/layout/pyramid1"/>
    <dgm:cxn modelId="{22B118A4-AF5D-492B-9158-1175806078DD}" type="presOf" srcId="{790F5170-6E01-4749-B81E-C52A7400BC21}" destId="{BF56D18D-275B-48B9-8810-1C7C6102AC68}" srcOrd="1" destOrd="0" presId="urn:microsoft.com/office/officeart/2005/8/layout/pyramid1"/>
    <dgm:cxn modelId="{F6E311CC-2D4E-4EF3-91ED-E585BCC4583B}" type="presOf" srcId="{28FD8E3C-D4C9-4803-86A2-426F5732FE56}" destId="{2E2D32A7-A3C1-446A-8BD3-E57EA3BB7A1B}" srcOrd="0" destOrd="0" presId="urn:microsoft.com/office/officeart/2005/8/layout/pyramid1"/>
    <dgm:cxn modelId="{52881DD0-46BA-4D1A-ADF4-5B9DB6B1F937}" type="presOf" srcId="{AEC457B3-537A-46C4-AAAC-0E72F9634305}" destId="{1864205F-3FD8-4BEB-B749-961DF716C23D}" srcOrd="0" destOrd="0" presId="urn:microsoft.com/office/officeart/2005/8/layout/pyramid1"/>
    <dgm:cxn modelId="{ACDF8BD4-D1CF-42B9-9E20-179792C655A1}" type="presOf" srcId="{66A8454F-D8B9-4346-B85D-6B289576B647}" destId="{0E9D08CB-E192-49C2-BA93-CF1C2C1E28AB}" srcOrd="0" destOrd="0" presId="urn:microsoft.com/office/officeart/2005/8/layout/pyramid1"/>
    <dgm:cxn modelId="{77812402-266A-477B-B4D3-60BA8A65F5B3}" type="presParOf" srcId="{0E9D08CB-E192-49C2-BA93-CF1C2C1E28AB}" destId="{3AD9EF42-4AA1-433A-A80A-DD0CA8EEDBE2}" srcOrd="0" destOrd="0" presId="urn:microsoft.com/office/officeart/2005/8/layout/pyramid1"/>
    <dgm:cxn modelId="{CE1EE9BD-64FA-41AE-80F7-5015D5005046}" type="presParOf" srcId="{3AD9EF42-4AA1-433A-A80A-DD0CA8EEDBE2}" destId="{5BFD1D40-7C52-4994-9B39-014EF0D92217}" srcOrd="0" destOrd="0" presId="urn:microsoft.com/office/officeart/2005/8/layout/pyramid1"/>
    <dgm:cxn modelId="{96659924-B04D-4CC4-9E84-85FA6E16D0FE}" type="presParOf" srcId="{3AD9EF42-4AA1-433A-A80A-DD0CA8EEDBE2}" destId="{5305D0AB-AF2C-46C8-B454-8BE564F19087}" srcOrd="1" destOrd="0" presId="urn:microsoft.com/office/officeart/2005/8/layout/pyramid1"/>
    <dgm:cxn modelId="{588A4A61-6B76-487F-BF9F-0E9CD969DE90}" type="presParOf" srcId="{0E9D08CB-E192-49C2-BA93-CF1C2C1E28AB}" destId="{85552A5F-C29D-486B-A612-29A6BC7588BC}" srcOrd="1" destOrd="0" presId="urn:microsoft.com/office/officeart/2005/8/layout/pyramid1"/>
    <dgm:cxn modelId="{9B16FEBB-99A8-4522-9C68-6B8EBC83D25E}" type="presParOf" srcId="{85552A5F-C29D-486B-A612-29A6BC7588BC}" destId="{2E2D32A7-A3C1-446A-8BD3-E57EA3BB7A1B}" srcOrd="0" destOrd="0" presId="urn:microsoft.com/office/officeart/2005/8/layout/pyramid1"/>
    <dgm:cxn modelId="{5F58DEFB-C7C9-4955-B157-62B86008F4CB}" type="presParOf" srcId="{85552A5F-C29D-486B-A612-29A6BC7588BC}" destId="{E64FD479-2A33-4677-9BF5-99F3880C3985}" srcOrd="1" destOrd="0" presId="urn:microsoft.com/office/officeart/2005/8/layout/pyramid1"/>
    <dgm:cxn modelId="{4809BA95-8280-4FBC-9A3D-0B2B44563565}" type="presParOf" srcId="{0E9D08CB-E192-49C2-BA93-CF1C2C1E28AB}" destId="{2C725453-DDA9-48FF-9C90-2B3A8276BCDA}" srcOrd="2" destOrd="0" presId="urn:microsoft.com/office/officeart/2005/8/layout/pyramid1"/>
    <dgm:cxn modelId="{11CCCB54-AC6E-4ADD-B34D-EF70B822EDB8}" type="presParOf" srcId="{2C725453-DDA9-48FF-9C90-2B3A8276BCDA}" destId="{1864205F-3FD8-4BEB-B749-961DF716C23D}" srcOrd="0" destOrd="0" presId="urn:microsoft.com/office/officeart/2005/8/layout/pyramid1"/>
    <dgm:cxn modelId="{70E1E06E-B539-4095-90A0-42A30DF0E9F4}" type="presParOf" srcId="{2C725453-DDA9-48FF-9C90-2B3A8276BCDA}" destId="{9292AE71-EADA-4511-A20F-22DDF229F014}" srcOrd="1" destOrd="0" presId="urn:microsoft.com/office/officeart/2005/8/layout/pyramid1"/>
    <dgm:cxn modelId="{C8AD44CB-1E27-4CA2-9336-3D8DE088EA25}" type="presParOf" srcId="{0E9D08CB-E192-49C2-BA93-CF1C2C1E28AB}" destId="{C29CD572-B02A-47C9-9113-48C09BBACD03}" srcOrd="3" destOrd="0" presId="urn:microsoft.com/office/officeart/2005/8/layout/pyramid1"/>
    <dgm:cxn modelId="{778567AC-56BA-443A-AF69-FB3052F693CA}" type="presParOf" srcId="{C29CD572-B02A-47C9-9113-48C09BBACD03}" destId="{B2E639C5-A74D-4199-943A-80193EC81D38}" srcOrd="0" destOrd="0" presId="urn:microsoft.com/office/officeart/2005/8/layout/pyramid1"/>
    <dgm:cxn modelId="{950836F1-AA7C-4CFC-A6DF-9921EE209BE3}" type="presParOf" srcId="{C29CD572-B02A-47C9-9113-48C09BBACD03}" destId="{BF56D18D-275B-48B9-8810-1C7C6102AC68}" srcOrd="1" destOrd="0" presId="urn:microsoft.com/office/officeart/2005/8/layout/pyramid1"/>
    <dgm:cxn modelId="{B1AFA76D-6117-4214-AD1C-B2C373D5EE44}" type="presParOf" srcId="{0E9D08CB-E192-49C2-BA93-CF1C2C1E28AB}" destId="{CE17B504-BEEC-424F-BD6E-23B463FC10B9}" srcOrd="4" destOrd="0" presId="urn:microsoft.com/office/officeart/2005/8/layout/pyramid1"/>
    <dgm:cxn modelId="{677B5985-27CE-487E-84C5-F31771EA13D9}" type="presParOf" srcId="{CE17B504-BEEC-424F-BD6E-23B463FC10B9}" destId="{BD0218BA-3EFA-4788-BD83-BE2E865C9C27}" srcOrd="0" destOrd="0" presId="urn:microsoft.com/office/officeart/2005/8/layout/pyramid1"/>
    <dgm:cxn modelId="{DCD8C77B-F4F6-4C41-AFBB-E140F4AF476D}" type="presParOf" srcId="{CE17B504-BEEC-424F-BD6E-23B463FC10B9}" destId="{7D1242DC-0892-4B3E-8746-53AAFE51FB4C}" srcOrd="1" destOrd="0" presId="urn:microsoft.com/office/officeart/2005/8/layout/pyramid1"/>
    <dgm:cxn modelId="{74BE3610-A057-4B51-A06C-F4A86D5C31E6}" type="presParOf" srcId="{0E9D08CB-E192-49C2-BA93-CF1C2C1E28AB}" destId="{5192927B-C770-47A3-94E8-59ACAEB9E474}" srcOrd="5" destOrd="0" presId="urn:microsoft.com/office/officeart/2005/8/layout/pyramid1"/>
    <dgm:cxn modelId="{5DB0B35E-DA08-4C59-BABB-27368AC587B7}" type="presParOf" srcId="{5192927B-C770-47A3-94E8-59ACAEB9E474}" destId="{EC0995C7-B287-44C0-A1E0-6C44EB4F5758}" srcOrd="0" destOrd="0" presId="urn:microsoft.com/office/officeart/2005/8/layout/pyramid1"/>
    <dgm:cxn modelId="{6BBB7970-D047-402E-8191-B2F501F23AED}" type="presParOf" srcId="{5192927B-C770-47A3-94E8-59ACAEB9E474}" destId="{F2F4303D-0386-4F25-926D-5E4A029CB4D0}"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86A8D19-4CA1-4BE9-A459-A118A29EAEDD}" type="doc">
      <dgm:prSet loTypeId="urn:microsoft.com/office/officeart/2005/8/layout/venn1" loCatId="relationship" qsTypeId="urn:microsoft.com/office/officeart/2005/8/quickstyle/simple1" qsCatId="simple" csTypeId="urn:microsoft.com/office/officeart/2005/8/colors/accent1_2" csCatId="accent1" phldr="1"/>
      <dgm:spPr/>
    </dgm:pt>
    <dgm:pt modelId="{A29E9535-D38A-467D-B06E-8611A2CCC48F}">
      <dgm:prSet phldrT="[文本]" custT="1"/>
      <dgm:spPr/>
      <dgm:t>
        <a:bodyPr/>
        <a:lstStyle/>
        <a:p>
          <a:r>
            <a:rPr lang="zh-CN" altLang="en-US" sz="2400" dirty="0"/>
            <a:t>知识</a:t>
          </a:r>
        </a:p>
      </dgm:t>
    </dgm:pt>
    <dgm:pt modelId="{787FE81E-DBE5-418B-892B-9B2EB6B75E11}" type="parTrans" cxnId="{31818FA9-FBEE-41E7-9123-7C91EDB1CDDE}">
      <dgm:prSet/>
      <dgm:spPr/>
      <dgm:t>
        <a:bodyPr/>
        <a:lstStyle/>
        <a:p>
          <a:endParaRPr lang="zh-CN" altLang="en-US"/>
        </a:p>
      </dgm:t>
    </dgm:pt>
    <dgm:pt modelId="{28721936-A286-4A89-AE7F-8AA0738964E7}" type="sibTrans" cxnId="{31818FA9-FBEE-41E7-9123-7C91EDB1CDDE}">
      <dgm:prSet/>
      <dgm:spPr/>
      <dgm:t>
        <a:bodyPr/>
        <a:lstStyle/>
        <a:p>
          <a:endParaRPr lang="zh-CN" altLang="en-US"/>
        </a:p>
      </dgm:t>
    </dgm:pt>
    <dgm:pt modelId="{92FAADAB-F689-41EC-9DC3-37F1FFD3798F}">
      <dgm:prSet phldrT="[文本]" custT="1"/>
      <dgm:spPr/>
      <dgm:t>
        <a:bodyPr/>
        <a:lstStyle/>
        <a:p>
          <a:r>
            <a:rPr lang="zh-CN" altLang="en-US" sz="2400" dirty="0"/>
            <a:t>素质</a:t>
          </a:r>
        </a:p>
      </dgm:t>
    </dgm:pt>
    <dgm:pt modelId="{F5D89D10-6D78-47CF-AD65-831E69455C83}" type="parTrans" cxnId="{4B36FB2D-28B7-4613-95BF-AA19F51CB080}">
      <dgm:prSet/>
      <dgm:spPr/>
      <dgm:t>
        <a:bodyPr/>
        <a:lstStyle/>
        <a:p>
          <a:endParaRPr lang="zh-CN" altLang="en-US"/>
        </a:p>
      </dgm:t>
    </dgm:pt>
    <dgm:pt modelId="{4E84209F-091A-4A20-B901-BD982C678E46}" type="sibTrans" cxnId="{4B36FB2D-28B7-4613-95BF-AA19F51CB080}">
      <dgm:prSet/>
      <dgm:spPr/>
      <dgm:t>
        <a:bodyPr/>
        <a:lstStyle/>
        <a:p>
          <a:endParaRPr lang="zh-CN" altLang="en-US"/>
        </a:p>
      </dgm:t>
    </dgm:pt>
    <dgm:pt modelId="{45CB8A21-8049-44B6-A912-B76E26D0B731}">
      <dgm:prSet phldrT="[文本]" custT="1"/>
      <dgm:spPr/>
      <dgm:t>
        <a:bodyPr/>
        <a:lstStyle/>
        <a:p>
          <a:r>
            <a:rPr lang="zh-CN" altLang="en-US" sz="2400" dirty="0"/>
            <a:t>能力</a:t>
          </a:r>
        </a:p>
      </dgm:t>
    </dgm:pt>
    <dgm:pt modelId="{17805FBA-6BA3-4366-B9E8-AF3ED9E82C87}" type="parTrans" cxnId="{D4C69226-3A1F-4E8C-8B00-E029EABD9991}">
      <dgm:prSet/>
      <dgm:spPr/>
      <dgm:t>
        <a:bodyPr/>
        <a:lstStyle/>
        <a:p>
          <a:endParaRPr lang="zh-CN" altLang="en-US"/>
        </a:p>
      </dgm:t>
    </dgm:pt>
    <dgm:pt modelId="{3B9EAA73-08F0-4ED4-9EB6-CD0073E9FBFE}" type="sibTrans" cxnId="{D4C69226-3A1F-4E8C-8B00-E029EABD9991}">
      <dgm:prSet/>
      <dgm:spPr/>
      <dgm:t>
        <a:bodyPr/>
        <a:lstStyle/>
        <a:p>
          <a:endParaRPr lang="zh-CN" altLang="en-US"/>
        </a:p>
      </dgm:t>
    </dgm:pt>
    <dgm:pt modelId="{A723D6C4-DE88-4FBE-8467-09AE419284FA}" type="pres">
      <dgm:prSet presAssocID="{B86A8D19-4CA1-4BE9-A459-A118A29EAEDD}" presName="compositeShape" presStyleCnt="0">
        <dgm:presLayoutVars>
          <dgm:chMax val="7"/>
          <dgm:dir/>
          <dgm:resizeHandles val="exact"/>
        </dgm:presLayoutVars>
      </dgm:prSet>
      <dgm:spPr/>
    </dgm:pt>
    <dgm:pt modelId="{9AD966D0-7E20-457D-BFB7-7E4DE7E3B9AA}" type="pres">
      <dgm:prSet presAssocID="{A29E9535-D38A-467D-B06E-8611A2CCC48F}" presName="circ1" presStyleLbl="vennNode1" presStyleIdx="0" presStyleCnt="3"/>
      <dgm:spPr/>
    </dgm:pt>
    <dgm:pt modelId="{CC709A1A-2C4F-4609-82B7-915CAB0C9D1D}" type="pres">
      <dgm:prSet presAssocID="{A29E9535-D38A-467D-B06E-8611A2CCC48F}" presName="circ1Tx" presStyleLbl="revTx" presStyleIdx="0" presStyleCnt="0">
        <dgm:presLayoutVars>
          <dgm:chMax val="0"/>
          <dgm:chPref val="0"/>
          <dgm:bulletEnabled val="1"/>
        </dgm:presLayoutVars>
      </dgm:prSet>
      <dgm:spPr/>
    </dgm:pt>
    <dgm:pt modelId="{5610547F-343F-45C0-8E16-B71780A12BB6}" type="pres">
      <dgm:prSet presAssocID="{92FAADAB-F689-41EC-9DC3-37F1FFD3798F}" presName="circ2" presStyleLbl="vennNode1" presStyleIdx="1" presStyleCnt="3"/>
      <dgm:spPr/>
    </dgm:pt>
    <dgm:pt modelId="{04BAC7BD-2717-43B3-9938-FEA28FA79F0D}" type="pres">
      <dgm:prSet presAssocID="{92FAADAB-F689-41EC-9DC3-37F1FFD3798F}" presName="circ2Tx" presStyleLbl="revTx" presStyleIdx="0" presStyleCnt="0">
        <dgm:presLayoutVars>
          <dgm:chMax val="0"/>
          <dgm:chPref val="0"/>
          <dgm:bulletEnabled val="1"/>
        </dgm:presLayoutVars>
      </dgm:prSet>
      <dgm:spPr/>
    </dgm:pt>
    <dgm:pt modelId="{4A0322C6-A1D5-48B0-A413-CCB919CA4CED}" type="pres">
      <dgm:prSet presAssocID="{45CB8A21-8049-44B6-A912-B76E26D0B731}" presName="circ3" presStyleLbl="vennNode1" presStyleIdx="2" presStyleCnt="3"/>
      <dgm:spPr/>
    </dgm:pt>
    <dgm:pt modelId="{B7F23016-EBEB-4871-8461-D4C8341FC5DE}" type="pres">
      <dgm:prSet presAssocID="{45CB8A21-8049-44B6-A912-B76E26D0B731}" presName="circ3Tx" presStyleLbl="revTx" presStyleIdx="0" presStyleCnt="0">
        <dgm:presLayoutVars>
          <dgm:chMax val="0"/>
          <dgm:chPref val="0"/>
          <dgm:bulletEnabled val="1"/>
        </dgm:presLayoutVars>
      </dgm:prSet>
      <dgm:spPr/>
    </dgm:pt>
  </dgm:ptLst>
  <dgm:cxnLst>
    <dgm:cxn modelId="{658C2E02-8FA8-4F0B-B8F4-B0E1D2AFDC64}" type="presOf" srcId="{45CB8A21-8049-44B6-A912-B76E26D0B731}" destId="{4A0322C6-A1D5-48B0-A413-CCB919CA4CED}" srcOrd="0" destOrd="0" presId="urn:microsoft.com/office/officeart/2005/8/layout/venn1"/>
    <dgm:cxn modelId="{D4C69226-3A1F-4E8C-8B00-E029EABD9991}" srcId="{B86A8D19-4CA1-4BE9-A459-A118A29EAEDD}" destId="{45CB8A21-8049-44B6-A912-B76E26D0B731}" srcOrd="2" destOrd="0" parTransId="{17805FBA-6BA3-4366-B9E8-AF3ED9E82C87}" sibTransId="{3B9EAA73-08F0-4ED4-9EB6-CD0073E9FBFE}"/>
    <dgm:cxn modelId="{8920D329-64DA-412F-BEFE-1502300F5FDC}" type="presOf" srcId="{B86A8D19-4CA1-4BE9-A459-A118A29EAEDD}" destId="{A723D6C4-DE88-4FBE-8467-09AE419284FA}" srcOrd="0" destOrd="0" presId="urn:microsoft.com/office/officeart/2005/8/layout/venn1"/>
    <dgm:cxn modelId="{3799872C-ED04-49B6-9459-681016A796ED}" type="presOf" srcId="{A29E9535-D38A-467D-B06E-8611A2CCC48F}" destId="{CC709A1A-2C4F-4609-82B7-915CAB0C9D1D}" srcOrd="1" destOrd="0" presId="urn:microsoft.com/office/officeart/2005/8/layout/venn1"/>
    <dgm:cxn modelId="{4B36FB2D-28B7-4613-95BF-AA19F51CB080}" srcId="{B86A8D19-4CA1-4BE9-A459-A118A29EAEDD}" destId="{92FAADAB-F689-41EC-9DC3-37F1FFD3798F}" srcOrd="1" destOrd="0" parTransId="{F5D89D10-6D78-47CF-AD65-831E69455C83}" sibTransId="{4E84209F-091A-4A20-B901-BD982C678E46}"/>
    <dgm:cxn modelId="{B770DA64-078D-490E-B40F-361D4BC24C9B}" type="presOf" srcId="{A29E9535-D38A-467D-B06E-8611A2CCC48F}" destId="{9AD966D0-7E20-457D-BFB7-7E4DE7E3B9AA}" srcOrd="0" destOrd="0" presId="urn:microsoft.com/office/officeart/2005/8/layout/venn1"/>
    <dgm:cxn modelId="{B9041854-FF8E-499E-9F06-B7BC4E278202}" type="presOf" srcId="{45CB8A21-8049-44B6-A912-B76E26D0B731}" destId="{B7F23016-EBEB-4871-8461-D4C8341FC5DE}" srcOrd="1" destOrd="0" presId="urn:microsoft.com/office/officeart/2005/8/layout/venn1"/>
    <dgm:cxn modelId="{33B0B374-E162-4C81-B070-17349ED5427E}" type="presOf" srcId="{92FAADAB-F689-41EC-9DC3-37F1FFD3798F}" destId="{5610547F-343F-45C0-8E16-B71780A12BB6}" srcOrd="0" destOrd="0" presId="urn:microsoft.com/office/officeart/2005/8/layout/venn1"/>
    <dgm:cxn modelId="{31818FA9-FBEE-41E7-9123-7C91EDB1CDDE}" srcId="{B86A8D19-4CA1-4BE9-A459-A118A29EAEDD}" destId="{A29E9535-D38A-467D-B06E-8611A2CCC48F}" srcOrd="0" destOrd="0" parTransId="{787FE81E-DBE5-418B-892B-9B2EB6B75E11}" sibTransId="{28721936-A286-4A89-AE7F-8AA0738964E7}"/>
    <dgm:cxn modelId="{801CBFB8-639F-4431-849C-B459767A60E0}" type="presOf" srcId="{92FAADAB-F689-41EC-9DC3-37F1FFD3798F}" destId="{04BAC7BD-2717-43B3-9938-FEA28FA79F0D}" srcOrd="1" destOrd="0" presId="urn:microsoft.com/office/officeart/2005/8/layout/venn1"/>
    <dgm:cxn modelId="{8C8CFE69-C1D8-4A32-B907-52DDC35DAF30}" type="presParOf" srcId="{A723D6C4-DE88-4FBE-8467-09AE419284FA}" destId="{9AD966D0-7E20-457D-BFB7-7E4DE7E3B9AA}" srcOrd="0" destOrd="0" presId="urn:microsoft.com/office/officeart/2005/8/layout/venn1"/>
    <dgm:cxn modelId="{AAACA095-3AE1-4A75-AC76-ABE9C9916C47}" type="presParOf" srcId="{A723D6C4-DE88-4FBE-8467-09AE419284FA}" destId="{CC709A1A-2C4F-4609-82B7-915CAB0C9D1D}" srcOrd="1" destOrd="0" presId="urn:microsoft.com/office/officeart/2005/8/layout/venn1"/>
    <dgm:cxn modelId="{9626DA14-3712-4FDE-8315-4961BA91C37C}" type="presParOf" srcId="{A723D6C4-DE88-4FBE-8467-09AE419284FA}" destId="{5610547F-343F-45C0-8E16-B71780A12BB6}" srcOrd="2" destOrd="0" presId="urn:microsoft.com/office/officeart/2005/8/layout/venn1"/>
    <dgm:cxn modelId="{DD0CD352-85B4-4532-8B01-0BA5131796B0}" type="presParOf" srcId="{A723D6C4-DE88-4FBE-8467-09AE419284FA}" destId="{04BAC7BD-2717-43B3-9938-FEA28FA79F0D}" srcOrd="3" destOrd="0" presId="urn:microsoft.com/office/officeart/2005/8/layout/venn1"/>
    <dgm:cxn modelId="{5FFB6891-DE28-4EE9-B3F9-EAB6F064376D}" type="presParOf" srcId="{A723D6C4-DE88-4FBE-8467-09AE419284FA}" destId="{4A0322C6-A1D5-48B0-A413-CCB919CA4CED}" srcOrd="4" destOrd="0" presId="urn:microsoft.com/office/officeart/2005/8/layout/venn1"/>
    <dgm:cxn modelId="{261A3838-FCF0-48FB-923C-3EC652D76F95}" type="presParOf" srcId="{A723D6C4-DE88-4FBE-8467-09AE419284FA}" destId="{B7F23016-EBEB-4871-8461-D4C8341FC5DE}" srcOrd="5"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CA0EEC-1F25-40BE-9920-492034ACFCFA}">
      <dsp:nvSpPr>
        <dsp:cNvPr id="0" name=""/>
        <dsp:cNvSpPr/>
      </dsp:nvSpPr>
      <dsp:spPr>
        <a:xfrm>
          <a:off x="2683817" y="2251"/>
          <a:ext cx="1772940" cy="115241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highlight>
                <a:srgbClr val="FF0000"/>
              </a:highlight>
              <a:latin typeface="Arial" panose="020B0604020202020204" pitchFamily="34" charset="0"/>
              <a:cs typeface="Arial" panose="020B0604020202020204" pitchFamily="34" charset="0"/>
            </a:rPr>
            <a:t>理论</a:t>
          </a:r>
          <a:endParaRPr lang="en-US" altLang="zh-CN" sz="2300" b="1" kern="1200" dirty="0">
            <a:highlight>
              <a:srgbClr val="FF0000"/>
            </a:highlight>
            <a:latin typeface="Arial" panose="020B0604020202020204" pitchFamily="34" charset="0"/>
            <a:cs typeface="Arial" panose="020B0604020202020204" pitchFamily="34" charset="0"/>
          </a:endParaRPr>
        </a:p>
        <a:p>
          <a:pPr marL="0" lvl="0" indent="0" algn="ctr" defTabSz="1022350">
            <a:lnSpc>
              <a:spcPct val="90000"/>
            </a:lnSpc>
            <a:spcBef>
              <a:spcPct val="0"/>
            </a:spcBef>
            <a:spcAft>
              <a:spcPct val="35000"/>
            </a:spcAft>
            <a:buNone/>
          </a:pPr>
          <a:r>
            <a:rPr lang="zh-CN" altLang="en-US" sz="2300" b="1" kern="1200" dirty="0">
              <a:latin typeface="Arial" panose="020B0604020202020204" pitchFamily="34" charset="0"/>
              <a:cs typeface="Arial" panose="020B0604020202020204" pitchFamily="34" charset="0"/>
            </a:rPr>
            <a:t>贡献</a:t>
          </a:r>
          <a:endParaRPr lang="en-SG" sz="2300" kern="1200" dirty="0"/>
        </a:p>
      </dsp:txBody>
      <dsp:txXfrm>
        <a:off x="2740073" y="58507"/>
        <a:ext cx="1660428" cy="1039899"/>
      </dsp:txXfrm>
    </dsp:sp>
    <dsp:sp modelId="{C5D5755E-9779-4CBA-8A13-142239BBA484}">
      <dsp:nvSpPr>
        <dsp:cNvPr id="0" name=""/>
        <dsp:cNvSpPr/>
      </dsp:nvSpPr>
      <dsp:spPr>
        <a:xfrm>
          <a:off x="2034237" y="578457"/>
          <a:ext cx="3072099" cy="3072099"/>
        </a:xfrm>
        <a:custGeom>
          <a:avLst/>
          <a:gdLst/>
          <a:ahLst/>
          <a:cxnLst/>
          <a:rect l="0" t="0" r="0" b="0"/>
          <a:pathLst>
            <a:path>
              <a:moveTo>
                <a:pt x="2435380" y="290797"/>
              </a:moveTo>
              <a:arcTo wR="1536049" hR="1536049" stAng="18350227" swAng="3644823"/>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7B066A37-236A-4AE3-8049-62DE5C197A12}">
      <dsp:nvSpPr>
        <dsp:cNvPr id="0" name=""/>
        <dsp:cNvSpPr/>
      </dsp:nvSpPr>
      <dsp:spPr>
        <a:xfrm>
          <a:off x="4014075" y="2306326"/>
          <a:ext cx="1772940" cy="115241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highlight>
                <a:srgbClr val="FF0000"/>
              </a:highlight>
              <a:latin typeface="Arial" panose="020B0604020202020204" pitchFamily="34" charset="0"/>
              <a:cs typeface="Arial" panose="020B0604020202020204" pitchFamily="34" charset="0"/>
            </a:rPr>
            <a:t>方法</a:t>
          </a:r>
          <a:endParaRPr lang="en-US" altLang="zh-CN" sz="2300" b="1" kern="1200" dirty="0">
            <a:highlight>
              <a:srgbClr val="FF0000"/>
            </a:highlight>
            <a:latin typeface="Arial" panose="020B0604020202020204" pitchFamily="34" charset="0"/>
            <a:cs typeface="Arial" panose="020B0604020202020204" pitchFamily="34" charset="0"/>
          </a:endParaRPr>
        </a:p>
        <a:p>
          <a:pPr marL="0" lvl="0" indent="0" algn="ctr" defTabSz="1022350">
            <a:lnSpc>
              <a:spcPct val="90000"/>
            </a:lnSpc>
            <a:spcBef>
              <a:spcPct val="0"/>
            </a:spcBef>
            <a:spcAft>
              <a:spcPct val="35000"/>
            </a:spcAft>
            <a:buNone/>
          </a:pPr>
          <a:r>
            <a:rPr lang="zh-CN" altLang="en-US" sz="2300" b="1" kern="1200" dirty="0">
              <a:latin typeface="Arial" panose="020B0604020202020204" pitchFamily="34" charset="0"/>
              <a:cs typeface="Arial" panose="020B0604020202020204" pitchFamily="34" charset="0"/>
            </a:rPr>
            <a:t>严谨性</a:t>
          </a:r>
          <a:endParaRPr lang="en-SG" sz="2300" kern="1200" dirty="0"/>
        </a:p>
      </dsp:txBody>
      <dsp:txXfrm>
        <a:off x="4070331" y="2362582"/>
        <a:ext cx="1660428" cy="1039899"/>
      </dsp:txXfrm>
    </dsp:sp>
    <dsp:sp modelId="{0B5EC75C-7F70-44AB-8219-5679A47A11D9}">
      <dsp:nvSpPr>
        <dsp:cNvPr id="0" name=""/>
        <dsp:cNvSpPr/>
      </dsp:nvSpPr>
      <dsp:spPr>
        <a:xfrm>
          <a:off x="2034237" y="578457"/>
          <a:ext cx="3072099" cy="3072099"/>
        </a:xfrm>
        <a:custGeom>
          <a:avLst/>
          <a:gdLst/>
          <a:ahLst/>
          <a:cxnLst/>
          <a:rect l="0" t="0" r="0" b="0"/>
          <a:pathLst>
            <a:path>
              <a:moveTo>
                <a:pt x="2266304" y="2887411"/>
              </a:moveTo>
              <a:arcTo wR="1536049" hR="1536049" stAng="3696834" swAng="3406332"/>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336723E7-D9BA-4185-982D-75CA000D1995}">
      <dsp:nvSpPr>
        <dsp:cNvPr id="0" name=""/>
        <dsp:cNvSpPr/>
      </dsp:nvSpPr>
      <dsp:spPr>
        <a:xfrm>
          <a:off x="1353558" y="2306326"/>
          <a:ext cx="1772940" cy="115241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zh-CN" altLang="en-US" sz="2300" b="1" kern="1200" dirty="0">
              <a:highlight>
                <a:srgbClr val="FF0000"/>
              </a:highlight>
              <a:latin typeface="Arial" panose="020B0604020202020204" pitchFamily="34" charset="0"/>
              <a:cs typeface="Arial" panose="020B0604020202020204" pitchFamily="34" charset="0"/>
            </a:rPr>
            <a:t>实践</a:t>
          </a:r>
          <a:endParaRPr lang="en-US" altLang="zh-CN" sz="2300" b="1" kern="1200" dirty="0">
            <a:highlight>
              <a:srgbClr val="FF0000"/>
            </a:highlight>
            <a:latin typeface="Arial" panose="020B0604020202020204" pitchFamily="34" charset="0"/>
            <a:cs typeface="Arial" panose="020B0604020202020204" pitchFamily="34" charset="0"/>
          </a:endParaRPr>
        </a:p>
        <a:p>
          <a:pPr marL="0" lvl="0" indent="0" algn="ctr" defTabSz="1022350">
            <a:lnSpc>
              <a:spcPct val="90000"/>
            </a:lnSpc>
            <a:spcBef>
              <a:spcPct val="0"/>
            </a:spcBef>
            <a:spcAft>
              <a:spcPct val="35000"/>
            </a:spcAft>
            <a:buNone/>
          </a:pPr>
          <a:r>
            <a:rPr lang="zh-CN" altLang="en-US" sz="2300" b="1" kern="1200" dirty="0">
              <a:latin typeface="Arial" panose="020B0604020202020204" pitchFamily="34" charset="0"/>
              <a:cs typeface="Arial" panose="020B0604020202020204" pitchFamily="34" charset="0"/>
            </a:rPr>
            <a:t>相关性</a:t>
          </a:r>
          <a:endParaRPr lang="en-SG" sz="2300" kern="1200" dirty="0"/>
        </a:p>
      </dsp:txBody>
      <dsp:txXfrm>
        <a:off x="1409814" y="2362582"/>
        <a:ext cx="1660428" cy="1039899"/>
      </dsp:txXfrm>
    </dsp:sp>
    <dsp:sp modelId="{474B46DF-5B2B-49AE-BEB8-5296C6292241}">
      <dsp:nvSpPr>
        <dsp:cNvPr id="0" name=""/>
        <dsp:cNvSpPr/>
      </dsp:nvSpPr>
      <dsp:spPr>
        <a:xfrm>
          <a:off x="2034237" y="578457"/>
          <a:ext cx="3072099" cy="3072099"/>
        </a:xfrm>
        <a:custGeom>
          <a:avLst/>
          <a:gdLst/>
          <a:ahLst/>
          <a:cxnLst/>
          <a:rect l="0" t="0" r="0" b="0"/>
          <a:pathLst>
            <a:path>
              <a:moveTo>
                <a:pt x="10131" y="1712177"/>
              </a:moveTo>
              <a:arcTo wR="1536049" hR="1536049" stAng="10404950" swAng="3644823"/>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AACB4D-203F-4DC6-BEA1-4425AFD9FB50}">
      <dsp:nvSpPr>
        <dsp:cNvPr id="0" name=""/>
        <dsp:cNvSpPr/>
      </dsp:nvSpPr>
      <dsp:spPr>
        <a:xfrm>
          <a:off x="3185481" y="1387"/>
          <a:ext cx="1538874" cy="76943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4295" tIns="49530" rIns="74295" bIns="49530" numCol="1" spcCol="1270" anchor="ctr" anchorCtr="0">
          <a:noAutofit/>
        </a:bodyPr>
        <a:lstStyle/>
        <a:p>
          <a:pPr marL="0" lvl="0" indent="0" algn="ctr" defTabSz="1733550">
            <a:lnSpc>
              <a:spcPct val="90000"/>
            </a:lnSpc>
            <a:spcBef>
              <a:spcPct val="0"/>
            </a:spcBef>
            <a:spcAft>
              <a:spcPct val="35000"/>
            </a:spcAft>
            <a:buNone/>
          </a:pPr>
          <a:r>
            <a:rPr lang="zh-CN" altLang="en-US" sz="3900" kern="1200" dirty="0">
              <a:solidFill>
                <a:prstClr val="white"/>
              </a:solidFill>
              <a:latin typeface="等线" panose="020F0502020204030204"/>
              <a:ea typeface="等线" panose="02010600030101010101" pitchFamily="2" charset="-122"/>
              <a:cs typeface="+mn-cs"/>
            </a:rPr>
            <a:t>研究</a:t>
          </a:r>
        </a:p>
      </dsp:txBody>
      <dsp:txXfrm>
        <a:off x="3208017" y="23923"/>
        <a:ext cx="1493802" cy="724365"/>
      </dsp:txXfrm>
    </dsp:sp>
    <dsp:sp modelId="{2C8545C6-91AC-4E61-AA2B-DCB2B20F7294}">
      <dsp:nvSpPr>
        <dsp:cNvPr id="0" name=""/>
        <dsp:cNvSpPr/>
      </dsp:nvSpPr>
      <dsp:spPr>
        <a:xfrm>
          <a:off x="3339368" y="770824"/>
          <a:ext cx="153887" cy="577077"/>
        </a:xfrm>
        <a:custGeom>
          <a:avLst/>
          <a:gdLst/>
          <a:ahLst/>
          <a:cxnLst/>
          <a:rect l="0" t="0" r="0" b="0"/>
          <a:pathLst>
            <a:path>
              <a:moveTo>
                <a:pt x="0" y="0"/>
              </a:moveTo>
              <a:lnTo>
                <a:pt x="0" y="577077"/>
              </a:lnTo>
              <a:lnTo>
                <a:pt x="153887" y="57707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2FD1C54-1459-4638-ABF0-04DFB7D9BDEB}">
      <dsp:nvSpPr>
        <dsp:cNvPr id="0" name=""/>
        <dsp:cNvSpPr/>
      </dsp:nvSpPr>
      <dsp:spPr>
        <a:xfrm>
          <a:off x="3493256" y="963183"/>
          <a:ext cx="1231099" cy="76943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一般性</a:t>
          </a:r>
          <a:endParaRPr lang="en-US" altLang="zh-CN" sz="1800" kern="1200" dirty="0"/>
        </a:p>
        <a:p>
          <a:pPr marL="0" lvl="0" indent="0" algn="ctr" defTabSz="800100">
            <a:lnSpc>
              <a:spcPct val="90000"/>
            </a:lnSpc>
            <a:spcBef>
              <a:spcPct val="0"/>
            </a:spcBef>
            <a:spcAft>
              <a:spcPct val="35000"/>
            </a:spcAft>
            <a:buNone/>
          </a:pPr>
          <a:r>
            <a:rPr lang="zh-CN" altLang="en-US" sz="1800" kern="1200" dirty="0"/>
            <a:t>问题</a:t>
          </a:r>
        </a:p>
      </dsp:txBody>
      <dsp:txXfrm>
        <a:off x="3515792" y="985719"/>
        <a:ext cx="1186027" cy="724365"/>
      </dsp:txXfrm>
    </dsp:sp>
    <dsp:sp modelId="{D462F678-3A7F-4B49-9329-0B0D9BB451BD}">
      <dsp:nvSpPr>
        <dsp:cNvPr id="0" name=""/>
        <dsp:cNvSpPr/>
      </dsp:nvSpPr>
      <dsp:spPr>
        <a:xfrm>
          <a:off x="3339368" y="770824"/>
          <a:ext cx="153887" cy="1538874"/>
        </a:xfrm>
        <a:custGeom>
          <a:avLst/>
          <a:gdLst/>
          <a:ahLst/>
          <a:cxnLst/>
          <a:rect l="0" t="0" r="0" b="0"/>
          <a:pathLst>
            <a:path>
              <a:moveTo>
                <a:pt x="0" y="0"/>
              </a:moveTo>
              <a:lnTo>
                <a:pt x="0" y="1538874"/>
              </a:lnTo>
              <a:lnTo>
                <a:pt x="153887" y="153887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2245204-C0AA-4595-8ED4-801C0CEE0AB8}">
      <dsp:nvSpPr>
        <dsp:cNvPr id="0" name=""/>
        <dsp:cNvSpPr/>
      </dsp:nvSpPr>
      <dsp:spPr>
        <a:xfrm>
          <a:off x="3493256" y="1924979"/>
          <a:ext cx="1231099" cy="76943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理论贡献</a:t>
          </a:r>
        </a:p>
      </dsp:txBody>
      <dsp:txXfrm>
        <a:off x="3515792" y="1947515"/>
        <a:ext cx="1186027" cy="724365"/>
      </dsp:txXfrm>
    </dsp:sp>
    <dsp:sp modelId="{BD700C23-063C-4F5A-84E6-CEBE58D57B93}">
      <dsp:nvSpPr>
        <dsp:cNvPr id="0" name=""/>
        <dsp:cNvSpPr/>
      </dsp:nvSpPr>
      <dsp:spPr>
        <a:xfrm>
          <a:off x="3339368" y="770824"/>
          <a:ext cx="153887" cy="2500670"/>
        </a:xfrm>
        <a:custGeom>
          <a:avLst/>
          <a:gdLst/>
          <a:ahLst/>
          <a:cxnLst/>
          <a:rect l="0" t="0" r="0" b="0"/>
          <a:pathLst>
            <a:path>
              <a:moveTo>
                <a:pt x="0" y="0"/>
              </a:moveTo>
              <a:lnTo>
                <a:pt x="0" y="2500670"/>
              </a:lnTo>
              <a:lnTo>
                <a:pt x="153887" y="250067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2E94F0B-FE6C-4286-B518-F056E37C3CEB}">
      <dsp:nvSpPr>
        <dsp:cNvPr id="0" name=""/>
        <dsp:cNvSpPr/>
      </dsp:nvSpPr>
      <dsp:spPr>
        <a:xfrm>
          <a:off x="3493256" y="2886775"/>
          <a:ext cx="1231099" cy="76943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依赖理论</a:t>
          </a:r>
          <a:endParaRPr lang="en-US" altLang="zh-CN" sz="1800" kern="1200" dirty="0"/>
        </a:p>
        <a:p>
          <a:pPr marL="0" lvl="0" indent="0" algn="ctr" defTabSz="800100">
            <a:lnSpc>
              <a:spcPct val="90000"/>
            </a:lnSpc>
            <a:spcBef>
              <a:spcPct val="0"/>
            </a:spcBef>
            <a:spcAft>
              <a:spcPct val="35000"/>
            </a:spcAft>
            <a:buNone/>
          </a:pPr>
          <a:r>
            <a:rPr lang="zh-CN" altLang="en-US" sz="1800" kern="1200" dirty="0"/>
            <a:t>基础</a:t>
          </a:r>
        </a:p>
      </dsp:txBody>
      <dsp:txXfrm>
        <a:off x="3515792" y="2909311"/>
        <a:ext cx="1186027" cy="724365"/>
      </dsp:txXfrm>
    </dsp:sp>
    <dsp:sp modelId="{547CBA5B-2BCC-4070-B659-01FF4BE1EC09}">
      <dsp:nvSpPr>
        <dsp:cNvPr id="0" name=""/>
        <dsp:cNvSpPr/>
      </dsp:nvSpPr>
      <dsp:spPr>
        <a:xfrm>
          <a:off x="5109073" y="1387"/>
          <a:ext cx="1538874" cy="76943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4295" tIns="49530" rIns="74295" bIns="49530" numCol="1" spcCol="1270" anchor="ctr" anchorCtr="0">
          <a:noAutofit/>
        </a:bodyPr>
        <a:lstStyle/>
        <a:p>
          <a:pPr marL="0" lvl="0" indent="0" algn="ctr" defTabSz="1733550">
            <a:lnSpc>
              <a:spcPct val="90000"/>
            </a:lnSpc>
            <a:spcBef>
              <a:spcPct val="0"/>
            </a:spcBef>
            <a:spcAft>
              <a:spcPct val="35000"/>
            </a:spcAft>
            <a:buNone/>
          </a:pPr>
          <a:r>
            <a:rPr lang="zh-CN" altLang="en-US" sz="3900" kern="1200" dirty="0"/>
            <a:t>实践</a:t>
          </a:r>
        </a:p>
      </dsp:txBody>
      <dsp:txXfrm>
        <a:off x="5131609" y="23923"/>
        <a:ext cx="1493802" cy="724365"/>
      </dsp:txXfrm>
    </dsp:sp>
    <dsp:sp modelId="{B956933E-CCF5-44D4-B551-F91DA2942AD8}">
      <dsp:nvSpPr>
        <dsp:cNvPr id="0" name=""/>
        <dsp:cNvSpPr/>
      </dsp:nvSpPr>
      <dsp:spPr>
        <a:xfrm>
          <a:off x="5262961" y="770824"/>
          <a:ext cx="153887" cy="577077"/>
        </a:xfrm>
        <a:custGeom>
          <a:avLst/>
          <a:gdLst/>
          <a:ahLst/>
          <a:cxnLst/>
          <a:rect l="0" t="0" r="0" b="0"/>
          <a:pathLst>
            <a:path>
              <a:moveTo>
                <a:pt x="0" y="0"/>
              </a:moveTo>
              <a:lnTo>
                <a:pt x="0" y="577077"/>
              </a:lnTo>
              <a:lnTo>
                <a:pt x="153887" y="57707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58F807F-C9B6-444C-899F-462DF217B325}">
      <dsp:nvSpPr>
        <dsp:cNvPr id="0" name=""/>
        <dsp:cNvSpPr/>
      </dsp:nvSpPr>
      <dsp:spPr>
        <a:xfrm>
          <a:off x="5416848" y="963183"/>
          <a:ext cx="1231099" cy="76943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具体问题</a:t>
          </a:r>
        </a:p>
      </dsp:txBody>
      <dsp:txXfrm>
        <a:off x="5439384" y="985719"/>
        <a:ext cx="1186027" cy="724365"/>
      </dsp:txXfrm>
    </dsp:sp>
    <dsp:sp modelId="{3185AEE9-2B07-4220-9DC4-1CA5D77DBD44}">
      <dsp:nvSpPr>
        <dsp:cNvPr id="0" name=""/>
        <dsp:cNvSpPr/>
      </dsp:nvSpPr>
      <dsp:spPr>
        <a:xfrm>
          <a:off x="5262961" y="770824"/>
          <a:ext cx="153887" cy="1538874"/>
        </a:xfrm>
        <a:custGeom>
          <a:avLst/>
          <a:gdLst/>
          <a:ahLst/>
          <a:cxnLst/>
          <a:rect l="0" t="0" r="0" b="0"/>
          <a:pathLst>
            <a:path>
              <a:moveTo>
                <a:pt x="0" y="0"/>
              </a:moveTo>
              <a:lnTo>
                <a:pt x="0" y="1538874"/>
              </a:lnTo>
              <a:lnTo>
                <a:pt x="153887" y="153887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D3856A-D8EB-4CD7-8AC7-EF41433B0EC7}">
      <dsp:nvSpPr>
        <dsp:cNvPr id="0" name=""/>
        <dsp:cNvSpPr/>
      </dsp:nvSpPr>
      <dsp:spPr>
        <a:xfrm>
          <a:off x="5416848" y="1924979"/>
          <a:ext cx="1231099" cy="76943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无理论贡献要求</a:t>
          </a:r>
        </a:p>
      </dsp:txBody>
      <dsp:txXfrm>
        <a:off x="5439384" y="1947515"/>
        <a:ext cx="1186027" cy="724365"/>
      </dsp:txXfrm>
    </dsp:sp>
    <dsp:sp modelId="{91DEBAD8-B37E-4E9F-97AD-BD792FC8D0DF}">
      <dsp:nvSpPr>
        <dsp:cNvPr id="0" name=""/>
        <dsp:cNvSpPr/>
      </dsp:nvSpPr>
      <dsp:spPr>
        <a:xfrm>
          <a:off x="5262961" y="770824"/>
          <a:ext cx="153887" cy="2500670"/>
        </a:xfrm>
        <a:custGeom>
          <a:avLst/>
          <a:gdLst/>
          <a:ahLst/>
          <a:cxnLst/>
          <a:rect l="0" t="0" r="0" b="0"/>
          <a:pathLst>
            <a:path>
              <a:moveTo>
                <a:pt x="0" y="0"/>
              </a:moveTo>
              <a:lnTo>
                <a:pt x="0" y="2500670"/>
              </a:lnTo>
              <a:lnTo>
                <a:pt x="153887" y="250067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6C40149-F4FD-4D90-AA9D-C59D430E1BD7}">
      <dsp:nvSpPr>
        <dsp:cNvPr id="0" name=""/>
        <dsp:cNvSpPr/>
      </dsp:nvSpPr>
      <dsp:spPr>
        <a:xfrm>
          <a:off x="5416848" y="2886775"/>
          <a:ext cx="1231099" cy="76943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无理论</a:t>
          </a:r>
          <a:endParaRPr lang="en-US" altLang="zh-CN" sz="1800" kern="1200" dirty="0"/>
        </a:p>
        <a:p>
          <a:pPr marL="0" lvl="0" indent="0" algn="ctr" defTabSz="800100">
            <a:lnSpc>
              <a:spcPct val="90000"/>
            </a:lnSpc>
            <a:spcBef>
              <a:spcPct val="0"/>
            </a:spcBef>
            <a:spcAft>
              <a:spcPct val="35000"/>
            </a:spcAft>
            <a:buNone/>
          </a:pPr>
          <a:r>
            <a:rPr lang="zh-CN" altLang="en-US" sz="1800" kern="1200" dirty="0"/>
            <a:t>基础要求</a:t>
          </a:r>
        </a:p>
      </dsp:txBody>
      <dsp:txXfrm>
        <a:off x="5439384" y="2909311"/>
        <a:ext cx="1186027" cy="72436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FD1D40-7C52-4994-9B39-014EF0D92217}">
      <dsp:nvSpPr>
        <dsp:cNvPr id="0" name=""/>
        <dsp:cNvSpPr/>
      </dsp:nvSpPr>
      <dsp:spPr>
        <a:xfrm>
          <a:off x="1798884" y="0"/>
          <a:ext cx="719553" cy="608745"/>
        </a:xfrm>
        <a:prstGeom prst="trapezoid">
          <a:avLst>
            <a:gd name="adj" fmla="val 59101"/>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创造</a:t>
          </a:r>
        </a:p>
      </dsp:txBody>
      <dsp:txXfrm>
        <a:off x="1798884" y="0"/>
        <a:ext cx="719553" cy="608745"/>
      </dsp:txXfrm>
    </dsp:sp>
    <dsp:sp modelId="{2E2D32A7-A3C1-446A-8BD3-E57EA3BB7A1B}">
      <dsp:nvSpPr>
        <dsp:cNvPr id="0" name=""/>
        <dsp:cNvSpPr/>
      </dsp:nvSpPr>
      <dsp:spPr>
        <a:xfrm>
          <a:off x="1439107" y="608745"/>
          <a:ext cx="1439107" cy="608745"/>
        </a:xfrm>
        <a:prstGeom prst="trapezoid">
          <a:avLst>
            <a:gd name="adj" fmla="val 59101"/>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评估</a:t>
          </a:r>
        </a:p>
      </dsp:txBody>
      <dsp:txXfrm>
        <a:off x="1690951" y="608745"/>
        <a:ext cx="935419" cy="608745"/>
      </dsp:txXfrm>
    </dsp:sp>
    <dsp:sp modelId="{1864205F-3FD8-4BEB-B749-961DF716C23D}">
      <dsp:nvSpPr>
        <dsp:cNvPr id="0" name=""/>
        <dsp:cNvSpPr/>
      </dsp:nvSpPr>
      <dsp:spPr>
        <a:xfrm>
          <a:off x="1079330" y="1217491"/>
          <a:ext cx="2158661" cy="608745"/>
        </a:xfrm>
        <a:prstGeom prst="trapezoid">
          <a:avLst>
            <a:gd name="adj" fmla="val 59101"/>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分析</a:t>
          </a:r>
        </a:p>
      </dsp:txBody>
      <dsp:txXfrm>
        <a:off x="1457096" y="1217491"/>
        <a:ext cx="1403129" cy="608745"/>
      </dsp:txXfrm>
    </dsp:sp>
    <dsp:sp modelId="{B2E639C5-A74D-4199-943A-80193EC81D38}">
      <dsp:nvSpPr>
        <dsp:cNvPr id="0" name=""/>
        <dsp:cNvSpPr/>
      </dsp:nvSpPr>
      <dsp:spPr>
        <a:xfrm>
          <a:off x="719553" y="1826237"/>
          <a:ext cx="2878215" cy="608745"/>
        </a:xfrm>
        <a:prstGeom prst="trapezoid">
          <a:avLst>
            <a:gd name="adj" fmla="val 59101"/>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应用</a:t>
          </a:r>
        </a:p>
      </dsp:txBody>
      <dsp:txXfrm>
        <a:off x="1223241" y="1826237"/>
        <a:ext cx="1870839" cy="608745"/>
      </dsp:txXfrm>
    </dsp:sp>
    <dsp:sp modelId="{BD0218BA-3EFA-4788-BD83-BE2E865C9C27}">
      <dsp:nvSpPr>
        <dsp:cNvPr id="0" name=""/>
        <dsp:cNvSpPr/>
      </dsp:nvSpPr>
      <dsp:spPr>
        <a:xfrm>
          <a:off x="359776" y="2434982"/>
          <a:ext cx="3597769" cy="608745"/>
        </a:xfrm>
        <a:prstGeom prst="trapezoid">
          <a:avLst>
            <a:gd name="adj" fmla="val 59101"/>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zh-CN" altLang="en-US" sz="2800" kern="1200" dirty="0"/>
            <a:t>理解</a:t>
          </a:r>
        </a:p>
      </dsp:txBody>
      <dsp:txXfrm>
        <a:off x="989386" y="2434982"/>
        <a:ext cx="2338549" cy="608745"/>
      </dsp:txXfrm>
    </dsp:sp>
    <dsp:sp modelId="{EC0995C7-B287-44C0-A1E0-6C44EB4F5758}">
      <dsp:nvSpPr>
        <dsp:cNvPr id="0" name=""/>
        <dsp:cNvSpPr/>
      </dsp:nvSpPr>
      <dsp:spPr>
        <a:xfrm>
          <a:off x="0" y="3043728"/>
          <a:ext cx="4317323" cy="608745"/>
        </a:xfrm>
        <a:prstGeom prst="trapezoid">
          <a:avLst>
            <a:gd name="adj" fmla="val 59101"/>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记忆</a:t>
          </a:r>
        </a:p>
      </dsp:txBody>
      <dsp:txXfrm>
        <a:off x="755531" y="3043728"/>
        <a:ext cx="2806259" cy="60874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D966D0-7E20-457D-BFB7-7E4DE7E3B9AA}">
      <dsp:nvSpPr>
        <dsp:cNvPr id="0" name=""/>
        <dsp:cNvSpPr/>
      </dsp:nvSpPr>
      <dsp:spPr>
        <a:xfrm>
          <a:off x="1242259" y="23480"/>
          <a:ext cx="1127072" cy="1127072"/>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知识</a:t>
          </a:r>
        </a:p>
      </dsp:txBody>
      <dsp:txXfrm>
        <a:off x="1392536" y="220718"/>
        <a:ext cx="826519" cy="507182"/>
      </dsp:txXfrm>
    </dsp:sp>
    <dsp:sp modelId="{5610547F-343F-45C0-8E16-B71780A12BB6}">
      <dsp:nvSpPr>
        <dsp:cNvPr id="0" name=""/>
        <dsp:cNvSpPr/>
      </dsp:nvSpPr>
      <dsp:spPr>
        <a:xfrm>
          <a:off x="1648945" y="727900"/>
          <a:ext cx="1127072" cy="1127072"/>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素质</a:t>
          </a:r>
        </a:p>
      </dsp:txBody>
      <dsp:txXfrm>
        <a:off x="1993641" y="1019061"/>
        <a:ext cx="676243" cy="619889"/>
      </dsp:txXfrm>
    </dsp:sp>
    <dsp:sp modelId="{4A0322C6-A1D5-48B0-A413-CCB919CA4CED}">
      <dsp:nvSpPr>
        <dsp:cNvPr id="0" name=""/>
        <dsp:cNvSpPr/>
      </dsp:nvSpPr>
      <dsp:spPr>
        <a:xfrm>
          <a:off x="835574" y="727900"/>
          <a:ext cx="1127072" cy="1127072"/>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能力</a:t>
          </a:r>
        </a:p>
      </dsp:txBody>
      <dsp:txXfrm>
        <a:off x="941707" y="1019061"/>
        <a:ext cx="676243" cy="619889"/>
      </dsp:txXfrm>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45255C-18F3-4DDB-BBD7-6518A0AFC2C0}" type="datetimeFigureOut">
              <a:rPr lang="zh-CN" altLang="en-US" smtClean="0"/>
              <a:t>2025/2/28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A55024-9D59-46C3-A0DB-ED02D2144145}" type="slidenum">
              <a:rPr lang="zh-CN" altLang="en-US" smtClean="0"/>
              <a:t>‹#›</a:t>
            </a:fld>
            <a:endParaRPr lang="zh-CN" altLang="en-US"/>
          </a:p>
        </p:txBody>
      </p:sp>
    </p:spTree>
    <p:extLst>
      <p:ext uri="{BB962C8B-B14F-4D97-AF65-F5344CB8AC3E}">
        <p14:creationId xmlns:p14="http://schemas.microsoft.com/office/powerpoint/2010/main" val="3536544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p:txBody>
          <a:bodyPr/>
          <a:lstStyle/>
          <a:p>
            <a:pPr>
              <a:defRPr/>
            </a:pPr>
            <a:fld id="{1F068D5D-A95D-4390-BDC5-689C1291E58A}" type="slidenum">
              <a:rPr lang="en-US" altLang="zh-CN" smtClean="0"/>
              <a:pPr>
                <a:defRPr/>
              </a:pPr>
              <a:t>16</a:t>
            </a:fld>
            <a:endParaRPr lang="en-US" altLang="zh-CN"/>
          </a:p>
        </p:txBody>
      </p:sp>
      <p:sp>
        <p:nvSpPr>
          <p:cNvPr id="29698" name="Rectangle 2"/>
          <p:cNvSpPr>
            <a:spLocks noGrp="1" noRot="1" noChangeAspect="1" noChangeArrowheads="1" noTextEdit="1"/>
          </p:cNvSpPr>
          <p:nvPr>
            <p:ph type="sldImg"/>
          </p:nvPr>
        </p:nvSpPr>
        <p:spPr>
          <a:solidFill>
            <a:srgbClr val="FFFFFF"/>
          </a:solidFill>
        </p:spPr>
      </p:sp>
      <p:sp>
        <p:nvSpPr>
          <p:cNvPr id="29699" name="Rectangle 3"/>
          <p:cNvSpPr>
            <a:spLocks noGrp="1"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pPr marL="304800" indent="-304800" eaLnBrk="1" hangingPunct="1">
              <a:lnSpc>
                <a:spcPct val="80000"/>
              </a:lnSpc>
            </a:pPr>
            <a:endParaRPr lang="zh-CN" altLang="zh-CN" sz="800">
              <a:latin typeface="Arial" charset="0"/>
            </a:endParaRPr>
          </a:p>
        </p:txBody>
      </p:sp>
    </p:spTree>
    <p:extLst>
      <p:ext uri="{BB962C8B-B14F-4D97-AF65-F5344CB8AC3E}">
        <p14:creationId xmlns:p14="http://schemas.microsoft.com/office/powerpoint/2010/main" val="1245310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p:txBody>
          <a:bodyPr/>
          <a:lstStyle/>
          <a:p>
            <a:pPr>
              <a:defRPr/>
            </a:pPr>
            <a:fld id="{1F068D5D-A95D-4390-BDC5-689C1291E58A}" type="slidenum">
              <a:rPr lang="en-US" altLang="zh-CN" smtClean="0"/>
              <a:pPr>
                <a:defRPr/>
              </a:pPr>
              <a:t>17</a:t>
            </a:fld>
            <a:endParaRPr lang="en-US" altLang="zh-CN"/>
          </a:p>
        </p:txBody>
      </p:sp>
      <p:sp>
        <p:nvSpPr>
          <p:cNvPr id="29698" name="Rectangle 2"/>
          <p:cNvSpPr>
            <a:spLocks noGrp="1" noRot="1" noChangeAspect="1" noChangeArrowheads="1" noTextEdit="1"/>
          </p:cNvSpPr>
          <p:nvPr>
            <p:ph type="sldImg"/>
          </p:nvPr>
        </p:nvSpPr>
        <p:spPr>
          <a:solidFill>
            <a:srgbClr val="FFFFFF"/>
          </a:solidFill>
        </p:spPr>
      </p:sp>
      <p:sp>
        <p:nvSpPr>
          <p:cNvPr id="29699" name="Rectangle 3"/>
          <p:cNvSpPr>
            <a:spLocks noGrp="1"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pPr marL="304800" indent="-304800" eaLnBrk="1" hangingPunct="1">
              <a:lnSpc>
                <a:spcPct val="80000"/>
              </a:lnSpc>
            </a:pPr>
            <a:endParaRPr lang="zh-CN" altLang="zh-CN" sz="800">
              <a:latin typeface="Arial" charset="0"/>
            </a:endParaRPr>
          </a:p>
        </p:txBody>
      </p:sp>
    </p:spTree>
    <p:extLst>
      <p:ext uri="{BB962C8B-B14F-4D97-AF65-F5344CB8AC3E}">
        <p14:creationId xmlns:p14="http://schemas.microsoft.com/office/powerpoint/2010/main" val="37911840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29EC1A4-9F32-401B-8E81-470A7AD07005}" type="slidenum">
              <a:rPr lang="zh-CN" altLang="en-US" smtClean="0"/>
              <a:t>19</a:t>
            </a:fld>
            <a:endParaRPr lang="zh-CN" altLang="en-US"/>
          </a:p>
        </p:txBody>
      </p:sp>
    </p:spTree>
    <p:extLst>
      <p:ext uri="{BB962C8B-B14F-4D97-AF65-F5344CB8AC3E}">
        <p14:creationId xmlns:p14="http://schemas.microsoft.com/office/powerpoint/2010/main" val="26036050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29EC1A4-9F32-401B-8E81-470A7AD07005}" type="slidenum">
              <a:rPr lang="zh-CN" altLang="en-US" smtClean="0"/>
              <a:t>20</a:t>
            </a:fld>
            <a:endParaRPr lang="zh-CN" altLang="en-US"/>
          </a:p>
        </p:txBody>
      </p:sp>
    </p:spTree>
    <p:extLst>
      <p:ext uri="{BB962C8B-B14F-4D97-AF65-F5344CB8AC3E}">
        <p14:creationId xmlns:p14="http://schemas.microsoft.com/office/powerpoint/2010/main" val="1372940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D103FD-515C-42D9-AF72-56D52BA7B65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752415A-CA51-47E8-831A-9B7FA56563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7AC152F-EA3D-466D-8166-2512400AB678}"/>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9E9156A4-88C8-4661-8F3F-81808A5A95B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67E36A7-D454-414F-A7CB-CA9B6FB8FD83}"/>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4043668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066BBD-445B-4307-8404-3C9E55B3C9D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9D068DA-3777-43E3-B7F5-87BD9F7DDE84}"/>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7E6E70B-04E4-4787-93CA-4EEA57185260}"/>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0C0E928D-BC94-4F2D-B53A-3180E1102BA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7CAB707-2271-4F55-B227-95FA6DE280F9}"/>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584477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2B1197-E440-4AF4-BC8B-C4B1845650C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FFCB6E-07BC-4035-87FE-67B6D5AE33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FAB9FDF8-176C-413E-9AE9-D3DD22929885}"/>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8E1E3DBA-C1DC-4FDE-B897-D715B0ED941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95C9068-B7C5-4E02-8706-68F732E25223}"/>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211047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4DC88F-1F41-4ABA-B8AE-64E8758BF99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A1C596E-186D-4E06-BE39-819ECA4228F5}"/>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2DD0014C-9470-4359-8795-896B4457EDBE}"/>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4B32816E-1329-4A7C-83F4-D211A908AC0B}"/>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6" name="页脚占位符 5">
            <a:extLst>
              <a:ext uri="{FF2B5EF4-FFF2-40B4-BE49-F238E27FC236}">
                <a16:creationId xmlns:a16="http://schemas.microsoft.com/office/drawing/2014/main" id="{5E9A8283-12FB-42A2-B184-38207957625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24BA166-08CB-4F4C-A82A-6A54DDBC7043}"/>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495916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907D4A-718B-46FB-9811-CD73BEDD13D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40F18E6-DD1F-4427-9E70-B443C1EE81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34CA2D10-8BE2-484B-BA12-2FDE393856D2}"/>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7A1C370B-FEA8-40FC-982D-1CFA1C5B5C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A0B43256-EAAE-489B-89B2-EB0EBD29855C}"/>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EC2B2BF0-982E-4DCC-9CC1-5E73E8EA94A6}"/>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8" name="页脚占位符 7">
            <a:extLst>
              <a:ext uri="{FF2B5EF4-FFF2-40B4-BE49-F238E27FC236}">
                <a16:creationId xmlns:a16="http://schemas.microsoft.com/office/drawing/2014/main" id="{996C86D8-C38D-40EF-B7DC-513009258B8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F643910-70FD-48E3-BDE2-540CFB142A3B}"/>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503644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37AE02-50CD-4FB2-BD02-76F3E8B98D4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5F0A67C-4CAE-49DF-BA3A-4A627B6FE1F5}"/>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4" name="页脚占位符 3">
            <a:extLst>
              <a:ext uri="{FF2B5EF4-FFF2-40B4-BE49-F238E27FC236}">
                <a16:creationId xmlns:a16="http://schemas.microsoft.com/office/drawing/2014/main" id="{C2F947EE-D3CC-4D0F-9EC9-EAA0F192353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4704809-3C78-497A-82B1-CC426F67937A}"/>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3187168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9CF1B75-484E-4AFA-844B-6697E8473A93}"/>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3" name="页脚占位符 2">
            <a:extLst>
              <a:ext uri="{FF2B5EF4-FFF2-40B4-BE49-F238E27FC236}">
                <a16:creationId xmlns:a16="http://schemas.microsoft.com/office/drawing/2014/main" id="{61878834-27C0-417E-938E-4D9D4146DC3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07DEB67-743D-4873-85E6-5A9F3177ECED}"/>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2749142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FED83F-DB22-46D9-855F-6D5C57894A3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C601C7E-B5A2-476B-B1D7-7AEF7B33DF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5D5D8587-D98D-4514-B904-29CE95B859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E02B46D-9F74-4FD2-BC3B-AE943DF1086B}"/>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6" name="页脚占位符 5">
            <a:extLst>
              <a:ext uri="{FF2B5EF4-FFF2-40B4-BE49-F238E27FC236}">
                <a16:creationId xmlns:a16="http://schemas.microsoft.com/office/drawing/2014/main" id="{2793ACDA-2B9C-40FD-A239-C52FDD97663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2528C01-34A5-420B-A604-B4011101D956}"/>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678411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AEE2D2-414A-4935-81A3-07ECCFF5ECE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14B0647-724F-465D-AA4A-1AAA05CF3A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228AC01-7925-49DD-826D-336FE30552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1078FF29-AFCB-4793-AA26-1F2C84797BB2}"/>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6" name="页脚占位符 5">
            <a:extLst>
              <a:ext uri="{FF2B5EF4-FFF2-40B4-BE49-F238E27FC236}">
                <a16:creationId xmlns:a16="http://schemas.microsoft.com/office/drawing/2014/main" id="{EEC631CD-DD99-4AC5-8574-019DEED9519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CDD9507-DDDB-4831-9B20-1DE84C9C372F}"/>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758040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05657E-53E5-4008-9F21-BAFEA01D392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CBB134A-EF2A-4612-BC2E-DCF53021909D}"/>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E533070-3ECC-4FFD-AFFC-4BB616032A27}"/>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E1B0E874-F2CB-4755-8443-A856D521830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AF74974-6194-47AD-A321-333EF064BA8E}"/>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835978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C43C0A9-02E0-4757-93E3-A84929FDED5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227089F-D812-49A7-8AA6-82DB9C87A012}"/>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CBF6DC3-3372-4FFF-A693-8DC10F2FB2C1}"/>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F0297473-017C-4371-AE98-6F8ECB38A1E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A65BA15-09D9-4092-9CD2-72EE0EF73BA0}"/>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38544905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0_自定义版式">
    <p:spTree>
      <p:nvGrpSpPr>
        <p:cNvPr id="1" name=""/>
        <p:cNvGrpSpPr/>
        <p:nvPr/>
      </p:nvGrpSpPr>
      <p:grpSpPr>
        <a:xfrm>
          <a:off x="0" y="0"/>
          <a:ext cx="0" cy="0"/>
          <a:chOff x="0" y="0"/>
          <a:chExt cx="0" cy="0"/>
        </a:xfrm>
      </p:grpSpPr>
      <p:sp>
        <p:nvSpPr>
          <p:cNvPr id="10" name="任意多边形: 形状 9"/>
          <p:cNvSpPr/>
          <p:nvPr userDrawn="1"/>
        </p:nvSpPr>
        <p:spPr>
          <a:xfrm>
            <a:off x="0" y="6774180"/>
            <a:ext cx="12192000" cy="83820"/>
          </a:xfrm>
          <a:custGeom>
            <a:avLst/>
            <a:gdLst>
              <a:gd name="connsiteX0" fmla="*/ 0 w 12192000"/>
              <a:gd name="connsiteY0" fmla="*/ 0 h 133007"/>
              <a:gd name="connsiteX1" fmla="*/ 12058465 w 12192000"/>
              <a:gd name="connsiteY1" fmla="*/ 0 h 133007"/>
              <a:gd name="connsiteX2" fmla="*/ 12087604 w 12192000"/>
              <a:gd name="connsiteY2" fmla="*/ 67096 h 133007"/>
              <a:gd name="connsiteX3" fmla="*/ 12183872 w 12192000"/>
              <a:gd name="connsiteY3" fmla="*/ 129001 h 133007"/>
              <a:gd name="connsiteX4" fmla="*/ 12192000 w 12192000"/>
              <a:gd name="connsiteY4" fmla="*/ 127729 h 133007"/>
              <a:gd name="connsiteX5" fmla="*/ 12192000 w 12192000"/>
              <a:gd name="connsiteY5" fmla="*/ 133007 h 133007"/>
              <a:gd name="connsiteX6" fmla="*/ 0 w 12192000"/>
              <a:gd name="connsiteY6" fmla="*/ 133007 h 133007"/>
              <a:gd name="connsiteX0-1" fmla="*/ 0 w 12192000"/>
              <a:gd name="connsiteY0-2" fmla="*/ 0 h 133007"/>
              <a:gd name="connsiteX1-3" fmla="*/ 12058465 w 12192000"/>
              <a:gd name="connsiteY1-4" fmla="*/ 0 h 133007"/>
              <a:gd name="connsiteX2-5" fmla="*/ 12087604 w 12192000"/>
              <a:gd name="connsiteY2-6" fmla="*/ 67096 h 133007"/>
              <a:gd name="connsiteX3-7" fmla="*/ 12183872 w 12192000"/>
              <a:gd name="connsiteY3-8" fmla="*/ 129001 h 133007"/>
              <a:gd name="connsiteX4-9" fmla="*/ 12192000 w 12192000"/>
              <a:gd name="connsiteY4-10" fmla="*/ 127729 h 133007"/>
              <a:gd name="connsiteX5-11" fmla="*/ 11775440 w 12192000"/>
              <a:gd name="connsiteY5-12" fmla="*/ 126005 h 133007"/>
              <a:gd name="connsiteX6-13" fmla="*/ 0 w 12192000"/>
              <a:gd name="connsiteY6-14" fmla="*/ 133007 h 133007"/>
              <a:gd name="connsiteX7" fmla="*/ 0 w 12192000"/>
              <a:gd name="connsiteY7" fmla="*/ 0 h 13300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 y="connsiteY7"/>
              </a:cxn>
            </a:cxnLst>
            <a:rect l="l" t="t" r="r" b="b"/>
            <a:pathLst>
              <a:path w="12192000" h="133007">
                <a:moveTo>
                  <a:pt x="0" y="0"/>
                </a:moveTo>
                <a:lnTo>
                  <a:pt x="12058465" y="0"/>
                </a:lnTo>
                <a:lnTo>
                  <a:pt x="12087604" y="67096"/>
                </a:lnTo>
                <a:cubicBezTo>
                  <a:pt x="12112241" y="105344"/>
                  <a:pt x="12146277" y="129001"/>
                  <a:pt x="12183872" y="129001"/>
                </a:cubicBezTo>
                <a:lnTo>
                  <a:pt x="12192000" y="127729"/>
                </a:lnTo>
                <a:lnTo>
                  <a:pt x="11775440" y="126005"/>
                </a:lnTo>
                <a:lnTo>
                  <a:pt x="0" y="133007"/>
                </a:lnTo>
                <a:lnTo>
                  <a:pt x="0" y="0"/>
                </a:lnTo>
                <a:close/>
              </a:path>
            </a:pathLst>
          </a:cu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Autofit/>
          </a:bodyPr>
          <a:lstStyle/>
          <a:p>
            <a:pPr algn="ctr"/>
            <a:endParaRPr lang="zh-CN" altLang="en-US" sz="1200" dirty="0"/>
          </a:p>
        </p:txBody>
      </p:sp>
      <p:pic>
        <p:nvPicPr>
          <p:cNvPr id="3" name="图片 2"/>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12400" t="18187" r="19659" b="49773"/>
          <a:stretch>
            <a:fillRect/>
          </a:stretch>
        </p:blipFill>
        <p:spPr>
          <a:xfrm>
            <a:off x="301112" y="342433"/>
            <a:ext cx="1447301" cy="682507"/>
          </a:xfrm>
          <a:prstGeom prst="rect">
            <a:avLst/>
          </a:prstGeom>
        </p:spPr>
      </p:pic>
      <p:cxnSp>
        <p:nvCxnSpPr>
          <p:cNvPr id="5" name="直接连接符 4">
            <a:extLst>
              <a:ext uri="{FF2B5EF4-FFF2-40B4-BE49-F238E27FC236}">
                <a16:creationId xmlns:a16="http://schemas.microsoft.com/office/drawing/2014/main" id="{449968CE-9441-48AB-B411-308267690CDF}"/>
              </a:ext>
            </a:extLst>
          </p:cNvPr>
          <p:cNvCxnSpPr/>
          <p:nvPr userDrawn="1"/>
        </p:nvCxnSpPr>
        <p:spPr>
          <a:xfrm>
            <a:off x="1748413" y="1024934"/>
            <a:ext cx="9462064" cy="0"/>
          </a:xfrm>
          <a:prstGeom prst="line">
            <a:avLst/>
          </a:prstGeom>
          <a:ln w="28575">
            <a:solidFill>
              <a:srgbClr val="63065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8137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301E131-1FE4-4CF8-BDA2-A6829A759D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13B0D38-8EE9-4BBC-82CA-C5EFDBD045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4BC13A21-B67E-4186-B0F1-D945AA00FE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B9385BAA-8800-4379-B9C9-AA88427CE5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A22A6E2-4DAD-4670-955D-2A6C7F14FB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28486750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3.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3.emf"/></Relationships>
</file>

<file path=ppt/slides/_rels/slide24.xml.rels><?xml version="1.0" encoding="UTF-8" standalone="yes"?>
<Relationships xmlns="http://schemas.openxmlformats.org/package/2006/relationships"><Relationship Id="rId3" Type="http://schemas.openxmlformats.org/officeDocument/2006/relationships/package" Target="../embeddings/Microsoft_Visio_Drawing1.vsdx"/><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4.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package" Target="../embeddings/Microsoft_Visio_Drawing2.vsdx"/><Relationship Id="rId2" Type="http://schemas.openxmlformats.org/officeDocument/2006/relationships/slideLayout" Target="../slideLayouts/slideLayout12.xml"/><Relationship Id="rId1" Type="http://schemas.openxmlformats.org/officeDocument/2006/relationships/vmlDrawing" Target="../drawings/vmlDrawing3.vml"/><Relationship Id="rId4" Type="http://schemas.openxmlformats.org/officeDocument/2006/relationships/image" Target="../media/image5.emf"/></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package" Target="../embeddings/Microsoft_Visio_Drawing3.vsdx"/><Relationship Id="rId2" Type="http://schemas.openxmlformats.org/officeDocument/2006/relationships/slideLayout" Target="../slideLayouts/slideLayout12.xml"/><Relationship Id="rId1" Type="http://schemas.openxmlformats.org/officeDocument/2006/relationships/vmlDrawing" Target="../drawings/vmlDrawing4.vml"/><Relationship Id="rId4" Type="http://schemas.openxmlformats.org/officeDocument/2006/relationships/image" Target="../media/image7.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package" Target="../embeddings/Microsoft_Visio_Drawing4.vsdx"/><Relationship Id="rId2" Type="http://schemas.openxmlformats.org/officeDocument/2006/relationships/slideLayout" Target="../slideLayouts/slideLayout12.xml"/><Relationship Id="rId1" Type="http://schemas.openxmlformats.org/officeDocument/2006/relationships/vmlDrawing" Target="../drawings/vmlDrawing5.vml"/><Relationship Id="rId4" Type="http://schemas.openxmlformats.org/officeDocument/2006/relationships/image" Target="../media/image3.emf"/></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10.jpeg"/><Relationship Id="rId2" Type="http://schemas.openxmlformats.org/officeDocument/2006/relationships/diagramData" Target="../diagrams/data4.xml"/><Relationship Id="rId1" Type="http://schemas.openxmlformats.org/officeDocument/2006/relationships/slideLayout" Target="../slideLayouts/slideLayout1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8" y="-1329"/>
            <a:ext cx="12188826" cy="6963204"/>
          </a:xfrm>
          <a:prstGeom prst="rect">
            <a:avLst/>
          </a:prstGeom>
        </p:spPr>
      </p:pic>
      <p:sp>
        <p:nvSpPr>
          <p:cNvPr id="7" name="矩形 6"/>
          <p:cNvSpPr/>
          <p:nvPr/>
        </p:nvSpPr>
        <p:spPr>
          <a:xfrm>
            <a:off x="-1590" y="1155103"/>
            <a:ext cx="12192002" cy="51192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rPr>
              <a:t>   </a:t>
            </a:r>
          </a:p>
        </p:txBody>
      </p:sp>
      <p:sp>
        <p:nvSpPr>
          <p:cNvPr id="2" name="标题 1"/>
          <p:cNvSpPr>
            <a:spLocks noGrp="1"/>
          </p:cNvSpPr>
          <p:nvPr>
            <p:ph type="ctrTitle"/>
          </p:nvPr>
        </p:nvSpPr>
        <p:spPr>
          <a:xfrm>
            <a:off x="1469753" y="1621971"/>
            <a:ext cx="9541048" cy="2061625"/>
          </a:xfrm>
        </p:spPr>
        <p:txBody>
          <a:bodyPr>
            <a:noAutofit/>
          </a:bodyPr>
          <a:lstStyle/>
          <a:p>
            <a:r>
              <a:rPr lang="zh-CN" altLang="en-US" b="1" dirty="0"/>
              <a:t>专业硕士学位论文研究</a:t>
            </a:r>
            <a:br>
              <a:rPr lang="en-US" altLang="zh-CN" b="1" dirty="0"/>
            </a:br>
            <a:r>
              <a:rPr lang="zh-CN" altLang="en-US" b="1" dirty="0"/>
              <a:t>与培养目标达成</a:t>
            </a:r>
            <a:endParaRPr lang="zh-CN" altLang="en-US" sz="6000" b="1" dirty="0">
              <a:latin typeface="微软雅黑" panose="020B0503020204020204" pitchFamily="34" charset="-122"/>
              <a:ea typeface="微软雅黑" panose="020B0503020204020204" pitchFamily="34" charset="-122"/>
            </a:endParaRPr>
          </a:p>
        </p:txBody>
      </p:sp>
      <p:sp>
        <p:nvSpPr>
          <p:cNvPr id="5" name="副标题 4">
            <a:extLst>
              <a:ext uri="{FF2B5EF4-FFF2-40B4-BE49-F238E27FC236}">
                <a16:creationId xmlns:a16="http://schemas.microsoft.com/office/drawing/2014/main" id="{14CF5F16-8C36-4A25-A4F5-0278AA0D2D48}"/>
              </a:ext>
            </a:extLst>
          </p:cNvPr>
          <p:cNvSpPr>
            <a:spLocks noGrp="1"/>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7DA459-582E-4875-97CA-FFEC227CF6EE}"/>
              </a:ext>
            </a:extLst>
          </p:cNvPr>
          <p:cNvSpPr>
            <a:spLocks noGrp="1"/>
          </p:cNvSpPr>
          <p:nvPr>
            <p:ph type="title"/>
          </p:nvPr>
        </p:nvSpPr>
        <p:spPr>
          <a:xfrm>
            <a:off x="609600" y="503316"/>
            <a:ext cx="10972800" cy="1143000"/>
          </a:xfrm>
        </p:spPr>
        <p:txBody>
          <a:bodyPr/>
          <a:lstStyle/>
          <a:p>
            <a:r>
              <a:rPr lang="zh-CN" altLang="en-US" b="1" dirty="0">
                <a:latin typeface="微软雅黑" panose="020B0503020204020204" pitchFamily="34" charset="-122"/>
                <a:ea typeface="微软雅黑" panose="020B0503020204020204" pitchFamily="34" charset="-122"/>
              </a:rPr>
              <a:t>目 录</a:t>
            </a:r>
          </a:p>
        </p:txBody>
      </p:sp>
      <p:sp>
        <p:nvSpPr>
          <p:cNvPr id="3" name="内容占位符 2">
            <a:extLst>
              <a:ext uri="{FF2B5EF4-FFF2-40B4-BE49-F238E27FC236}">
                <a16:creationId xmlns:a16="http://schemas.microsoft.com/office/drawing/2014/main" id="{7B133B08-690A-47F3-AB13-7CE43E7A7699}"/>
              </a:ext>
            </a:extLst>
          </p:cNvPr>
          <p:cNvSpPr>
            <a:spLocks noGrp="1"/>
          </p:cNvSpPr>
          <p:nvPr>
            <p:ph idx="1"/>
          </p:nvPr>
        </p:nvSpPr>
        <p:spPr>
          <a:xfrm>
            <a:off x="609600" y="1600202"/>
            <a:ext cx="10972800" cy="4495798"/>
          </a:xfrm>
          <a:ln>
            <a:solidFill>
              <a:schemeClr val="accent1"/>
            </a:solidFill>
          </a:ln>
        </p:spPr>
        <p:txBody>
          <a:bodyPr>
            <a:noAutofit/>
          </a:bodyPr>
          <a:lstStyle/>
          <a:p>
            <a:pPr marL="514350" indent="-514350">
              <a:buFont typeface="+mj-lt"/>
              <a:buAutoNum type="arabicPeriod"/>
            </a:pPr>
            <a:r>
              <a:rPr lang="zh-CN" altLang="en-US" b="1" dirty="0">
                <a:solidFill>
                  <a:srgbClr val="7030A0"/>
                </a:solidFill>
                <a:latin typeface="等线 Light" panose="02010600030101010101" pitchFamily="2" charset="-122"/>
                <a:ea typeface="等线 Light" panose="02010600030101010101" pitchFamily="2" charset="-122"/>
              </a:rPr>
              <a:t>专业硕士的培养目标要求</a:t>
            </a:r>
          </a:p>
          <a:p>
            <a:pPr marL="857250" lvl="1" indent="-457200">
              <a:buFont typeface="Wingdings" panose="05000000000000000000" pitchFamily="2" charset="2"/>
              <a:buChar char="ü"/>
            </a:pPr>
            <a:r>
              <a:rPr lang="zh-CN" altLang="en-US" sz="2000" dirty="0">
                <a:latin typeface="等线 Light" panose="02010600030101010101" pitchFamily="2" charset="-122"/>
                <a:ea typeface="等线 Light" panose="02010600030101010101" pitchFamily="2" charset="-122"/>
              </a:rPr>
              <a:t>研究生专业学位的发展</a:t>
            </a:r>
            <a:endParaRPr lang="en-US" altLang="zh-CN" sz="2000" dirty="0">
              <a:latin typeface="等线 Light" panose="02010600030101010101" pitchFamily="2" charset="-122"/>
              <a:ea typeface="等线 Light" panose="02010600030101010101" pitchFamily="2" charset="-122"/>
            </a:endParaRPr>
          </a:p>
          <a:p>
            <a:pPr marL="857250" lvl="1" indent="-457200">
              <a:buFont typeface="Wingdings" panose="05000000000000000000" pitchFamily="2" charset="2"/>
              <a:buChar char="ü"/>
            </a:pPr>
            <a:r>
              <a:rPr lang="zh-CN" altLang="en-US" sz="2000" dirty="0">
                <a:latin typeface="等线 Light" panose="02010600030101010101" pitchFamily="2" charset="-122"/>
                <a:ea typeface="等线 Light" panose="02010600030101010101" pitchFamily="2" charset="-122"/>
              </a:rPr>
              <a:t>专业硕士的培养目标</a:t>
            </a:r>
            <a:endParaRPr lang="en-US" altLang="zh-CN" sz="2000" dirty="0">
              <a:latin typeface="等线 Light" panose="02010600030101010101" pitchFamily="2" charset="-122"/>
              <a:ea typeface="等线 Light" panose="02010600030101010101" pitchFamily="2" charset="-122"/>
            </a:endParaRPr>
          </a:p>
          <a:p>
            <a:pPr marL="857250" lvl="1" indent="-457200">
              <a:buFont typeface="Wingdings" panose="05000000000000000000" pitchFamily="2" charset="2"/>
              <a:buChar char="ü"/>
            </a:pPr>
            <a:r>
              <a:rPr lang="zh-CN" altLang="en-US" sz="2000" dirty="0">
                <a:latin typeface="等线 Light" panose="02010600030101010101" pitchFamily="2" charset="-122"/>
                <a:ea typeface="等线 Light" panose="02010600030101010101" pitchFamily="2" charset="-122"/>
              </a:rPr>
              <a:t>专业硕士学位论文要求</a:t>
            </a:r>
            <a:endParaRPr lang="en-US" altLang="zh-CN" sz="2000" dirty="0">
              <a:latin typeface="等线 Light" panose="02010600030101010101" pitchFamily="2" charset="-122"/>
              <a:ea typeface="等线 Light" panose="02010600030101010101" pitchFamily="2" charset="-122"/>
            </a:endParaRPr>
          </a:p>
          <a:p>
            <a:pPr marL="514350" lvl="1" indent="-514350">
              <a:buFont typeface="+mj-lt"/>
              <a:buAutoNum type="arabicPeriod" startAt="2"/>
            </a:pPr>
            <a:r>
              <a:rPr lang="zh-CN" altLang="en-US" b="1" dirty="0">
                <a:solidFill>
                  <a:srgbClr val="7030A0"/>
                </a:solidFill>
                <a:latin typeface="等线 Light" panose="02010600030101010101" pitchFamily="2" charset="-122"/>
                <a:ea typeface="等线 Light" panose="02010600030101010101" pitchFamily="2" charset="-122"/>
              </a:rPr>
              <a:t>专业硕士学位论文的理论贡献与实践价值</a:t>
            </a:r>
            <a:endParaRPr lang="en-US" altLang="zh-CN" b="1" dirty="0">
              <a:solidFill>
                <a:srgbClr val="7030A0"/>
              </a:solidFill>
              <a:latin typeface="等线 Light" panose="02010600030101010101" pitchFamily="2" charset="-122"/>
              <a:ea typeface="等线 Light" panose="02010600030101010101" pitchFamily="2" charset="-122"/>
            </a:endParaRPr>
          </a:p>
          <a:p>
            <a:pPr marL="857250" lvl="1" indent="-457200">
              <a:buFont typeface="Wingdings" panose="05000000000000000000" pitchFamily="2" charset="2"/>
              <a:buChar char="ü"/>
            </a:pPr>
            <a:r>
              <a:rPr lang="zh-CN" altLang="en-US" sz="2000" dirty="0">
                <a:latin typeface="等线 Light" panose="02010600030101010101" pitchFamily="2" charset="-122"/>
                <a:ea typeface="等线 Light" panose="02010600030101010101" pitchFamily="2" charset="-122"/>
              </a:rPr>
              <a:t>关键词一、实践价值</a:t>
            </a:r>
            <a:endParaRPr lang="en-US" altLang="zh-CN" sz="2000" dirty="0">
              <a:latin typeface="等线 Light" panose="02010600030101010101" pitchFamily="2" charset="-122"/>
              <a:ea typeface="等线 Light" panose="02010600030101010101" pitchFamily="2" charset="-122"/>
            </a:endParaRPr>
          </a:p>
          <a:p>
            <a:pPr marL="857250" lvl="1" indent="-457200">
              <a:buFont typeface="Wingdings" panose="05000000000000000000" pitchFamily="2" charset="2"/>
              <a:buChar char="ü"/>
            </a:pPr>
            <a:r>
              <a:rPr lang="zh-CN" altLang="en-US" sz="2000" dirty="0">
                <a:latin typeface="等线 Light" panose="02010600030101010101" pitchFamily="2" charset="-122"/>
                <a:ea typeface="等线 Light" panose="02010600030101010101" pitchFamily="2" charset="-122"/>
              </a:rPr>
              <a:t>关键词二、理论贡献</a:t>
            </a:r>
            <a:endParaRPr lang="en-US" altLang="zh-CN" sz="2000" dirty="0">
              <a:latin typeface="等线 Light" panose="02010600030101010101" pitchFamily="2" charset="-122"/>
              <a:ea typeface="等线 Light" panose="02010600030101010101" pitchFamily="2" charset="-122"/>
            </a:endParaRPr>
          </a:p>
          <a:p>
            <a:pPr marL="857250" lvl="1" indent="-457200">
              <a:buFont typeface="Wingdings" panose="05000000000000000000" pitchFamily="2" charset="2"/>
              <a:buChar char="ü"/>
            </a:pPr>
            <a:r>
              <a:rPr lang="zh-CN" altLang="en-US" sz="2000" dirty="0">
                <a:latin typeface="等线 Light" panose="02010600030101010101" pitchFamily="2" charset="-122"/>
                <a:ea typeface="等线 Light" panose="02010600030101010101" pitchFamily="2" charset="-122"/>
              </a:rPr>
              <a:t>工程管理设计研究</a:t>
            </a:r>
            <a:endParaRPr lang="en-US" altLang="zh-CN" sz="2000" dirty="0">
              <a:latin typeface="等线 Light" panose="02010600030101010101" pitchFamily="2" charset="-122"/>
              <a:ea typeface="等线 Light" panose="02010600030101010101" pitchFamily="2" charset="-122"/>
            </a:endParaRPr>
          </a:p>
          <a:p>
            <a:pPr marL="514350" lvl="1" indent="-514350">
              <a:buFont typeface="+mj-lt"/>
              <a:buAutoNum type="arabicPeriod" startAt="2"/>
            </a:pPr>
            <a:r>
              <a:rPr lang="zh-CN" altLang="en-US" b="1" dirty="0">
                <a:solidFill>
                  <a:srgbClr val="7030A0"/>
                </a:solidFill>
                <a:latin typeface="等线 Light" panose="02010600030101010101" pitchFamily="2" charset="-122"/>
                <a:ea typeface="等线 Light" panose="02010600030101010101" pitchFamily="2" charset="-122"/>
              </a:rPr>
              <a:t>解决实践问题导向下的知识、能力、素质培养</a:t>
            </a:r>
          </a:p>
          <a:p>
            <a:pPr marL="857250" lvl="1" indent="-457200">
              <a:buFont typeface="Wingdings" panose="05000000000000000000" pitchFamily="2" charset="2"/>
              <a:buChar char="ü"/>
            </a:pPr>
            <a:r>
              <a:rPr lang="zh-CN" altLang="en-US" sz="2000" dirty="0">
                <a:latin typeface="等线 Light" panose="02010600030101010101" pitchFamily="2" charset="-122"/>
                <a:ea typeface="等线 Light" panose="02010600030101010101" pitchFamily="2" charset="-122"/>
              </a:rPr>
              <a:t>知识、能力与素质</a:t>
            </a:r>
            <a:endParaRPr lang="en-US" altLang="zh-CN" sz="2000" dirty="0">
              <a:latin typeface="等线 Light" panose="02010600030101010101" pitchFamily="2" charset="-122"/>
              <a:ea typeface="等线 Light" panose="02010600030101010101" pitchFamily="2" charset="-122"/>
            </a:endParaRPr>
          </a:p>
          <a:p>
            <a:pPr marL="857250" lvl="1" indent="-457200">
              <a:buFont typeface="Wingdings" panose="05000000000000000000" pitchFamily="2" charset="2"/>
              <a:buChar char="ü"/>
            </a:pPr>
            <a:r>
              <a:rPr lang="zh-CN" altLang="en-US" sz="2000" dirty="0">
                <a:latin typeface="等线 Light" panose="02010600030101010101" pitchFamily="2" charset="-122"/>
                <a:ea typeface="等线 Light" panose="02010600030101010101" pitchFamily="2" charset="-122"/>
              </a:rPr>
              <a:t>工程管理设计过程的思维和能力要求</a:t>
            </a:r>
            <a:endParaRPr lang="zh-CN" altLang="en-US" b="1" dirty="0">
              <a:solidFill>
                <a:srgbClr val="7030A0"/>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305128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E26EAF-DCDD-4CFF-84E7-CAEB6D606513}"/>
              </a:ext>
            </a:extLst>
          </p:cNvPr>
          <p:cNvSpPr>
            <a:spLocks noGrp="1"/>
          </p:cNvSpPr>
          <p:nvPr>
            <p:ph type="title" idx="4294967295"/>
          </p:nvPr>
        </p:nvSpPr>
        <p:spPr>
          <a:xfrm>
            <a:off x="1745673" y="403860"/>
            <a:ext cx="9440487" cy="632460"/>
          </a:xfrm>
        </p:spPr>
        <p:txBody>
          <a:bodyPr>
            <a:noAutofit/>
          </a:bodyPr>
          <a:lstStyle/>
          <a:p>
            <a:r>
              <a:rPr lang="zh-CN" altLang="en-US" sz="3300" dirty="0"/>
              <a:t>研究生专业学位的发展</a:t>
            </a:r>
          </a:p>
        </p:txBody>
      </p:sp>
      <p:sp>
        <p:nvSpPr>
          <p:cNvPr id="3" name="内容占位符 2">
            <a:extLst>
              <a:ext uri="{FF2B5EF4-FFF2-40B4-BE49-F238E27FC236}">
                <a16:creationId xmlns:a16="http://schemas.microsoft.com/office/drawing/2014/main" id="{30B28B1F-2951-446F-9BE2-149883E26783}"/>
              </a:ext>
            </a:extLst>
          </p:cNvPr>
          <p:cNvSpPr>
            <a:spLocks noGrp="1"/>
          </p:cNvSpPr>
          <p:nvPr>
            <p:ph idx="4294967295"/>
          </p:nvPr>
        </p:nvSpPr>
        <p:spPr>
          <a:xfrm>
            <a:off x="434340" y="1263968"/>
            <a:ext cx="10812780" cy="4718050"/>
          </a:xfrm>
        </p:spPr>
        <p:txBody>
          <a:bodyPr>
            <a:noAutofit/>
          </a:bodyPr>
          <a:lstStyle/>
          <a:p>
            <a:pPr>
              <a:lnSpc>
                <a:spcPct val="125000"/>
              </a:lnSpc>
            </a:pPr>
            <a:r>
              <a:rPr lang="en-US" altLang="zh-CN" sz="2000" dirty="0"/>
              <a:t>2008</a:t>
            </a:r>
            <a:r>
              <a:rPr lang="zh-CN" altLang="zh-CN" sz="2000" dirty="0"/>
              <a:t>年</a:t>
            </a:r>
            <a:r>
              <a:rPr lang="en-US" altLang="zh-CN" sz="2000" dirty="0"/>
              <a:t>12</a:t>
            </a:r>
            <a:r>
              <a:rPr lang="zh-CN" altLang="zh-CN" sz="2000" dirty="0"/>
              <a:t>月，国务院学位委员会第</a:t>
            </a:r>
            <a:r>
              <a:rPr lang="en-US" altLang="zh-CN" sz="2000" dirty="0"/>
              <a:t>26</a:t>
            </a:r>
            <a:r>
              <a:rPr lang="zh-CN" altLang="zh-CN" sz="2000" dirty="0"/>
              <a:t>次会议指出我国正处在工业化、信息化、城镇化、市场化、国际化进程中，迫切需要大量专业性人才。提出调整学术型学位和专业型学位的比例，</a:t>
            </a:r>
            <a:r>
              <a:rPr lang="zh-CN" altLang="zh-CN" sz="2000" dirty="0">
                <a:highlight>
                  <a:srgbClr val="FFFF00"/>
                </a:highlight>
              </a:rPr>
              <a:t>改变全日制硕士研究生攻读学术型学位为主的局面</a:t>
            </a:r>
            <a:r>
              <a:rPr lang="zh-CN" altLang="zh-CN" sz="2000" dirty="0"/>
              <a:t>，积极发展符合我国产业结构特点的专业学位，为</a:t>
            </a:r>
            <a:r>
              <a:rPr lang="zh-CN" altLang="zh-CN" sz="2000" dirty="0">
                <a:solidFill>
                  <a:srgbClr val="FF0000"/>
                </a:solidFill>
              </a:rPr>
              <a:t>各行各业培养一线专业人才</a:t>
            </a:r>
            <a:r>
              <a:rPr lang="zh-CN" altLang="zh-CN" sz="2000" dirty="0"/>
              <a:t>。</a:t>
            </a:r>
          </a:p>
          <a:p>
            <a:pPr>
              <a:lnSpc>
                <a:spcPct val="125000"/>
              </a:lnSpc>
            </a:pPr>
            <a:r>
              <a:rPr lang="en-US" altLang="zh-CN" sz="2000" dirty="0"/>
              <a:t>2009</a:t>
            </a:r>
            <a:r>
              <a:rPr lang="zh-CN" altLang="zh-CN" sz="2000" dirty="0"/>
              <a:t>年</a:t>
            </a:r>
            <a:r>
              <a:rPr lang="en-US" altLang="zh-CN" sz="2000" dirty="0"/>
              <a:t>1</a:t>
            </a:r>
            <a:r>
              <a:rPr lang="zh-CN" altLang="zh-CN" sz="2000" dirty="0"/>
              <a:t>月，教育部决定所有专业学位都招收全日制硕士专业学位研究生；</a:t>
            </a:r>
            <a:r>
              <a:rPr lang="en-US" altLang="zh-CN" sz="2000" dirty="0"/>
              <a:t>2009</a:t>
            </a:r>
            <a:r>
              <a:rPr lang="zh-CN" altLang="en-US" sz="2000" dirty="0"/>
              <a:t>年</a:t>
            </a:r>
            <a:r>
              <a:rPr lang="en-US" altLang="zh-CN" sz="2000" dirty="0"/>
              <a:t>3</a:t>
            </a:r>
            <a:r>
              <a:rPr lang="zh-CN" altLang="zh-CN" sz="2000" dirty="0"/>
              <a:t>月，教育部发文强调</a:t>
            </a:r>
            <a:r>
              <a:rPr lang="zh-CN" altLang="zh-CN" sz="2000" dirty="0">
                <a:highlight>
                  <a:srgbClr val="FFFF00"/>
                </a:highlight>
              </a:rPr>
              <a:t>专业学位人才培养与学术型学位人才</a:t>
            </a:r>
            <a:r>
              <a:rPr lang="zh-CN" altLang="zh-CN" sz="2000" dirty="0"/>
              <a:t>培养是高层次人才培养的两个重要方面，在高等院校人才培养工作中，具有</a:t>
            </a:r>
            <a:r>
              <a:rPr lang="zh-CN" altLang="zh-CN" sz="2000" dirty="0">
                <a:solidFill>
                  <a:srgbClr val="FF0000"/>
                </a:solidFill>
              </a:rPr>
              <a:t>同等重要</a:t>
            </a:r>
            <a:r>
              <a:rPr lang="zh-CN" altLang="zh-CN" sz="2000" dirty="0"/>
              <a:t>的地位和作用。</a:t>
            </a:r>
            <a:endParaRPr lang="en-US" altLang="zh-CN" sz="2000" dirty="0"/>
          </a:p>
          <a:p>
            <a:pPr>
              <a:lnSpc>
                <a:spcPct val="125000"/>
              </a:lnSpc>
            </a:pPr>
            <a:r>
              <a:rPr lang="en-US" altLang="zh-CN" sz="2000" dirty="0"/>
              <a:t>2010</a:t>
            </a:r>
            <a:r>
              <a:rPr lang="zh-CN" altLang="zh-CN" sz="2000" dirty="0"/>
              <a:t>年</a:t>
            </a:r>
            <a:r>
              <a:rPr lang="en-US" altLang="zh-CN" sz="2000" dirty="0"/>
              <a:t>1</a:t>
            </a:r>
            <a:r>
              <a:rPr lang="zh-CN" altLang="zh-CN" sz="2000" dirty="0"/>
              <a:t>月，国务院学位委员会第</a:t>
            </a:r>
            <a:r>
              <a:rPr lang="en-US" altLang="zh-CN" sz="2000" dirty="0"/>
              <a:t>27</a:t>
            </a:r>
            <a:r>
              <a:rPr lang="zh-CN" altLang="zh-CN" sz="2000" dirty="0"/>
              <a:t>会议决定在我国设置</a:t>
            </a:r>
            <a:r>
              <a:rPr lang="en-US" altLang="zh-CN" sz="2000" dirty="0"/>
              <a:t>19</a:t>
            </a:r>
            <a:r>
              <a:rPr lang="zh-CN" altLang="zh-CN" sz="2000" dirty="0"/>
              <a:t>种硕士专业学位，其中包括</a:t>
            </a:r>
            <a:r>
              <a:rPr lang="zh-CN" altLang="zh-CN" sz="2000" dirty="0">
                <a:highlight>
                  <a:srgbClr val="FFFF00"/>
                </a:highlight>
              </a:rPr>
              <a:t>工程管理专业硕士</a:t>
            </a:r>
            <a:r>
              <a:rPr lang="zh-CN" altLang="zh-CN" sz="2000" dirty="0"/>
              <a:t>。</a:t>
            </a:r>
            <a:endParaRPr lang="en-US" altLang="zh-CN" sz="2000" dirty="0"/>
          </a:p>
        </p:txBody>
      </p:sp>
    </p:spTree>
    <p:extLst>
      <p:ext uri="{BB962C8B-B14F-4D97-AF65-F5344CB8AC3E}">
        <p14:creationId xmlns:p14="http://schemas.microsoft.com/office/powerpoint/2010/main" val="398889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0B28B1F-2951-446F-9BE2-149883E26783}"/>
              </a:ext>
            </a:extLst>
          </p:cNvPr>
          <p:cNvSpPr>
            <a:spLocks noGrp="1"/>
          </p:cNvSpPr>
          <p:nvPr>
            <p:ph idx="4294967295"/>
          </p:nvPr>
        </p:nvSpPr>
        <p:spPr>
          <a:xfrm>
            <a:off x="411480" y="1271588"/>
            <a:ext cx="10843260" cy="4718050"/>
          </a:xfrm>
        </p:spPr>
        <p:txBody>
          <a:bodyPr>
            <a:noAutofit/>
          </a:bodyPr>
          <a:lstStyle/>
          <a:p>
            <a:pPr>
              <a:lnSpc>
                <a:spcPct val="125000"/>
              </a:lnSpc>
            </a:pPr>
            <a:r>
              <a:rPr lang="en-US" altLang="zh-CN" sz="2000" dirty="0"/>
              <a:t>2019</a:t>
            </a:r>
            <a:r>
              <a:rPr lang="zh-CN" altLang="zh-CN" sz="2000" dirty="0"/>
              <a:t>年</a:t>
            </a:r>
            <a:r>
              <a:rPr lang="en-US" altLang="zh-CN" sz="2000" dirty="0"/>
              <a:t>7</a:t>
            </a:r>
            <a:r>
              <a:rPr lang="zh-CN" altLang="zh-CN" sz="2000" dirty="0"/>
              <a:t>月，全国工程管理教指委发布了《工程管理硕士（</a:t>
            </a:r>
            <a:r>
              <a:rPr lang="en-US" altLang="zh-CN" sz="2000" dirty="0"/>
              <a:t>MEM</a:t>
            </a:r>
            <a:r>
              <a:rPr lang="zh-CN" altLang="zh-CN" sz="2000" dirty="0"/>
              <a:t>）招生领域设置及要求》的文件，工程管理硕士专业学位设置了四个招生领域</a:t>
            </a:r>
            <a:r>
              <a:rPr lang="zh-CN" altLang="en-US" sz="2000" dirty="0"/>
              <a:t>：</a:t>
            </a:r>
            <a:endParaRPr lang="en-US" altLang="zh-CN" sz="2000" dirty="0"/>
          </a:p>
          <a:p>
            <a:pPr lvl="1">
              <a:lnSpc>
                <a:spcPct val="125000"/>
              </a:lnSpc>
            </a:pPr>
            <a:r>
              <a:rPr lang="en-US" altLang="zh-CN" sz="1800" dirty="0"/>
              <a:t>125601</a:t>
            </a:r>
            <a:r>
              <a:rPr lang="zh-CN" altLang="zh-CN" sz="1800" dirty="0"/>
              <a:t>工程管理、</a:t>
            </a:r>
            <a:r>
              <a:rPr lang="en-US" altLang="zh-CN" sz="1800" dirty="0"/>
              <a:t>125602</a:t>
            </a:r>
            <a:r>
              <a:rPr lang="zh-CN" altLang="zh-CN" sz="1800" dirty="0"/>
              <a:t>项目管理、</a:t>
            </a:r>
            <a:r>
              <a:rPr lang="en-US" altLang="zh-CN" sz="1800" dirty="0"/>
              <a:t>125603</a:t>
            </a:r>
            <a:r>
              <a:rPr lang="zh-CN" altLang="zh-CN" sz="1800" dirty="0"/>
              <a:t>工业工程与管理、</a:t>
            </a:r>
            <a:r>
              <a:rPr lang="en-US" altLang="zh-CN" sz="1800" dirty="0"/>
              <a:t>125604</a:t>
            </a:r>
            <a:r>
              <a:rPr lang="zh-CN" altLang="zh-CN" sz="1800" dirty="0"/>
              <a:t>物流工程与管理。</a:t>
            </a:r>
          </a:p>
          <a:p>
            <a:pPr>
              <a:lnSpc>
                <a:spcPct val="125000"/>
              </a:lnSpc>
            </a:pPr>
            <a:r>
              <a:rPr lang="zh-CN" altLang="zh-CN" sz="2000" b="1" dirty="0"/>
              <a:t>《研究生教育学科专业目录》（</a:t>
            </a:r>
            <a:r>
              <a:rPr lang="en-US" altLang="zh-CN" sz="2000" b="1" dirty="0"/>
              <a:t>2022</a:t>
            </a:r>
            <a:r>
              <a:rPr lang="zh-CN" altLang="zh-CN" sz="2000" b="1" dirty="0"/>
              <a:t>版本）</a:t>
            </a:r>
            <a:r>
              <a:rPr lang="zh-CN" altLang="en-US" sz="2000" dirty="0"/>
              <a:t>：</a:t>
            </a:r>
            <a:r>
              <a:rPr lang="zh-CN" altLang="zh-CN" sz="2000" dirty="0"/>
              <a:t>管理学作为一个学科门类，其中包括</a:t>
            </a:r>
            <a:r>
              <a:rPr lang="en-US" altLang="zh-CN" sz="2000" dirty="0"/>
              <a:t>1201</a:t>
            </a:r>
            <a:r>
              <a:rPr lang="zh-CN" altLang="zh-CN" sz="2000" dirty="0"/>
              <a:t>管理科学与工程（可授管理学、工学学位）、</a:t>
            </a:r>
            <a:r>
              <a:rPr lang="en-US" altLang="zh-CN" sz="2000" dirty="0"/>
              <a:t>1202</a:t>
            </a:r>
            <a:r>
              <a:rPr lang="zh-CN" altLang="zh-CN" sz="2000" dirty="0"/>
              <a:t>工商管理学、</a:t>
            </a:r>
            <a:r>
              <a:rPr lang="en-US" altLang="zh-CN" sz="2000" dirty="0"/>
              <a:t>1203</a:t>
            </a:r>
            <a:r>
              <a:rPr lang="zh-CN" altLang="zh-CN" sz="2000" dirty="0"/>
              <a:t>农场经济管理、</a:t>
            </a:r>
            <a:r>
              <a:rPr lang="en-US" altLang="zh-CN" sz="2000" dirty="0"/>
              <a:t>1204</a:t>
            </a:r>
            <a:r>
              <a:rPr lang="zh-CN" altLang="zh-CN" sz="2000" dirty="0"/>
              <a:t>公共管理学、</a:t>
            </a:r>
            <a:r>
              <a:rPr lang="en-US" altLang="zh-CN" sz="2000" dirty="0"/>
              <a:t>1205</a:t>
            </a:r>
            <a:r>
              <a:rPr lang="zh-CN" altLang="zh-CN" sz="2000" dirty="0"/>
              <a:t>信息资源管理、</a:t>
            </a:r>
            <a:r>
              <a:rPr lang="en-US" altLang="zh-CN" sz="2000" dirty="0"/>
              <a:t>12</a:t>
            </a:r>
            <a:r>
              <a:rPr lang="en-US" altLang="zh-CN" sz="2000" dirty="0">
                <a:solidFill>
                  <a:srgbClr val="FF0000"/>
                </a:solidFill>
              </a:rPr>
              <a:t>5</a:t>
            </a:r>
            <a:r>
              <a:rPr lang="en-US" altLang="zh-CN" sz="2000" dirty="0"/>
              <a:t>1</a:t>
            </a:r>
            <a:r>
              <a:rPr lang="zh-CN" altLang="zh-CN" sz="2000" dirty="0"/>
              <a:t>工商管理、</a:t>
            </a:r>
            <a:r>
              <a:rPr lang="en-US" altLang="zh-CN" sz="2000" dirty="0"/>
              <a:t>12</a:t>
            </a:r>
            <a:r>
              <a:rPr lang="en-US" altLang="zh-CN" sz="2000" dirty="0">
                <a:solidFill>
                  <a:srgbClr val="FF0000"/>
                </a:solidFill>
              </a:rPr>
              <a:t>5</a:t>
            </a:r>
            <a:r>
              <a:rPr lang="en-US" altLang="zh-CN" sz="2000" dirty="0"/>
              <a:t>2</a:t>
            </a:r>
            <a:r>
              <a:rPr lang="zh-CN" altLang="zh-CN" sz="2000" dirty="0"/>
              <a:t>公共管理、</a:t>
            </a:r>
            <a:r>
              <a:rPr lang="en-US" altLang="zh-CN" sz="2000" dirty="0"/>
              <a:t>12</a:t>
            </a:r>
            <a:r>
              <a:rPr lang="en-US" altLang="zh-CN" sz="2000" dirty="0">
                <a:solidFill>
                  <a:srgbClr val="FF0000"/>
                </a:solidFill>
              </a:rPr>
              <a:t>5</a:t>
            </a:r>
            <a:r>
              <a:rPr lang="en-US" altLang="zh-CN" sz="2000" dirty="0"/>
              <a:t>3</a:t>
            </a:r>
            <a:r>
              <a:rPr lang="zh-CN" altLang="zh-CN" sz="2000" dirty="0"/>
              <a:t>会计、</a:t>
            </a:r>
            <a:r>
              <a:rPr lang="en-US" altLang="zh-CN" sz="2000" dirty="0"/>
              <a:t>12</a:t>
            </a:r>
            <a:r>
              <a:rPr lang="en-US" altLang="zh-CN" sz="2000" dirty="0">
                <a:solidFill>
                  <a:srgbClr val="FF0000"/>
                </a:solidFill>
              </a:rPr>
              <a:t>5</a:t>
            </a:r>
            <a:r>
              <a:rPr lang="en-US" altLang="zh-CN" sz="2000" dirty="0"/>
              <a:t>4</a:t>
            </a:r>
            <a:r>
              <a:rPr lang="zh-CN" altLang="zh-CN" sz="2000" dirty="0"/>
              <a:t>旅游管理、</a:t>
            </a:r>
            <a:r>
              <a:rPr lang="en-US" altLang="zh-CN" sz="2000" dirty="0"/>
              <a:t>12</a:t>
            </a:r>
            <a:r>
              <a:rPr lang="en-US" altLang="zh-CN" sz="2000" dirty="0">
                <a:solidFill>
                  <a:srgbClr val="FF0000"/>
                </a:solidFill>
              </a:rPr>
              <a:t>5</a:t>
            </a:r>
            <a:r>
              <a:rPr lang="en-US" altLang="zh-CN" sz="2000" dirty="0"/>
              <a:t>5</a:t>
            </a:r>
            <a:r>
              <a:rPr lang="zh-CN" altLang="zh-CN" sz="2000" dirty="0"/>
              <a:t>图书情报、</a:t>
            </a:r>
            <a:r>
              <a:rPr lang="en-US" altLang="zh-CN" sz="2000" dirty="0"/>
              <a:t>12</a:t>
            </a:r>
            <a:r>
              <a:rPr lang="en-US" altLang="zh-CN" sz="2000" dirty="0">
                <a:solidFill>
                  <a:srgbClr val="FF0000"/>
                </a:solidFill>
              </a:rPr>
              <a:t>5</a:t>
            </a:r>
            <a:r>
              <a:rPr lang="en-US" altLang="zh-CN" sz="2000" dirty="0"/>
              <a:t>6</a:t>
            </a:r>
            <a:r>
              <a:rPr lang="zh-CN" altLang="zh-CN" sz="2000" dirty="0"/>
              <a:t>工程管理、</a:t>
            </a:r>
            <a:r>
              <a:rPr lang="en-US" altLang="zh-CN" sz="2000" dirty="0"/>
              <a:t>12</a:t>
            </a:r>
            <a:r>
              <a:rPr lang="en-US" altLang="zh-CN" sz="2000" dirty="0">
                <a:solidFill>
                  <a:srgbClr val="FF0000"/>
                </a:solidFill>
              </a:rPr>
              <a:t>5</a:t>
            </a:r>
            <a:r>
              <a:rPr lang="en-US" altLang="zh-CN" sz="2000" dirty="0"/>
              <a:t>7</a:t>
            </a:r>
            <a:r>
              <a:rPr lang="zh-CN" altLang="zh-CN" sz="2000" dirty="0"/>
              <a:t>审计。</a:t>
            </a:r>
            <a:endParaRPr lang="en-US" altLang="zh-CN" sz="2000" dirty="0"/>
          </a:p>
        </p:txBody>
      </p:sp>
      <p:sp>
        <p:nvSpPr>
          <p:cNvPr id="4" name="标题 1">
            <a:extLst>
              <a:ext uri="{FF2B5EF4-FFF2-40B4-BE49-F238E27FC236}">
                <a16:creationId xmlns:a16="http://schemas.microsoft.com/office/drawing/2014/main" id="{017AFAC6-B9E0-4D91-9559-43F0A4BE2B41}"/>
              </a:ext>
            </a:extLst>
          </p:cNvPr>
          <p:cNvSpPr txBox="1">
            <a:spLocks/>
          </p:cNvSpPr>
          <p:nvPr/>
        </p:nvSpPr>
        <p:spPr>
          <a:xfrm>
            <a:off x="1745673" y="403860"/>
            <a:ext cx="9425247" cy="63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研究生专业学位的发展</a:t>
            </a:r>
          </a:p>
        </p:txBody>
      </p:sp>
    </p:spTree>
    <p:extLst>
      <p:ext uri="{BB962C8B-B14F-4D97-AF65-F5344CB8AC3E}">
        <p14:creationId xmlns:p14="http://schemas.microsoft.com/office/powerpoint/2010/main" val="1751694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800E48-0D62-4318-9528-68F059237404}"/>
              </a:ext>
            </a:extLst>
          </p:cNvPr>
          <p:cNvSpPr>
            <a:spLocks noGrp="1"/>
          </p:cNvSpPr>
          <p:nvPr>
            <p:ph type="title" idx="4294967295"/>
          </p:nvPr>
        </p:nvSpPr>
        <p:spPr>
          <a:xfrm>
            <a:off x="1734588" y="337061"/>
            <a:ext cx="9504218" cy="720363"/>
          </a:xfrm>
        </p:spPr>
        <p:txBody>
          <a:bodyPr>
            <a:normAutofit/>
          </a:bodyPr>
          <a:lstStyle/>
          <a:p>
            <a:r>
              <a:rPr lang="zh-CN" altLang="en-US" sz="3300" dirty="0"/>
              <a:t>专业学位研究生的差别化培养</a:t>
            </a:r>
          </a:p>
        </p:txBody>
      </p:sp>
      <p:sp>
        <p:nvSpPr>
          <p:cNvPr id="3" name="内容占位符 2">
            <a:extLst>
              <a:ext uri="{FF2B5EF4-FFF2-40B4-BE49-F238E27FC236}">
                <a16:creationId xmlns:a16="http://schemas.microsoft.com/office/drawing/2014/main" id="{F2DCB08A-939F-4C28-9364-C071EBBC9F5D}"/>
              </a:ext>
            </a:extLst>
          </p:cNvPr>
          <p:cNvSpPr>
            <a:spLocks noGrp="1"/>
          </p:cNvSpPr>
          <p:nvPr>
            <p:ph idx="4294967295"/>
          </p:nvPr>
        </p:nvSpPr>
        <p:spPr>
          <a:xfrm>
            <a:off x="390697" y="1253331"/>
            <a:ext cx="10848109" cy="4351338"/>
          </a:xfrm>
        </p:spPr>
        <p:txBody>
          <a:bodyPr/>
          <a:lstStyle/>
          <a:p>
            <a:pPr>
              <a:lnSpc>
                <a:spcPct val="125000"/>
              </a:lnSpc>
            </a:pPr>
            <a:r>
              <a:rPr lang="en-US" altLang="zh-CN" sz="2000" dirty="0"/>
              <a:t>《</a:t>
            </a:r>
            <a:r>
              <a:rPr lang="zh-CN" altLang="zh-CN" sz="2000" dirty="0"/>
              <a:t>教育部 国家发展改革委 财政部关于深化研究生教育改革的意见</a:t>
            </a:r>
            <a:r>
              <a:rPr lang="en-US" altLang="zh-CN" sz="2000" dirty="0"/>
              <a:t>》</a:t>
            </a:r>
            <a:r>
              <a:rPr lang="zh-CN" altLang="en-US" sz="2000" dirty="0"/>
              <a:t>（</a:t>
            </a:r>
            <a:r>
              <a:rPr lang="zh-CN" altLang="zh-CN" sz="2000" dirty="0"/>
              <a:t>教研</a:t>
            </a:r>
            <a:r>
              <a:rPr lang="en-US" altLang="zh-CN" sz="2000" dirty="0"/>
              <a:t>[2013]1</a:t>
            </a:r>
            <a:r>
              <a:rPr lang="zh-CN" altLang="zh-CN" sz="2000" dirty="0"/>
              <a:t>号</a:t>
            </a:r>
            <a:r>
              <a:rPr lang="zh-CN" altLang="en-US" sz="2000" dirty="0"/>
              <a:t>）：</a:t>
            </a:r>
            <a:r>
              <a:rPr lang="zh-CN" altLang="zh-CN" sz="2000" dirty="0">
                <a:highlight>
                  <a:srgbClr val="FFFF00"/>
                </a:highlight>
              </a:rPr>
              <a:t>建立以提升职业能力为导向的专业学位研究生培养模式。</a:t>
            </a:r>
          </a:p>
          <a:p>
            <a:pPr>
              <a:lnSpc>
                <a:spcPct val="125000"/>
              </a:lnSpc>
            </a:pPr>
            <a:r>
              <a:rPr lang="en-US" altLang="zh-CN" sz="2000" dirty="0"/>
              <a:t>《</a:t>
            </a:r>
            <a:r>
              <a:rPr lang="zh-CN" altLang="zh-CN" sz="2000" dirty="0"/>
              <a:t>教育部 人力资源社会保障部关于深入推进专业学位研究生培养模式改革的意见</a:t>
            </a:r>
            <a:r>
              <a:rPr lang="en-US" altLang="zh-CN" sz="2000" dirty="0"/>
              <a:t>》</a:t>
            </a:r>
            <a:r>
              <a:rPr lang="zh-CN" altLang="en-US" sz="2000" dirty="0"/>
              <a:t>（</a:t>
            </a:r>
            <a:r>
              <a:rPr lang="zh-CN" altLang="zh-CN" sz="2000" dirty="0"/>
              <a:t>教研</a:t>
            </a:r>
            <a:r>
              <a:rPr lang="en-US" altLang="zh-CN" sz="2000" dirty="0"/>
              <a:t>[2013]3</a:t>
            </a:r>
            <a:r>
              <a:rPr lang="zh-CN" altLang="zh-CN" sz="2000" dirty="0"/>
              <a:t>号</a:t>
            </a:r>
            <a:r>
              <a:rPr lang="zh-CN" altLang="en-US" sz="2000" dirty="0"/>
              <a:t>）：</a:t>
            </a:r>
            <a:r>
              <a:rPr lang="zh-CN" altLang="zh-CN" sz="2000" dirty="0"/>
              <a:t>明确改革目标</a:t>
            </a:r>
            <a:r>
              <a:rPr lang="zh-CN" altLang="en-US" sz="2000" dirty="0"/>
              <a:t>：</a:t>
            </a:r>
            <a:r>
              <a:rPr lang="zh-CN" altLang="zh-CN" sz="2000" dirty="0"/>
              <a:t>以</a:t>
            </a:r>
            <a:r>
              <a:rPr lang="zh-CN" altLang="zh-CN" sz="2000" dirty="0">
                <a:highlight>
                  <a:srgbClr val="FFFF00"/>
                </a:highlight>
              </a:rPr>
              <a:t>职业需求</a:t>
            </a:r>
            <a:r>
              <a:rPr lang="zh-CN" altLang="zh-CN" sz="2000" dirty="0"/>
              <a:t>为导向，以</a:t>
            </a:r>
            <a:r>
              <a:rPr lang="zh-CN" altLang="zh-CN" sz="2000" dirty="0">
                <a:highlight>
                  <a:srgbClr val="FFFF00"/>
                </a:highlight>
              </a:rPr>
              <a:t>实践能力培养</a:t>
            </a:r>
            <a:r>
              <a:rPr lang="zh-CN" altLang="zh-CN" sz="2000" dirty="0"/>
              <a:t>为重点，以产学结合为途径，建立与经济社会发展相适应、具有中国特色的专业学位研究生培养模式。</a:t>
            </a:r>
            <a:endParaRPr lang="en-US" altLang="zh-CN" sz="2000" dirty="0"/>
          </a:p>
          <a:p>
            <a:endParaRPr lang="zh-CN" altLang="en-US" dirty="0"/>
          </a:p>
        </p:txBody>
      </p:sp>
    </p:spTree>
    <p:extLst>
      <p:ext uri="{BB962C8B-B14F-4D97-AF65-F5344CB8AC3E}">
        <p14:creationId xmlns:p14="http://schemas.microsoft.com/office/powerpoint/2010/main" val="628375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43EB9F-5F82-46F6-808E-1AA662809011}"/>
              </a:ext>
            </a:extLst>
          </p:cNvPr>
          <p:cNvSpPr>
            <a:spLocks noGrp="1"/>
          </p:cNvSpPr>
          <p:nvPr>
            <p:ph type="title" idx="4294967295"/>
          </p:nvPr>
        </p:nvSpPr>
        <p:spPr>
          <a:xfrm>
            <a:off x="1479665" y="299258"/>
            <a:ext cx="10183091" cy="789709"/>
          </a:xfrm>
        </p:spPr>
        <p:txBody>
          <a:bodyPr>
            <a:normAutofit/>
          </a:bodyPr>
          <a:lstStyle/>
          <a:p>
            <a:r>
              <a:rPr lang="zh-CN" altLang="zh-CN" sz="3300" dirty="0"/>
              <a:t>《工程管理硕士专业学位基本要求（试行）》</a:t>
            </a:r>
            <a:endParaRPr lang="zh-CN" altLang="en-US" sz="3300" dirty="0"/>
          </a:p>
        </p:txBody>
      </p:sp>
      <p:sp>
        <p:nvSpPr>
          <p:cNvPr id="3" name="内容占位符 2">
            <a:extLst>
              <a:ext uri="{FF2B5EF4-FFF2-40B4-BE49-F238E27FC236}">
                <a16:creationId xmlns:a16="http://schemas.microsoft.com/office/drawing/2014/main" id="{F614700C-8CD5-4771-845C-56F18488BAC9}"/>
              </a:ext>
            </a:extLst>
          </p:cNvPr>
          <p:cNvSpPr>
            <a:spLocks noGrp="1"/>
          </p:cNvSpPr>
          <p:nvPr>
            <p:ph idx="4294967295"/>
          </p:nvPr>
        </p:nvSpPr>
        <p:spPr>
          <a:xfrm>
            <a:off x="413655" y="1325563"/>
            <a:ext cx="10798631" cy="4351338"/>
          </a:xfrm>
        </p:spPr>
        <p:txBody>
          <a:bodyPr>
            <a:noAutofit/>
          </a:bodyPr>
          <a:lstStyle/>
          <a:p>
            <a:pPr>
              <a:lnSpc>
                <a:spcPct val="125000"/>
              </a:lnSpc>
            </a:pPr>
            <a:r>
              <a:rPr lang="zh-CN" altLang="zh-CN" sz="2000" b="1" dirty="0"/>
              <a:t>培养目标</a:t>
            </a:r>
            <a:r>
              <a:rPr lang="zh-CN" altLang="zh-CN" sz="2000" dirty="0"/>
              <a:t>：</a:t>
            </a:r>
            <a:endParaRPr lang="en-US" altLang="zh-CN" sz="2000" dirty="0"/>
          </a:p>
          <a:p>
            <a:pPr lvl="1">
              <a:lnSpc>
                <a:spcPct val="125000"/>
              </a:lnSpc>
            </a:pPr>
            <a:r>
              <a:rPr lang="zh-CN" altLang="zh-CN" sz="2000" dirty="0"/>
              <a:t>为我国培养一大批既有扎实的工程技术基础，又具备现代管理素质与能力，能够有效推动我国工程领域技术创新与技术发展，能够有效计划、组织、指挥、协调和控制工程实践及技术开发等活动的高层次复合型工程管理专业人才。</a:t>
            </a:r>
          </a:p>
          <a:p>
            <a:pPr>
              <a:lnSpc>
                <a:spcPct val="125000"/>
              </a:lnSpc>
            </a:pPr>
            <a:r>
              <a:rPr lang="zh-CN" altLang="zh-CN" sz="2000" b="1" dirty="0"/>
              <a:t>素质</a:t>
            </a:r>
            <a:r>
              <a:rPr lang="zh-CN" altLang="en-US" sz="2000" dirty="0"/>
              <a:t>：</a:t>
            </a:r>
            <a:r>
              <a:rPr lang="zh-CN" altLang="zh-CN" sz="2000" dirty="0"/>
              <a:t>要具备良好的综合素质和职业道德。</a:t>
            </a:r>
            <a:endParaRPr lang="en-US" altLang="zh-CN" sz="2000" dirty="0"/>
          </a:p>
          <a:p>
            <a:pPr>
              <a:lnSpc>
                <a:spcPct val="125000"/>
              </a:lnSpc>
            </a:pPr>
            <a:r>
              <a:rPr lang="zh-CN" altLang="zh-CN" sz="2000" b="1" dirty="0"/>
              <a:t>知识</a:t>
            </a:r>
            <a:r>
              <a:rPr lang="zh-CN" altLang="en-US" sz="2000" dirty="0"/>
              <a:t>：要具有</a:t>
            </a:r>
            <a:r>
              <a:rPr lang="zh-CN" altLang="zh-CN" sz="2000" dirty="0"/>
              <a:t>扎实掌握特定工程领域的专业理论知识及其工程管理知识。</a:t>
            </a:r>
            <a:endParaRPr lang="en-US" altLang="zh-CN" sz="2000" dirty="0"/>
          </a:p>
          <a:p>
            <a:pPr>
              <a:lnSpc>
                <a:spcPct val="125000"/>
              </a:lnSpc>
            </a:pPr>
            <a:r>
              <a:rPr lang="zh-CN" altLang="zh-CN" sz="2000" b="1" dirty="0"/>
              <a:t>能力</a:t>
            </a:r>
            <a:r>
              <a:rPr lang="zh-CN" altLang="en-US" sz="2000" dirty="0"/>
              <a:t>：</a:t>
            </a:r>
            <a:r>
              <a:rPr lang="zh-CN" altLang="zh-CN" sz="2000" dirty="0"/>
              <a:t>要具有较强的计划、组织、指挥、协调和决策能力。</a:t>
            </a:r>
          </a:p>
          <a:p>
            <a:endParaRPr lang="zh-CN" altLang="en-US" dirty="0"/>
          </a:p>
        </p:txBody>
      </p:sp>
    </p:spTree>
    <p:extLst>
      <p:ext uri="{BB962C8B-B14F-4D97-AF65-F5344CB8AC3E}">
        <p14:creationId xmlns:p14="http://schemas.microsoft.com/office/powerpoint/2010/main" val="21044623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副标题 5">
            <a:extLst>
              <a:ext uri="{FF2B5EF4-FFF2-40B4-BE49-F238E27FC236}">
                <a16:creationId xmlns:a16="http://schemas.microsoft.com/office/drawing/2014/main" id="{8C597924-9113-4C87-9934-8A256B8AF19A}"/>
              </a:ext>
            </a:extLst>
          </p:cNvPr>
          <p:cNvSpPr txBox="1">
            <a:spLocks/>
          </p:cNvSpPr>
          <p:nvPr/>
        </p:nvSpPr>
        <p:spPr>
          <a:xfrm>
            <a:off x="5270269" y="1080715"/>
            <a:ext cx="1753986" cy="432060"/>
          </a:xfrm>
          <a:prstGeom prst="rect">
            <a:avLst/>
          </a:prstGeom>
          <a:ln>
            <a:solidFill>
              <a:schemeClr val="tx1"/>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b="1" dirty="0">
                <a:latin typeface="+mj-ea"/>
                <a:ea typeface="+mj-ea"/>
              </a:rPr>
              <a:t>培养目标</a:t>
            </a:r>
          </a:p>
        </p:txBody>
      </p:sp>
      <p:sp>
        <p:nvSpPr>
          <p:cNvPr id="11" name="副标题 5">
            <a:extLst>
              <a:ext uri="{FF2B5EF4-FFF2-40B4-BE49-F238E27FC236}">
                <a16:creationId xmlns:a16="http://schemas.microsoft.com/office/drawing/2014/main" id="{901BCC5A-CAF1-4FFB-9CF9-BD93596243E2}"/>
              </a:ext>
            </a:extLst>
          </p:cNvPr>
          <p:cNvSpPr txBox="1">
            <a:spLocks/>
          </p:cNvSpPr>
          <p:nvPr/>
        </p:nvSpPr>
        <p:spPr bwMode="auto">
          <a:xfrm>
            <a:off x="4107540" y="2376895"/>
            <a:ext cx="1224170" cy="432060"/>
          </a:xfrm>
          <a:prstGeom prst="rect">
            <a:avLst/>
          </a:prstGeom>
          <a:noFill/>
          <a:ln w="9525">
            <a:solidFill>
              <a:schemeClr val="tx1"/>
            </a:solidFill>
            <a:miter lim="800000"/>
            <a:headEnd/>
            <a:tailEnd/>
          </a:ln>
        </p:spPr>
        <p:txBody>
          <a:bodyPr vert="horz" wrap="square" lIns="0" tIns="0" rIns="0" bIns="0" numCol="1" anchor="t" anchorCtr="0" compatLnSpc="1">
            <a:prstTxWarp prst="textNoShape">
              <a:avLst/>
            </a:prstTxWarp>
            <a:normAutofit/>
          </a:bodyPr>
          <a:lstStyle>
            <a:lvl1pPr marL="0" indent="0" algn="l" rtl="0" eaLnBrk="0" fontAlgn="base" hangingPunct="0">
              <a:lnSpc>
                <a:spcPts val="3428"/>
              </a:lnSpc>
              <a:spcBef>
                <a:spcPts val="0"/>
              </a:spcBef>
              <a:spcAft>
                <a:spcPct val="0"/>
              </a:spcAft>
              <a:buClr>
                <a:srgbClr val="777777"/>
              </a:buClr>
              <a:buSzPct val="60000"/>
              <a:buFont typeface="Wingdings" pitchFamily="2" charset="2"/>
              <a:buNone/>
              <a:defRPr sz="2799" b="1" baseline="0">
                <a:solidFill>
                  <a:srgbClr val="2F5597"/>
                </a:solidFill>
                <a:latin typeface="Microsoft YaHei" panose="020B0503020204020204" pitchFamily="34" charset="-122"/>
                <a:ea typeface="Microsoft YaHei" panose="020B0503020204020204" pitchFamily="34" charset="-122"/>
                <a:cs typeface="+mn-cs"/>
              </a:defRPr>
            </a:lvl1pPr>
            <a:lvl2pPr marL="593425" indent="0" algn="ctr" rtl="0" eaLnBrk="0" fontAlgn="base" hangingPunct="0">
              <a:lnSpc>
                <a:spcPct val="140000"/>
              </a:lnSpc>
              <a:spcBef>
                <a:spcPct val="0"/>
              </a:spcBef>
              <a:spcAft>
                <a:spcPct val="0"/>
              </a:spcAft>
              <a:buSzPct val="50000"/>
              <a:buFont typeface="Wingdings" pitchFamily="2" charset="2"/>
              <a:buNone/>
              <a:defRPr sz="2596">
                <a:solidFill>
                  <a:schemeClr val="tx1"/>
                </a:solidFill>
                <a:latin typeface="微软雅黑" panose="020B0503020204020204" pitchFamily="34" charset="-122"/>
                <a:ea typeface="微软雅黑" panose="020B0503020204020204" pitchFamily="34" charset="-122"/>
                <a:cs typeface="+mn-cs"/>
              </a:defRPr>
            </a:lvl2pPr>
            <a:lvl3pPr marL="1186848" indent="0" algn="ctr" rtl="0" eaLnBrk="0" fontAlgn="base" hangingPunct="0">
              <a:lnSpc>
                <a:spcPct val="140000"/>
              </a:lnSpc>
              <a:spcBef>
                <a:spcPct val="0"/>
              </a:spcBef>
              <a:spcAft>
                <a:spcPct val="0"/>
              </a:spcAft>
              <a:buSzPct val="50000"/>
              <a:buFont typeface="Wingdings" pitchFamily="2" charset="2"/>
              <a:buNone/>
              <a:defRPr sz="2336">
                <a:solidFill>
                  <a:schemeClr val="tx1"/>
                </a:solidFill>
                <a:latin typeface="微软雅黑" panose="020B0503020204020204" pitchFamily="34" charset="-122"/>
                <a:ea typeface="微软雅黑" panose="020B0503020204020204" pitchFamily="34" charset="-122"/>
                <a:cs typeface="+mn-cs"/>
              </a:defRPr>
            </a:lvl3pPr>
            <a:lvl4pPr marL="1780274" indent="0" algn="ctr" rtl="0" eaLnBrk="0" fontAlgn="base" hangingPunct="0">
              <a:lnSpc>
                <a:spcPct val="140000"/>
              </a:lnSpc>
              <a:spcBef>
                <a:spcPct val="0"/>
              </a:spcBef>
              <a:spcAft>
                <a:spcPct val="0"/>
              </a:spcAft>
              <a:buNone/>
              <a:defRPr sz="2077">
                <a:solidFill>
                  <a:schemeClr val="tx1"/>
                </a:solidFill>
                <a:latin typeface="微软雅黑" panose="020B0503020204020204" pitchFamily="34" charset="-122"/>
                <a:ea typeface="微软雅黑" panose="020B0503020204020204" pitchFamily="34" charset="-122"/>
                <a:cs typeface="+mn-cs"/>
              </a:defRPr>
            </a:lvl4pPr>
            <a:lvl5pPr marL="2373698" indent="0" algn="ctr" rtl="0" eaLnBrk="0" fontAlgn="base" hangingPunct="0">
              <a:lnSpc>
                <a:spcPct val="140000"/>
              </a:lnSpc>
              <a:spcBef>
                <a:spcPct val="0"/>
              </a:spcBef>
              <a:spcAft>
                <a:spcPct val="0"/>
              </a:spcAft>
              <a:buFont typeface="Arial" charset="0"/>
              <a:buNone/>
              <a:defRPr sz="2077">
                <a:solidFill>
                  <a:schemeClr val="tx1"/>
                </a:solidFill>
                <a:latin typeface="微软雅黑" panose="020B0503020204020204" pitchFamily="34" charset="-122"/>
                <a:ea typeface="微软雅黑" panose="020B0503020204020204" pitchFamily="34" charset="-122"/>
                <a:cs typeface="+mn-cs"/>
              </a:defRPr>
            </a:lvl5pPr>
            <a:lvl6pPr marL="296712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6pPr>
            <a:lvl7pPr marL="3560546"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7pPr>
            <a:lvl8pPr marL="415397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8pPr>
            <a:lvl9pPr marL="4747395"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9pPr>
          </a:lstStyle>
          <a:p>
            <a:pPr algn="ctr"/>
            <a:r>
              <a:rPr lang="zh-CN" altLang="en-US" kern="0" dirty="0">
                <a:solidFill>
                  <a:schemeClr val="tx1"/>
                </a:solidFill>
                <a:latin typeface="+mj-ea"/>
                <a:ea typeface="+mj-ea"/>
              </a:rPr>
              <a:t>知识</a:t>
            </a:r>
          </a:p>
        </p:txBody>
      </p:sp>
      <p:sp>
        <p:nvSpPr>
          <p:cNvPr id="12" name="副标题 5">
            <a:extLst>
              <a:ext uri="{FF2B5EF4-FFF2-40B4-BE49-F238E27FC236}">
                <a16:creationId xmlns:a16="http://schemas.microsoft.com/office/drawing/2014/main" id="{8C3A3010-8C04-44E4-A228-2B18BBD127D6}"/>
              </a:ext>
            </a:extLst>
          </p:cNvPr>
          <p:cNvSpPr txBox="1">
            <a:spLocks/>
          </p:cNvSpPr>
          <p:nvPr/>
        </p:nvSpPr>
        <p:spPr bwMode="auto">
          <a:xfrm>
            <a:off x="5547740" y="2376895"/>
            <a:ext cx="1224170" cy="432060"/>
          </a:xfrm>
          <a:prstGeom prst="rect">
            <a:avLst/>
          </a:prstGeom>
          <a:noFill/>
          <a:ln w="9525">
            <a:solidFill>
              <a:schemeClr val="tx1"/>
            </a:solidFill>
            <a:miter lim="800000"/>
            <a:headEnd/>
            <a:tailEnd/>
          </a:ln>
        </p:spPr>
        <p:txBody>
          <a:bodyPr vert="horz" wrap="square" lIns="0" tIns="0" rIns="0" bIns="0" numCol="1" anchor="t" anchorCtr="0" compatLnSpc="1">
            <a:prstTxWarp prst="textNoShape">
              <a:avLst/>
            </a:prstTxWarp>
            <a:normAutofit/>
          </a:bodyPr>
          <a:lstStyle>
            <a:lvl1pPr marL="0" indent="0" algn="l" rtl="0" eaLnBrk="0" fontAlgn="base" hangingPunct="0">
              <a:lnSpc>
                <a:spcPts val="3428"/>
              </a:lnSpc>
              <a:spcBef>
                <a:spcPts val="0"/>
              </a:spcBef>
              <a:spcAft>
                <a:spcPct val="0"/>
              </a:spcAft>
              <a:buClr>
                <a:srgbClr val="777777"/>
              </a:buClr>
              <a:buSzPct val="60000"/>
              <a:buFont typeface="Wingdings" pitchFamily="2" charset="2"/>
              <a:buNone/>
              <a:defRPr sz="2799" b="1" baseline="0">
                <a:solidFill>
                  <a:srgbClr val="2F5597"/>
                </a:solidFill>
                <a:latin typeface="Microsoft YaHei" panose="020B0503020204020204" pitchFamily="34" charset="-122"/>
                <a:ea typeface="Microsoft YaHei" panose="020B0503020204020204" pitchFamily="34" charset="-122"/>
                <a:cs typeface="+mn-cs"/>
              </a:defRPr>
            </a:lvl1pPr>
            <a:lvl2pPr marL="593425" indent="0" algn="ctr" rtl="0" eaLnBrk="0" fontAlgn="base" hangingPunct="0">
              <a:lnSpc>
                <a:spcPct val="140000"/>
              </a:lnSpc>
              <a:spcBef>
                <a:spcPct val="0"/>
              </a:spcBef>
              <a:spcAft>
                <a:spcPct val="0"/>
              </a:spcAft>
              <a:buSzPct val="50000"/>
              <a:buFont typeface="Wingdings" pitchFamily="2" charset="2"/>
              <a:buNone/>
              <a:defRPr sz="2596">
                <a:solidFill>
                  <a:schemeClr val="tx1"/>
                </a:solidFill>
                <a:latin typeface="微软雅黑" panose="020B0503020204020204" pitchFamily="34" charset="-122"/>
                <a:ea typeface="微软雅黑" panose="020B0503020204020204" pitchFamily="34" charset="-122"/>
                <a:cs typeface="+mn-cs"/>
              </a:defRPr>
            </a:lvl2pPr>
            <a:lvl3pPr marL="1186848" indent="0" algn="ctr" rtl="0" eaLnBrk="0" fontAlgn="base" hangingPunct="0">
              <a:lnSpc>
                <a:spcPct val="140000"/>
              </a:lnSpc>
              <a:spcBef>
                <a:spcPct val="0"/>
              </a:spcBef>
              <a:spcAft>
                <a:spcPct val="0"/>
              </a:spcAft>
              <a:buSzPct val="50000"/>
              <a:buFont typeface="Wingdings" pitchFamily="2" charset="2"/>
              <a:buNone/>
              <a:defRPr sz="2336">
                <a:solidFill>
                  <a:schemeClr val="tx1"/>
                </a:solidFill>
                <a:latin typeface="微软雅黑" panose="020B0503020204020204" pitchFamily="34" charset="-122"/>
                <a:ea typeface="微软雅黑" panose="020B0503020204020204" pitchFamily="34" charset="-122"/>
                <a:cs typeface="+mn-cs"/>
              </a:defRPr>
            </a:lvl3pPr>
            <a:lvl4pPr marL="1780274" indent="0" algn="ctr" rtl="0" eaLnBrk="0" fontAlgn="base" hangingPunct="0">
              <a:lnSpc>
                <a:spcPct val="140000"/>
              </a:lnSpc>
              <a:spcBef>
                <a:spcPct val="0"/>
              </a:spcBef>
              <a:spcAft>
                <a:spcPct val="0"/>
              </a:spcAft>
              <a:buNone/>
              <a:defRPr sz="2077">
                <a:solidFill>
                  <a:schemeClr val="tx1"/>
                </a:solidFill>
                <a:latin typeface="微软雅黑" panose="020B0503020204020204" pitchFamily="34" charset="-122"/>
                <a:ea typeface="微软雅黑" panose="020B0503020204020204" pitchFamily="34" charset="-122"/>
                <a:cs typeface="+mn-cs"/>
              </a:defRPr>
            </a:lvl4pPr>
            <a:lvl5pPr marL="2373698" indent="0" algn="ctr" rtl="0" eaLnBrk="0" fontAlgn="base" hangingPunct="0">
              <a:lnSpc>
                <a:spcPct val="140000"/>
              </a:lnSpc>
              <a:spcBef>
                <a:spcPct val="0"/>
              </a:spcBef>
              <a:spcAft>
                <a:spcPct val="0"/>
              </a:spcAft>
              <a:buFont typeface="Arial" charset="0"/>
              <a:buNone/>
              <a:defRPr sz="2077">
                <a:solidFill>
                  <a:schemeClr val="tx1"/>
                </a:solidFill>
                <a:latin typeface="微软雅黑" panose="020B0503020204020204" pitchFamily="34" charset="-122"/>
                <a:ea typeface="微软雅黑" panose="020B0503020204020204" pitchFamily="34" charset="-122"/>
                <a:cs typeface="+mn-cs"/>
              </a:defRPr>
            </a:lvl5pPr>
            <a:lvl6pPr marL="296712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6pPr>
            <a:lvl7pPr marL="3560546"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7pPr>
            <a:lvl8pPr marL="415397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8pPr>
            <a:lvl9pPr marL="4747395"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9pPr>
          </a:lstStyle>
          <a:p>
            <a:pPr algn="ctr"/>
            <a:r>
              <a:rPr lang="zh-CN" altLang="en-US" kern="0" dirty="0">
                <a:solidFill>
                  <a:schemeClr val="tx1"/>
                </a:solidFill>
                <a:latin typeface="+mj-ea"/>
                <a:ea typeface="+mj-ea"/>
              </a:rPr>
              <a:t>能力</a:t>
            </a:r>
          </a:p>
        </p:txBody>
      </p:sp>
      <p:sp>
        <p:nvSpPr>
          <p:cNvPr id="13" name="副标题 5">
            <a:extLst>
              <a:ext uri="{FF2B5EF4-FFF2-40B4-BE49-F238E27FC236}">
                <a16:creationId xmlns:a16="http://schemas.microsoft.com/office/drawing/2014/main" id="{08FB6D71-1AF8-4709-A0D5-E0B0510E1421}"/>
              </a:ext>
            </a:extLst>
          </p:cNvPr>
          <p:cNvSpPr txBox="1">
            <a:spLocks/>
          </p:cNvSpPr>
          <p:nvPr/>
        </p:nvSpPr>
        <p:spPr bwMode="auto">
          <a:xfrm>
            <a:off x="7131960" y="2376895"/>
            <a:ext cx="1224170" cy="432060"/>
          </a:xfrm>
          <a:prstGeom prst="rect">
            <a:avLst/>
          </a:prstGeom>
          <a:noFill/>
          <a:ln w="9525">
            <a:solidFill>
              <a:schemeClr val="tx1"/>
            </a:solidFill>
            <a:miter lim="800000"/>
            <a:headEnd/>
            <a:tailEnd/>
          </a:ln>
        </p:spPr>
        <p:txBody>
          <a:bodyPr vert="horz" wrap="square" lIns="0" tIns="0" rIns="0" bIns="0" numCol="1" anchor="t" anchorCtr="0" compatLnSpc="1">
            <a:prstTxWarp prst="textNoShape">
              <a:avLst/>
            </a:prstTxWarp>
            <a:normAutofit/>
          </a:bodyPr>
          <a:lstStyle>
            <a:lvl1pPr marL="0" indent="0" algn="l" rtl="0" eaLnBrk="0" fontAlgn="base" hangingPunct="0">
              <a:lnSpc>
                <a:spcPts val="3428"/>
              </a:lnSpc>
              <a:spcBef>
                <a:spcPts val="0"/>
              </a:spcBef>
              <a:spcAft>
                <a:spcPct val="0"/>
              </a:spcAft>
              <a:buClr>
                <a:srgbClr val="777777"/>
              </a:buClr>
              <a:buSzPct val="60000"/>
              <a:buFont typeface="Wingdings" pitchFamily="2" charset="2"/>
              <a:buNone/>
              <a:defRPr sz="2799" b="1" baseline="0">
                <a:solidFill>
                  <a:srgbClr val="2F5597"/>
                </a:solidFill>
                <a:latin typeface="Microsoft YaHei" panose="020B0503020204020204" pitchFamily="34" charset="-122"/>
                <a:ea typeface="Microsoft YaHei" panose="020B0503020204020204" pitchFamily="34" charset="-122"/>
                <a:cs typeface="+mn-cs"/>
              </a:defRPr>
            </a:lvl1pPr>
            <a:lvl2pPr marL="593425" indent="0" algn="ctr" rtl="0" eaLnBrk="0" fontAlgn="base" hangingPunct="0">
              <a:lnSpc>
                <a:spcPct val="140000"/>
              </a:lnSpc>
              <a:spcBef>
                <a:spcPct val="0"/>
              </a:spcBef>
              <a:spcAft>
                <a:spcPct val="0"/>
              </a:spcAft>
              <a:buSzPct val="50000"/>
              <a:buFont typeface="Wingdings" pitchFamily="2" charset="2"/>
              <a:buNone/>
              <a:defRPr sz="2596">
                <a:solidFill>
                  <a:schemeClr val="tx1"/>
                </a:solidFill>
                <a:latin typeface="微软雅黑" panose="020B0503020204020204" pitchFamily="34" charset="-122"/>
                <a:ea typeface="微软雅黑" panose="020B0503020204020204" pitchFamily="34" charset="-122"/>
                <a:cs typeface="+mn-cs"/>
              </a:defRPr>
            </a:lvl2pPr>
            <a:lvl3pPr marL="1186848" indent="0" algn="ctr" rtl="0" eaLnBrk="0" fontAlgn="base" hangingPunct="0">
              <a:lnSpc>
                <a:spcPct val="140000"/>
              </a:lnSpc>
              <a:spcBef>
                <a:spcPct val="0"/>
              </a:spcBef>
              <a:spcAft>
                <a:spcPct val="0"/>
              </a:spcAft>
              <a:buSzPct val="50000"/>
              <a:buFont typeface="Wingdings" pitchFamily="2" charset="2"/>
              <a:buNone/>
              <a:defRPr sz="2336">
                <a:solidFill>
                  <a:schemeClr val="tx1"/>
                </a:solidFill>
                <a:latin typeface="微软雅黑" panose="020B0503020204020204" pitchFamily="34" charset="-122"/>
                <a:ea typeface="微软雅黑" panose="020B0503020204020204" pitchFamily="34" charset="-122"/>
                <a:cs typeface="+mn-cs"/>
              </a:defRPr>
            </a:lvl3pPr>
            <a:lvl4pPr marL="1780274" indent="0" algn="ctr" rtl="0" eaLnBrk="0" fontAlgn="base" hangingPunct="0">
              <a:lnSpc>
                <a:spcPct val="140000"/>
              </a:lnSpc>
              <a:spcBef>
                <a:spcPct val="0"/>
              </a:spcBef>
              <a:spcAft>
                <a:spcPct val="0"/>
              </a:spcAft>
              <a:buNone/>
              <a:defRPr sz="2077">
                <a:solidFill>
                  <a:schemeClr val="tx1"/>
                </a:solidFill>
                <a:latin typeface="微软雅黑" panose="020B0503020204020204" pitchFamily="34" charset="-122"/>
                <a:ea typeface="微软雅黑" panose="020B0503020204020204" pitchFamily="34" charset="-122"/>
                <a:cs typeface="+mn-cs"/>
              </a:defRPr>
            </a:lvl4pPr>
            <a:lvl5pPr marL="2373698" indent="0" algn="ctr" rtl="0" eaLnBrk="0" fontAlgn="base" hangingPunct="0">
              <a:lnSpc>
                <a:spcPct val="140000"/>
              </a:lnSpc>
              <a:spcBef>
                <a:spcPct val="0"/>
              </a:spcBef>
              <a:spcAft>
                <a:spcPct val="0"/>
              </a:spcAft>
              <a:buFont typeface="Arial" charset="0"/>
              <a:buNone/>
              <a:defRPr sz="2077">
                <a:solidFill>
                  <a:schemeClr val="tx1"/>
                </a:solidFill>
                <a:latin typeface="微软雅黑" panose="020B0503020204020204" pitchFamily="34" charset="-122"/>
                <a:ea typeface="微软雅黑" panose="020B0503020204020204" pitchFamily="34" charset="-122"/>
                <a:cs typeface="+mn-cs"/>
              </a:defRPr>
            </a:lvl5pPr>
            <a:lvl6pPr marL="296712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6pPr>
            <a:lvl7pPr marL="3560546"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7pPr>
            <a:lvl8pPr marL="415397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8pPr>
            <a:lvl9pPr marL="4747395"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9pPr>
          </a:lstStyle>
          <a:p>
            <a:pPr algn="ctr"/>
            <a:r>
              <a:rPr lang="zh-CN" altLang="en-US" kern="0" dirty="0">
                <a:solidFill>
                  <a:schemeClr val="tx1"/>
                </a:solidFill>
                <a:latin typeface="+mj-ea"/>
                <a:ea typeface="+mj-ea"/>
              </a:rPr>
              <a:t>素质</a:t>
            </a:r>
          </a:p>
        </p:txBody>
      </p:sp>
      <p:cxnSp>
        <p:nvCxnSpPr>
          <p:cNvPr id="14" name="直接连接符 13">
            <a:extLst>
              <a:ext uri="{FF2B5EF4-FFF2-40B4-BE49-F238E27FC236}">
                <a16:creationId xmlns:a16="http://schemas.microsoft.com/office/drawing/2014/main" id="{12E35DB9-82DF-41F1-BA29-8A0DBF77E853}"/>
              </a:ext>
            </a:extLst>
          </p:cNvPr>
          <p:cNvCxnSpPr>
            <a:cxnSpLocks/>
            <a:endCxn id="11" idx="0"/>
          </p:cNvCxnSpPr>
          <p:nvPr/>
        </p:nvCxnSpPr>
        <p:spPr bwMode="auto">
          <a:xfrm>
            <a:off x="4719625" y="1872825"/>
            <a:ext cx="0" cy="50407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直接连接符 14">
            <a:extLst>
              <a:ext uri="{FF2B5EF4-FFF2-40B4-BE49-F238E27FC236}">
                <a16:creationId xmlns:a16="http://schemas.microsoft.com/office/drawing/2014/main" id="{006D341F-0934-4141-BC92-1909B13609AC}"/>
              </a:ext>
            </a:extLst>
          </p:cNvPr>
          <p:cNvCxnSpPr>
            <a:cxnSpLocks/>
            <a:stCxn id="10" idx="2"/>
            <a:endCxn id="12" idx="0"/>
          </p:cNvCxnSpPr>
          <p:nvPr/>
        </p:nvCxnSpPr>
        <p:spPr bwMode="auto">
          <a:xfrm>
            <a:off x="6147262" y="1512775"/>
            <a:ext cx="12563" cy="86412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直接连接符 15">
            <a:extLst>
              <a:ext uri="{FF2B5EF4-FFF2-40B4-BE49-F238E27FC236}">
                <a16:creationId xmlns:a16="http://schemas.microsoft.com/office/drawing/2014/main" id="{031C7C7E-3F65-4688-8E7E-02F8AF810282}"/>
              </a:ext>
            </a:extLst>
          </p:cNvPr>
          <p:cNvCxnSpPr>
            <a:cxnSpLocks/>
          </p:cNvCxnSpPr>
          <p:nvPr/>
        </p:nvCxnSpPr>
        <p:spPr bwMode="auto">
          <a:xfrm>
            <a:off x="7708040" y="1872825"/>
            <a:ext cx="0" cy="50407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直接连接符 16">
            <a:extLst>
              <a:ext uri="{FF2B5EF4-FFF2-40B4-BE49-F238E27FC236}">
                <a16:creationId xmlns:a16="http://schemas.microsoft.com/office/drawing/2014/main" id="{1B3FE132-9DBA-4DC3-885F-C381AA8BF64C}"/>
              </a:ext>
            </a:extLst>
          </p:cNvPr>
          <p:cNvCxnSpPr>
            <a:cxnSpLocks/>
          </p:cNvCxnSpPr>
          <p:nvPr/>
        </p:nvCxnSpPr>
        <p:spPr bwMode="auto">
          <a:xfrm flipH="1">
            <a:off x="4719625" y="1872825"/>
            <a:ext cx="2988415"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副标题 5">
            <a:extLst>
              <a:ext uri="{FF2B5EF4-FFF2-40B4-BE49-F238E27FC236}">
                <a16:creationId xmlns:a16="http://schemas.microsoft.com/office/drawing/2014/main" id="{48D32CF0-582A-4EAE-97B8-BB487909A388}"/>
              </a:ext>
            </a:extLst>
          </p:cNvPr>
          <p:cNvSpPr txBox="1">
            <a:spLocks/>
          </p:cNvSpPr>
          <p:nvPr/>
        </p:nvSpPr>
        <p:spPr bwMode="auto">
          <a:xfrm>
            <a:off x="2460353" y="3169005"/>
            <a:ext cx="1224170" cy="432060"/>
          </a:xfrm>
          <a:prstGeom prst="rect">
            <a:avLst/>
          </a:prstGeom>
          <a:noFill/>
          <a:ln w="9525">
            <a:solidFill>
              <a:schemeClr val="tx1"/>
            </a:solidFill>
            <a:miter lim="800000"/>
            <a:headEnd/>
            <a:tailEnd/>
          </a:ln>
        </p:spPr>
        <p:txBody>
          <a:bodyPr vert="horz" wrap="square" lIns="0" tIns="0" rIns="0" bIns="0" numCol="1" anchor="t" anchorCtr="0" compatLnSpc="1">
            <a:prstTxWarp prst="textNoShape">
              <a:avLst/>
            </a:prstTxWarp>
            <a:normAutofit/>
          </a:bodyPr>
          <a:lstStyle>
            <a:lvl1pPr marL="0" indent="0" algn="l" rtl="0" eaLnBrk="0" fontAlgn="base" hangingPunct="0">
              <a:lnSpc>
                <a:spcPts val="3428"/>
              </a:lnSpc>
              <a:spcBef>
                <a:spcPts val="0"/>
              </a:spcBef>
              <a:spcAft>
                <a:spcPct val="0"/>
              </a:spcAft>
              <a:buClr>
                <a:srgbClr val="777777"/>
              </a:buClr>
              <a:buSzPct val="60000"/>
              <a:buFont typeface="Wingdings" pitchFamily="2" charset="2"/>
              <a:buNone/>
              <a:defRPr sz="2799" b="1" baseline="0">
                <a:solidFill>
                  <a:srgbClr val="2F5597"/>
                </a:solidFill>
                <a:latin typeface="Microsoft YaHei" panose="020B0503020204020204" pitchFamily="34" charset="-122"/>
                <a:ea typeface="Microsoft YaHei" panose="020B0503020204020204" pitchFamily="34" charset="-122"/>
                <a:cs typeface="+mn-cs"/>
              </a:defRPr>
            </a:lvl1pPr>
            <a:lvl2pPr marL="593425" indent="0" algn="ctr" rtl="0" eaLnBrk="0" fontAlgn="base" hangingPunct="0">
              <a:lnSpc>
                <a:spcPct val="140000"/>
              </a:lnSpc>
              <a:spcBef>
                <a:spcPct val="0"/>
              </a:spcBef>
              <a:spcAft>
                <a:spcPct val="0"/>
              </a:spcAft>
              <a:buSzPct val="50000"/>
              <a:buFont typeface="Wingdings" pitchFamily="2" charset="2"/>
              <a:buNone/>
              <a:defRPr sz="2596">
                <a:solidFill>
                  <a:schemeClr val="tx1"/>
                </a:solidFill>
                <a:latin typeface="微软雅黑" panose="020B0503020204020204" pitchFamily="34" charset="-122"/>
                <a:ea typeface="微软雅黑" panose="020B0503020204020204" pitchFamily="34" charset="-122"/>
                <a:cs typeface="+mn-cs"/>
              </a:defRPr>
            </a:lvl2pPr>
            <a:lvl3pPr marL="1186848" indent="0" algn="ctr" rtl="0" eaLnBrk="0" fontAlgn="base" hangingPunct="0">
              <a:lnSpc>
                <a:spcPct val="140000"/>
              </a:lnSpc>
              <a:spcBef>
                <a:spcPct val="0"/>
              </a:spcBef>
              <a:spcAft>
                <a:spcPct val="0"/>
              </a:spcAft>
              <a:buSzPct val="50000"/>
              <a:buFont typeface="Wingdings" pitchFamily="2" charset="2"/>
              <a:buNone/>
              <a:defRPr sz="2336">
                <a:solidFill>
                  <a:schemeClr val="tx1"/>
                </a:solidFill>
                <a:latin typeface="微软雅黑" panose="020B0503020204020204" pitchFamily="34" charset="-122"/>
                <a:ea typeface="微软雅黑" panose="020B0503020204020204" pitchFamily="34" charset="-122"/>
                <a:cs typeface="+mn-cs"/>
              </a:defRPr>
            </a:lvl3pPr>
            <a:lvl4pPr marL="1780274" indent="0" algn="ctr" rtl="0" eaLnBrk="0" fontAlgn="base" hangingPunct="0">
              <a:lnSpc>
                <a:spcPct val="140000"/>
              </a:lnSpc>
              <a:spcBef>
                <a:spcPct val="0"/>
              </a:spcBef>
              <a:spcAft>
                <a:spcPct val="0"/>
              </a:spcAft>
              <a:buNone/>
              <a:defRPr sz="2077">
                <a:solidFill>
                  <a:schemeClr val="tx1"/>
                </a:solidFill>
                <a:latin typeface="微软雅黑" panose="020B0503020204020204" pitchFamily="34" charset="-122"/>
                <a:ea typeface="微软雅黑" panose="020B0503020204020204" pitchFamily="34" charset="-122"/>
                <a:cs typeface="+mn-cs"/>
              </a:defRPr>
            </a:lvl4pPr>
            <a:lvl5pPr marL="2373698" indent="0" algn="ctr" rtl="0" eaLnBrk="0" fontAlgn="base" hangingPunct="0">
              <a:lnSpc>
                <a:spcPct val="140000"/>
              </a:lnSpc>
              <a:spcBef>
                <a:spcPct val="0"/>
              </a:spcBef>
              <a:spcAft>
                <a:spcPct val="0"/>
              </a:spcAft>
              <a:buFont typeface="Arial" charset="0"/>
              <a:buNone/>
              <a:defRPr sz="2077">
                <a:solidFill>
                  <a:schemeClr val="tx1"/>
                </a:solidFill>
                <a:latin typeface="微软雅黑" panose="020B0503020204020204" pitchFamily="34" charset="-122"/>
                <a:ea typeface="微软雅黑" panose="020B0503020204020204" pitchFamily="34" charset="-122"/>
                <a:cs typeface="+mn-cs"/>
              </a:defRPr>
            </a:lvl5pPr>
            <a:lvl6pPr marL="296712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6pPr>
            <a:lvl7pPr marL="3560546"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7pPr>
            <a:lvl8pPr marL="415397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8pPr>
            <a:lvl9pPr marL="4747395"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9pPr>
          </a:lstStyle>
          <a:p>
            <a:pPr algn="ctr"/>
            <a:r>
              <a:rPr lang="zh-CN" altLang="en-US" sz="1700" kern="0" dirty="0">
                <a:solidFill>
                  <a:schemeClr val="tx1"/>
                </a:solidFill>
                <a:latin typeface="+mj-ea"/>
                <a:ea typeface="+mj-ea"/>
              </a:rPr>
              <a:t>课程学习</a:t>
            </a:r>
          </a:p>
        </p:txBody>
      </p:sp>
      <p:sp>
        <p:nvSpPr>
          <p:cNvPr id="19" name="副标题 5">
            <a:extLst>
              <a:ext uri="{FF2B5EF4-FFF2-40B4-BE49-F238E27FC236}">
                <a16:creationId xmlns:a16="http://schemas.microsoft.com/office/drawing/2014/main" id="{65EFDA4C-A67B-43BA-8EF5-6F3722A749B7}"/>
              </a:ext>
            </a:extLst>
          </p:cNvPr>
          <p:cNvSpPr txBox="1">
            <a:spLocks/>
          </p:cNvSpPr>
          <p:nvPr/>
        </p:nvSpPr>
        <p:spPr bwMode="auto">
          <a:xfrm>
            <a:off x="2468048" y="4681215"/>
            <a:ext cx="1224170" cy="432060"/>
          </a:xfrm>
          <a:prstGeom prst="rect">
            <a:avLst/>
          </a:prstGeom>
          <a:noFill/>
          <a:ln w="9525">
            <a:solidFill>
              <a:schemeClr val="tx1"/>
            </a:solidFill>
            <a:miter lim="800000"/>
            <a:headEnd/>
            <a:tailEnd/>
          </a:ln>
        </p:spPr>
        <p:txBody>
          <a:bodyPr vert="horz" wrap="square" lIns="0" tIns="0" rIns="0" bIns="0" numCol="1" anchor="t" anchorCtr="0" compatLnSpc="1">
            <a:prstTxWarp prst="textNoShape">
              <a:avLst/>
            </a:prstTxWarp>
            <a:normAutofit/>
          </a:bodyPr>
          <a:lstStyle>
            <a:lvl1pPr marL="0" indent="0" algn="l" rtl="0" eaLnBrk="0" fontAlgn="base" hangingPunct="0">
              <a:lnSpc>
                <a:spcPts val="3428"/>
              </a:lnSpc>
              <a:spcBef>
                <a:spcPts val="0"/>
              </a:spcBef>
              <a:spcAft>
                <a:spcPct val="0"/>
              </a:spcAft>
              <a:buClr>
                <a:srgbClr val="777777"/>
              </a:buClr>
              <a:buSzPct val="60000"/>
              <a:buFont typeface="Wingdings" pitchFamily="2" charset="2"/>
              <a:buNone/>
              <a:defRPr sz="2799" b="1" baseline="0">
                <a:solidFill>
                  <a:srgbClr val="2F5597"/>
                </a:solidFill>
                <a:latin typeface="Microsoft YaHei" panose="020B0503020204020204" pitchFamily="34" charset="-122"/>
                <a:ea typeface="Microsoft YaHei" panose="020B0503020204020204" pitchFamily="34" charset="-122"/>
                <a:cs typeface="+mn-cs"/>
              </a:defRPr>
            </a:lvl1pPr>
            <a:lvl2pPr marL="593425" indent="0" algn="ctr" rtl="0" eaLnBrk="0" fontAlgn="base" hangingPunct="0">
              <a:lnSpc>
                <a:spcPct val="140000"/>
              </a:lnSpc>
              <a:spcBef>
                <a:spcPct val="0"/>
              </a:spcBef>
              <a:spcAft>
                <a:spcPct val="0"/>
              </a:spcAft>
              <a:buSzPct val="50000"/>
              <a:buFont typeface="Wingdings" pitchFamily="2" charset="2"/>
              <a:buNone/>
              <a:defRPr sz="2596">
                <a:solidFill>
                  <a:schemeClr val="tx1"/>
                </a:solidFill>
                <a:latin typeface="微软雅黑" panose="020B0503020204020204" pitchFamily="34" charset="-122"/>
                <a:ea typeface="微软雅黑" panose="020B0503020204020204" pitchFamily="34" charset="-122"/>
                <a:cs typeface="+mn-cs"/>
              </a:defRPr>
            </a:lvl2pPr>
            <a:lvl3pPr marL="1186848" indent="0" algn="ctr" rtl="0" eaLnBrk="0" fontAlgn="base" hangingPunct="0">
              <a:lnSpc>
                <a:spcPct val="140000"/>
              </a:lnSpc>
              <a:spcBef>
                <a:spcPct val="0"/>
              </a:spcBef>
              <a:spcAft>
                <a:spcPct val="0"/>
              </a:spcAft>
              <a:buSzPct val="50000"/>
              <a:buFont typeface="Wingdings" pitchFamily="2" charset="2"/>
              <a:buNone/>
              <a:defRPr sz="2336">
                <a:solidFill>
                  <a:schemeClr val="tx1"/>
                </a:solidFill>
                <a:latin typeface="微软雅黑" panose="020B0503020204020204" pitchFamily="34" charset="-122"/>
                <a:ea typeface="微软雅黑" panose="020B0503020204020204" pitchFamily="34" charset="-122"/>
                <a:cs typeface="+mn-cs"/>
              </a:defRPr>
            </a:lvl3pPr>
            <a:lvl4pPr marL="1780274" indent="0" algn="ctr" rtl="0" eaLnBrk="0" fontAlgn="base" hangingPunct="0">
              <a:lnSpc>
                <a:spcPct val="140000"/>
              </a:lnSpc>
              <a:spcBef>
                <a:spcPct val="0"/>
              </a:spcBef>
              <a:spcAft>
                <a:spcPct val="0"/>
              </a:spcAft>
              <a:buNone/>
              <a:defRPr sz="2077">
                <a:solidFill>
                  <a:schemeClr val="tx1"/>
                </a:solidFill>
                <a:latin typeface="微软雅黑" panose="020B0503020204020204" pitchFamily="34" charset="-122"/>
                <a:ea typeface="微软雅黑" panose="020B0503020204020204" pitchFamily="34" charset="-122"/>
                <a:cs typeface="+mn-cs"/>
              </a:defRPr>
            </a:lvl4pPr>
            <a:lvl5pPr marL="2373698" indent="0" algn="ctr" rtl="0" eaLnBrk="0" fontAlgn="base" hangingPunct="0">
              <a:lnSpc>
                <a:spcPct val="140000"/>
              </a:lnSpc>
              <a:spcBef>
                <a:spcPct val="0"/>
              </a:spcBef>
              <a:spcAft>
                <a:spcPct val="0"/>
              </a:spcAft>
              <a:buFont typeface="Arial" charset="0"/>
              <a:buNone/>
              <a:defRPr sz="2077">
                <a:solidFill>
                  <a:schemeClr val="tx1"/>
                </a:solidFill>
                <a:latin typeface="微软雅黑" panose="020B0503020204020204" pitchFamily="34" charset="-122"/>
                <a:ea typeface="微软雅黑" panose="020B0503020204020204" pitchFamily="34" charset="-122"/>
                <a:cs typeface="+mn-cs"/>
              </a:defRPr>
            </a:lvl5pPr>
            <a:lvl6pPr marL="296712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6pPr>
            <a:lvl7pPr marL="3560546"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7pPr>
            <a:lvl8pPr marL="415397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8pPr>
            <a:lvl9pPr marL="4747395"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9pPr>
          </a:lstStyle>
          <a:p>
            <a:pPr algn="ctr"/>
            <a:r>
              <a:rPr lang="zh-CN" altLang="en-US" sz="1700" kern="0" dirty="0">
                <a:solidFill>
                  <a:schemeClr val="tx1"/>
                </a:solidFill>
                <a:highlight>
                  <a:srgbClr val="FFFF00"/>
                </a:highlight>
                <a:latin typeface="+mj-ea"/>
                <a:ea typeface="+mj-ea"/>
              </a:rPr>
              <a:t>学位论文</a:t>
            </a:r>
          </a:p>
        </p:txBody>
      </p:sp>
      <p:sp>
        <p:nvSpPr>
          <p:cNvPr id="20" name="副标题 5">
            <a:extLst>
              <a:ext uri="{FF2B5EF4-FFF2-40B4-BE49-F238E27FC236}">
                <a16:creationId xmlns:a16="http://schemas.microsoft.com/office/drawing/2014/main" id="{504E6C8A-F050-4EE6-9DD1-77ED2B781EA8}"/>
              </a:ext>
            </a:extLst>
          </p:cNvPr>
          <p:cNvSpPr txBox="1">
            <a:spLocks/>
          </p:cNvSpPr>
          <p:nvPr/>
        </p:nvSpPr>
        <p:spPr bwMode="auto">
          <a:xfrm>
            <a:off x="2468048" y="5437320"/>
            <a:ext cx="1224170" cy="432060"/>
          </a:xfrm>
          <a:prstGeom prst="rect">
            <a:avLst/>
          </a:prstGeom>
          <a:noFill/>
          <a:ln w="9525">
            <a:solidFill>
              <a:schemeClr val="tx1"/>
            </a:solidFill>
            <a:miter lim="800000"/>
            <a:headEnd/>
            <a:tailEnd/>
          </a:ln>
        </p:spPr>
        <p:txBody>
          <a:bodyPr vert="horz" wrap="square" lIns="0" tIns="0" rIns="0" bIns="0" numCol="1" anchor="t" anchorCtr="0" compatLnSpc="1">
            <a:prstTxWarp prst="textNoShape">
              <a:avLst/>
            </a:prstTxWarp>
            <a:normAutofit fontScale="47500" lnSpcReduction="20000"/>
          </a:bodyPr>
          <a:lstStyle>
            <a:lvl1pPr marL="0" indent="0" algn="l" rtl="0" eaLnBrk="0" fontAlgn="base" hangingPunct="0">
              <a:lnSpc>
                <a:spcPts val="3428"/>
              </a:lnSpc>
              <a:spcBef>
                <a:spcPts val="0"/>
              </a:spcBef>
              <a:spcAft>
                <a:spcPct val="0"/>
              </a:spcAft>
              <a:buClr>
                <a:srgbClr val="777777"/>
              </a:buClr>
              <a:buSzPct val="60000"/>
              <a:buFont typeface="Wingdings" pitchFamily="2" charset="2"/>
              <a:buNone/>
              <a:defRPr sz="2799" b="1" baseline="0">
                <a:solidFill>
                  <a:srgbClr val="2F5597"/>
                </a:solidFill>
                <a:latin typeface="Microsoft YaHei" panose="020B0503020204020204" pitchFamily="34" charset="-122"/>
                <a:ea typeface="Microsoft YaHei" panose="020B0503020204020204" pitchFamily="34" charset="-122"/>
                <a:cs typeface="+mn-cs"/>
              </a:defRPr>
            </a:lvl1pPr>
            <a:lvl2pPr marL="593425" indent="0" algn="ctr" rtl="0" eaLnBrk="0" fontAlgn="base" hangingPunct="0">
              <a:lnSpc>
                <a:spcPct val="140000"/>
              </a:lnSpc>
              <a:spcBef>
                <a:spcPct val="0"/>
              </a:spcBef>
              <a:spcAft>
                <a:spcPct val="0"/>
              </a:spcAft>
              <a:buSzPct val="50000"/>
              <a:buFont typeface="Wingdings" pitchFamily="2" charset="2"/>
              <a:buNone/>
              <a:defRPr sz="2596">
                <a:solidFill>
                  <a:schemeClr val="tx1"/>
                </a:solidFill>
                <a:latin typeface="微软雅黑" panose="020B0503020204020204" pitchFamily="34" charset="-122"/>
                <a:ea typeface="微软雅黑" panose="020B0503020204020204" pitchFamily="34" charset="-122"/>
                <a:cs typeface="+mn-cs"/>
              </a:defRPr>
            </a:lvl2pPr>
            <a:lvl3pPr marL="1186848" indent="0" algn="ctr" rtl="0" eaLnBrk="0" fontAlgn="base" hangingPunct="0">
              <a:lnSpc>
                <a:spcPct val="140000"/>
              </a:lnSpc>
              <a:spcBef>
                <a:spcPct val="0"/>
              </a:spcBef>
              <a:spcAft>
                <a:spcPct val="0"/>
              </a:spcAft>
              <a:buSzPct val="50000"/>
              <a:buFont typeface="Wingdings" pitchFamily="2" charset="2"/>
              <a:buNone/>
              <a:defRPr sz="2336">
                <a:solidFill>
                  <a:schemeClr val="tx1"/>
                </a:solidFill>
                <a:latin typeface="微软雅黑" panose="020B0503020204020204" pitchFamily="34" charset="-122"/>
                <a:ea typeface="微软雅黑" panose="020B0503020204020204" pitchFamily="34" charset="-122"/>
                <a:cs typeface="+mn-cs"/>
              </a:defRPr>
            </a:lvl3pPr>
            <a:lvl4pPr marL="1780274" indent="0" algn="ctr" rtl="0" eaLnBrk="0" fontAlgn="base" hangingPunct="0">
              <a:lnSpc>
                <a:spcPct val="140000"/>
              </a:lnSpc>
              <a:spcBef>
                <a:spcPct val="0"/>
              </a:spcBef>
              <a:spcAft>
                <a:spcPct val="0"/>
              </a:spcAft>
              <a:buNone/>
              <a:defRPr sz="2077">
                <a:solidFill>
                  <a:schemeClr val="tx1"/>
                </a:solidFill>
                <a:latin typeface="微软雅黑" panose="020B0503020204020204" pitchFamily="34" charset="-122"/>
                <a:ea typeface="微软雅黑" panose="020B0503020204020204" pitchFamily="34" charset="-122"/>
                <a:cs typeface="+mn-cs"/>
              </a:defRPr>
            </a:lvl4pPr>
            <a:lvl5pPr marL="2373698" indent="0" algn="ctr" rtl="0" eaLnBrk="0" fontAlgn="base" hangingPunct="0">
              <a:lnSpc>
                <a:spcPct val="140000"/>
              </a:lnSpc>
              <a:spcBef>
                <a:spcPct val="0"/>
              </a:spcBef>
              <a:spcAft>
                <a:spcPct val="0"/>
              </a:spcAft>
              <a:buFont typeface="Arial" charset="0"/>
              <a:buNone/>
              <a:defRPr sz="2077">
                <a:solidFill>
                  <a:schemeClr val="tx1"/>
                </a:solidFill>
                <a:latin typeface="微软雅黑" panose="020B0503020204020204" pitchFamily="34" charset="-122"/>
                <a:ea typeface="微软雅黑" panose="020B0503020204020204" pitchFamily="34" charset="-122"/>
                <a:cs typeface="+mn-cs"/>
              </a:defRPr>
            </a:lvl5pPr>
            <a:lvl6pPr marL="296712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6pPr>
            <a:lvl7pPr marL="3560546"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7pPr>
            <a:lvl8pPr marL="415397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8pPr>
            <a:lvl9pPr marL="4747395"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9pPr>
          </a:lstStyle>
          <a:p>
            <a:pPr algn="ctr">
              <a:lnSpc>
                <a:spcPct val="120000"/>
              </a:lnSpc>
            </a:pPr>
            <a:r>
              <a:rPr lang="zh-CN" altLang="en-US" sz="2800" kern="0" dirty="0">
                <a:solidFill>
                  <a:schemeClr val="tx1"/>
                </a:solidFill>
                <a:latin typeface="+mj-ea"/>
                <a:ea typeface="+mj-ea"/>
              </a:rPr>
              <a:t>其它</a:t>
            </a:r>
            <a:endParaRPr lang="en-US" altLang="zh-CN" sz="2800" kern="0" dirty="0">
              <a:solidFill>
                <a:schemeClr val="tx1"/>
              </a:solidFill>
              <a:latin typeface="+mj-ea"/>
              <a:ea typeface="+mj-ea"/>
            </a:endParaRPr>
          </a:p>
          <a:p>
            <a:pPr algn="ctr">
              <a:lnSpc>
                <a:spcPct val="120000"/>
              </a:lnSpc>
            </a:pPr>
            <a:r>
              <a:rPr lang="zh-CN" altLang="en-US" sz="2800" kern="0" dirty="0">
                <a:solidFill>
                  <a:schemeClr val="tx1"/>
                </a:solidFill>
                <a:latin typeface="+mj-ea"/>
                <a:ea typeface="+mj-ea"/>
              </a:rPr>
              <a:t>（如竞赛）</a:t>
            </a:r>
          </a:p>
        </p:txBody>
      </p:sp>
      <p:sp>
        <p:nvSpPr>
          <p:cNvPr id="21" name="副标题 5">
            <a:extLst>
              <a:ext uri="{FF2B5EF4-FFF2-40B4-BE49-F238E27FC236}">
                <a16:creationId xmlns:a16="http://schemas.microsoft.com/office/drawing/2014/main" id="{D79880C9-5530-476A-9948-B33069D43644}"/>
              </a:ext>
            </a:extLst>
          </p:cNvPr>
          <p:cNvSpPr txBox="1">
            <a:spLocks/>
          </p:cNvSpPr>
          <p:nvPr/>
        </p:nvSpPr>
        <p:spPr bwMode="auto">
          <a:xfrm>
            <a:off x="2468048" y="3925110"/>
            <a:ext cx="1224170" cy="432060"/>
          </a:xfrm>
          <a:prstGeom prst="rect">
            <a:avLst/>
          </a:prstGeom>
          <a:noFill/>
          <a:ln w="9525">
            <a:solidFill>
              <a:schemeClr val="tx1"/>
            </a:solidFill>
            <a:miter lim="800000"/>
            <a:headEnd/>
            <a:tailEnd/>
          </a:ln>
        </p:spPr>
        <p:txBody>
          <a:bodyPr vert="horz" wrap="square" lIns="0" tIns="0" rIns="0" bIns="0" numCol="1" anchor="t" anchorCtr="0" compatLnSpc="1">
            <a:prstTxWarp prst="textNoShape">
              <a:avLst/>
            </a:prstTxWarp>
            <a:normAutofit/>
          </a:bodyPr>
          <a:lstStyle>
            <a:lvl1pPr marL="0" indent="0" algn="l" rtl="0" eaLnBrk="0" fontAlgn="base" hangingPunct="0">
              <a:lnSpc>
                <a:spcPts val="3428"/>
              </a:lnSpc>
              <a:spcBef>
                <a:spcPts val="0"/>
              </a:spcBef>
              <a:spcAft>
                <a:spcPct val="0"/>
              </a:spcAft>
              <a:buClr>
                <a:srgbClr val="777777"/>
              </a:buClr>
              <a:buSzPct val="60000"/>
              <a:buFont typeface="Wingdings" pitchFamily="2" charset="2"/>
              <a:buNone/>
              <a:defRPr sz="2799" b="1" baseline="0">
                <a:solidFill>
                  <a:srgbClr val="2F5597"/>
                </a:solidFill>
                <a:latin typeface="Microsoft YaHei" panose="020B0503020204020204" pitchFamily="34" charset="-122"/>
                <a:ea typeface="Microsoft YaHei" panose="020B0503020204020204" pitchFamily="34" charset="-122"/>
                <a:cs typeface="+mn-cs"/>
              </a:defRPr>
            </a:lvl1pPr>
            <a:lvl2pPr marL="593425" indent="0" algn="ctr" rtl="0" eaLnBrk="0" fontAlgn="base" hangingPunct="0">
              <a:lnSpc>
                <a:spcPct val="140000"/>
              </a:lnSpc>
              <a:spcBef>
                <a:spcPct val="0"/>
              </a:spcBef>
              <a:spcAft>
                <a:spcPct val="0"/>
              </a:spcAft>
              <a:buSzPct val="50000"/>
              <a:buFont typeface="Wingdings" pitchFamily="2" charset="2"/>
              <a:buNone/>
              <a:defRPr sz="2596">
                <a:solidFill>
                  <a:schemeClr val="tx1"/>
                </a:solidFill>
                <a:latin typeface="微软雅黑" panose="020B0503020204020204" pitchFamily="34" charset="-122"/>
                <a:ea typeface="微软雅黑" panose="020B0503020204020204" pitchFamily="34" charset="-122"/>
                <a:cs typeface="+mn-cs"/>
              </a:defRPr>
            </a:lvl2pPr>
            <a:lvl3pPr marL="1186848" indent="0" algn="ctr" rtl="0" eaLnBrk="0" fontAlgn="base" hangingPunct="0">
              <a:lnSpc>
                <a:spcPct val="140000"/>
              </a:lnSpc>
              <a:spcBef>
                <a:spcPct val="0"/>
              </a:spcBef>
              <a:spcAft>
                <a:spcPct val="0"/>
              </a:spcAft>
              <a:buSzPct val="50000"/>
              <a:buFont typeface="Wingdings" pitchFamily="2" charset="2"/>
              <a:buNone/>
              <a:defRPr sz="2336">
                <a:solidFill>
                  <a:schemeClr val="tx1"/>
                </a:solidFill>
                <a:latin typeface="微软雅黑" panose="020B0503020204020204" pitchFamily="34" charset="-122"/>
                <a:ea typeface="微软雅黑" panose="020B0503020204020204" pitchFamily="34" charset="-122"/>
                <a:cs typeface="+mn-cs"/>
              </a:defRPr>
            </a:lvl3pPr>
            <a:lvl4pPr marL="1780274" indent="0" algn="ctr" rtl="0" eaLnBrk="0" fontAlgn="base" hangingPunct="0">
              <a:lnSpc>
                <a:spcPct val="140000"/>
              </a:lnSpc>
              <a:spcBef>
                <a:spcPct val="0"/>
              </a:spcBef>
              <a:spcAft>
                <a:spcPct val="0"/>
              </a:spcAft>
              <a:buNone/>
              <a:defRPr sz="2077">
                <a:solidFill>
                  <a:schemeClr val="tx1"/>
                </a:solidFill>
                <a:latin typeface="微软雅黑" panose="020B0503020204020204" pitchFamily="34" charset="-122"/>
                <a:ea typeface="微软雅黑" panose="020B0503020204020204" pitchFamily="34" charset="-122"/>
                <a:cs typeface="+mn-cs"/>
              </a:defRPr>
            </a:lvl4pPr>
            <a:lvl5pPr marL="2373698" indent="0" algn="ctr" rtl="0" eaLnBrk="0" fontAlgn="base" hangingPunct="0">
              <a:lnSpc>
                <a:spcPct val="140000"/>
              </a:lnSpc>
              <a:spcBef>
                <a:spcPct val="0"/>
              </a:spcBef>
              <a:spcAft>
                <a:spcPct val="0"/>
              </a:spcAft>
              <a:buFont typeface="Arial" charset="0"/>
              <a:buNone/>
              <a:defRPr sz="2077">
                <a:solidFill>
                  <a:schemeClr val="tx1"/>
                </a:solidFill>
                <a:latin typeface="微软雅黑" panose="020B0503020204020204" pitchFamily="34" charset="-122"/>
                <a:ea typeface="微软雅黑" panose="020B0503020204020204" pitchFamily="34" charset="-122"/>
                <a:cs typeface="+mn-cs"/>
              </a:defRPr>
            </a:lvl5pPr>
            <a:lvl6pPr marL="296712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6pPr>
            <a:lvl7pPr marL="3560546"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7pPr>
            <a:lvl8pPr marL="415397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8pPr>
            <a:lvl9pPr marL="4747395"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9pPr>
          </a:lstStyle>
          <a:p>
            <a:pPr algn="ctr"/>
            <a:r>
              <a:rPr lang="zh-CN" altLang="en-US" sz="1700" kern="0" dirty="0">
                <a:solidFill>
                  <a:schemeClr val="tx1"/>
                </a:solidFill>
                <a:latin typeface="+mj-ea"/>
                <a:ea typeface="+mj-ea"/>
              </a:rPr>
              <a:t>实践教学</a:t>
            </a:r>
          </a:p>
        </p:txBody>
      </p:sp>
      <p:cxnSp>
        <p:nvCxnSpPr>
          <p:cNvPr id="22" name="直接连接符 21">
            <a:extLst>
              <a:ext uri="{FF2B5EF4-FFF2-40B4-BE49-F238E27FC236}">
                <a16:creationId xmlns:a16="http://schemas.microsoft.com/office/drawing/2014/main" id="{985E2F6F-D523-4756-B566-7536A8EE818A}"/>
              </a:ext>
            </a:extLst>
          </p:cNvPr>
          <p:cNvCxnSpPr>
            <a:cxnSpLocks/>
          </p:cNvCxnSpPr>
          <p:nvPr/>
        </p:nvCxnSpPr>
        <p:spPr bwMode="auto">
          <a:xfrm flipH="1">
            <a:off x="3692218" y="3385035"/>
            <a:ext cx="4663912"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直接连接符 22">
            <a:extLst>
              <a:ext uri="{FF2B5EF4-FFF2-40B4-BE49-F238E27FC236}">
                <a16:creationId xmlns:a16="http://schemas.microsoft.com/office/drawing/2014/main" id="{099F64B6-BAFA-4BA7-9757-AF7D5C0D5B21}"/>
              </a:ext>
            </a:extLst>
          </p:cNvPr>
          <p:cNvCxnSpPr>
            <a:cxnSpLocks/>
          </p:cNvCxnSpPr>
          <p:nvPr/>
        </p:nvCxnSpPr>
        <p:spPr bwMode="auto">
          <a:xfrm flipV="1">
            <a:off x="4719625" y="2837093"/>
            <a:ext cx="0" cy="3256136"/>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接连接符 23">
            <a:extLst>
              <a:ext uri="{FF2B5EF4-FFF2-40B4-BE49-F238E27FC236}">
                <a16:creationId xmlns:a16="http://schemas.microsoft.com/office/drawing/2014/main" id="{9D5DBB04-CA2F-43EA-AD11-AF39E053EC92}"/>
              </a:ext>
            </a:extLst>
          </p:cNvPr>
          <p:cNvCxnSpPr>
            <a:cxnSpLocks/>
          </p:cNvCxnSpPr>
          <p:nvPr/>
        </p:nvCxnSpPr>
        <p:spPr bwMode="auto">
          <a:xfrm flipV="1">
            <a:off x="6159825" y="2808957"/>
            <a:ext cx="0" cy="3367399"/>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接连接符 24">
            <a:extLst>
              <a:ext uri="{FF2B5EF4-FFF2-40B4-BE49-F238E27FC236}">
                <a16:creationId xmlns:a16="http://schemas.microsoft.com/office/drawing/2014/main" id="{9D83288A-2247-46EF-93CF-97B58234A3FA}"/>
              </a:ext>
            </a:extLst>
          </p:cNvPr>
          <p:cNvCxnSpPr>
            <a:cxnSpLocks/>
          </p:cNvCxnSpPr>
          <p:nvPr/>
        </p:nvCxnSpPr>
        <p:spPr bwMode="auto">
          <a:xfrm flipV="1">
            <a:off x="7861103" y="2813113"/>
            <a:ext cx="0" cy="3363243"/>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接连接符 26">
            <a:extLst>
              <a:ext uri="{FF2B5EF4-FFF2-40B4-BE49-F238E27FC236}">
                <a16:creationId xmlns:a16="http://schemas.microsoft.com/office/drawing/2014/main" id="{EA514A22-541F-4948-AB03-33EDDE5627F9}"/>
              </a:ext>
            </a:extLst>
          </p:cNvPr>
          <p:cNvCxnSpPr>
            <a:cxnSpLocks/>
          </p:cNvCxnSpPr>
          <p:nvPr/>
        </p:nvCxnSpPr>
        <p:spPr bwMode="auto">
          <a:xfrm flipH="1">
            <a:off x="3684523" y="4105135"/>
            <a:ext cx="4663912"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接连接符 27">
            <a:extLst>
              <a:ext uri="{FF2B5EF4-FFF2-40B4-BE49-F238E27FC236}">
                <a16:creationId xmlns:a16="http://schemas.microsoft.com/office/drawing/2014/main" id="{34C51F3B-50AA-45B3-9B63-13DDF343E53C}"/>
              </a:ext>
            </a:extLst>
          </p:cNvPr>
          <p:cNvCxnSpPr>
            <a:cxnSpLocks/>
          </p:cNvCxnSpPr>
          <p:nvPr/>
        </p:nvCxnSpPr>
        <p:spPr bwMode="auto">
          <a:xfrm flipH="1">
            <a:off x="3684523" y="4897245"/>
            <a:ext cx="4663912"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接连接符 28">
            <a:extLst>
              <a:ext uri="{FF2B5EF4-FFF2-40B4-BE49-F238E27FC236}">
                <a16:creationId xmlns:a16="http://schemas.microsoft.com/office/drawing/2014/main" id="{68300C06-00C6-4EE8-BD0D-A04413609B12}"/>
              </a:ext>
            </a:extLst>
          </p:cNvPr>
          <p:cNvCxnSpPr>
            <a:cxnSpLocks/>
          </p:cNvCxnSpPr>
          <p:nvPr/>
        </p:nvCxnSpPr>
        <p:spPr bwMode="auto">
          <a:xfrm flipH="1">
            <a:off x="3684523" y="5617345"/>
            <a:ext cx="4663912"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副标题 5">
            <a:extLst>
              <a:ext uri="{FF2B5EF4-FFF2-40B4-BE49-F238E27FC236}">
                <a16:creationId xmlns:a16="http://schemas.microsoft.com/office/drawing/2014/main" id="{3CFAAD15-ED51-4593-A7AA-35E232DFB388}"/>
              </a:ext>
            </a:extLst>
          </p:cNvPr>
          <p:cNvSpPr txBox="1">
            <a:spLocks/>
          </p:cNvSpPr>
          <p:nvPr/>
        </p:nvSpPr>
        <p:spPr bwMode="auto">
          <a:xfrm>
            <a:off x="4447587" y="3151003"/>
            <a:ext cx="447541" cy="432060"/>
          </a:xfrm>
          <a:prstGeom prst="rect">
            <a:avLst/>
          </a:prstGeom>
          <a:solidFill>
            <a:schemeClr val="accent2"/>
          </a:solidFill>
          <a:ln w="9525">
            <a:solidFill>
              <a:schemeClr val="tx1"/>
            </a:solidFill>
            <a:miter lim="800000"/>
            <a:headEnd/>
            <a:tailEnd/>
          </a:ln>
        </p:spPr>
        <p:txBody>
          <a:bodyPr vert="horz" wrap="square" lIns="0" tIns="0" rIns="0" bIns="0" numCol="1" anchor="t" anchorCtr="0" compatLnSpc="1">
            <a:prstTxWarp prst="textNoShape">
              <a:avLst/>
            </a:prstTxWarp>
            <a:normAutofit/>
          </a:bodyPr>
          <a:lstStyle>
            <a:lvl1pPr marL="0" indent="0" algn="l" rtl="0" eaLnBrk="0" fontAlgn="base" hangingPunct="0">
              <a:lnSpc>
                <a:spcPts val="3428"/>
              </a:lnSpc>
              <a:spcBef>
                <a:spcPts val="0"/>
              </a:spcBef>
              <a:spcAft>
                <a:spcPct val="0"/>
              </a:spcAft>
              <a:buClr>
                <a:srgbClr val="777777"/>
              </a:buClr>
              <a:buSzPct val="60000"/>
              <a:buFont typeface="Wingdings" pitchFamily="2" charset="2"/>
              <a:buNone/>
              <a:defRPr sz="2799" b="1" baseline="0">
                <a:solidFill>
                  <a:srgbClr val="2F5597"/>
                </a:solidFill>
                <a:latin typeface="Microsoft YaHei" panose="020B0503020204020204" pitchFamily="34" charset="-122"/>
                <a:ea typeface="Microsoft YaHei" panose="020B0503020204020204" pitchFamily="34" charset="-122"/>
                <a:cs typeface="+mn-cs"/>
              </a:defRPr>
            </a:lvl1pPr>
            <a:lvl2pPr marL="593425" indent="0" algn="ctr" rtl="0" eaLnBrk="0" fontAlgn="base" hangingPunct="0">
              <a:lnSpc>
                <a:spcPct val="140000"/>
              </a:lnSpc>
              <a:spcBef>
                <a:spcPct val="0"/>
              </a:spcBef>
              <a:spcAft>
                <a:spcPct val="0"/>
              </a:spcAft>
              <a:buSzPct val="50000"/>
              <a:buFont typeface="Wingdings" pitchFamily="2" charset="2"/>
              <a:buNone/>
              <a:defRPr sz="2596">
                <a:solidFill>
                  <a:schemeClr val="tx1"/>
                </a:solidFill>
                <a:latin typeface="微软雅黑" panose="020B0503020204020204" pitchFamily="34" charset="-122"/>
                <a:ea typeface="微软雅黑" panose="020B0503020204020204" pitchFamily="34" charset="-122"/>
                <a:cs typeface="+mn-cs"/>
              </a:defRPr>
            </a:lvl2pPr>
            <a:lvl3pPr marL="1186848" indent="0" algn="ctr" rtl="0" eaLnBrk="0" fontAlgn="base" hangingPunct="0">
              <a:lnSpc>
                <a:spcPct val="140000"/>
              </a:lnSpc>
              <a:spcBef>
                <a:spcPct val="0"/>
              </a:spcBef>
              <a:spcAft>
                <a:spcPct val="0"/>
              </a:spcAft>
              <a:buSzPct val="50000"/>
              <a:buFont typeface="Wingdings" pitchFamily="2" charset="2"/>
              <a:buNone/>
              <a:defRPr sz="2336">
                <a:solidFill>
                  <a:schemeClr val="tx1"/>
                </a:solidFill>
                <a:latin typeface="微软雅黑" panose="020B0503020204020204" pitchFamily="34" charset="-122"/>
                <a:ea typeface="微软雅黑" panose="020B0503020204020204" pitchFamily="34" charset="-122"/>
                <a:cs typeface="+mn-cs"/>
              </a:defRPr>
            </a:lvl3pPr>
            <a:lvl4pPr marL="1780274" indent="0" algn="ctr" rtl="0" eaLnBrk="0" fontAlgn="base" hangingPunct="0">
              <a:lnSpc>
                <a:spcPct val="140000"/>
              </a:lnSpc>
              <a:spcBef>
                <a:spcPct val="0"/>
              </a:spcBef>
              <a:spcAft>
                <a:spcPct val="0"/>
              </a:spcAft>
              <a:buNone/>
              <a:defRPr sz="2077">
                <a:solidFill>
                  <a:schemeClr val="tx1"/>
                </a:solidFill>
                <a:latin typeface="微软雅黑" panose="020B0503020204020204" pitchFamily="34" charset="-122"/>
                <a:ea typeface="微软雅黑" panose="020B0503020204020204" pitchFamily="34" charset="-122"/>
                <a:cs typeface="+mn-cs"/>
              </a:defRPr>
            </a:lvl4pPr>
            <a:lvl5pPr marL="2373698" indent="0" algn="ctr" rtl="0" eaLnBrk="0" fontAlgn="base" hangingPunct="0">
              <a:lnSpc>
                <a:spcPct val="140000"/>
              </a:lnSpc>
              <a:spcBef>
                <a:spcPct val="0"/>
              </a:spcBef>
              <a:spcAft>
                <a:spcPct val="0"/>
              </a:spcAft>
              <a:buFont typeface="Arial" charset="0"/>
              <a:buNone/>
              <a:defRPr sz="2077">
                <a:solidFill>
                  <a:schemeClr val="tx1"/>
                </a:solidFill>
                <a:latin typeface="微软雅黑" panose="020B0503020204020204" pitchFamily="34" charset="-122"/>
                <a:ea typeface="微软雅黑" panose="020B0503020204020204" pitchFamily="34" charset="-122"/>
                <a:cs typeface="+mn-cs"/>
              </a:defRPr>
            </a:lvl5pPr>
            <a:lvl6pPr marL="296712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6pPr>
            <a:lvl7pPr marL="3560546"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7pPr>
            <a:lvl8pPr marL="415397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8pPr>
            <a:lvl9pPr marL="4747395"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9pPr>
          </a:lstStyle>
          <a:p>
            <a:pPr algn="ctr"/>
            <a:endParaRPr lang="zh-CN" altLang="en-US" kern="0" dirty="0">
              <a:solidFill>
                <a:schemeClr val="tx1"/>
              </a:solidFill>
              <a:latin typeface="+mj-ea"/>
              <a:ea typeface="+mj-ea"/>
            </a:endParaRPr>
          </a:p>
        </p:txBody>
      </p:sp>
      <p:sp>
        <p:nvSpPr>
          <p:cNvPr id="32" name="副标题 5">
            <a:extLst>
              <a:ext uri="{FF2B5EF4-FFF2-40B4-BE49-F238E27FC236}">
                <a16:creationId xmlns:a16="http://schemas.microsoft.com/office/drawing/2014/main" id="{929D7547-0B1F-4926-9FFF-5195A397C99D}"/>
              </a:ext>
            </a:extLst>
          </p:cNvPr>
          <p:cNvSpPr txBox="1">
            <a:spLocks/>
          </p:cNvSpPr>
          <p:nvPr/>
        </p:nvSpPr>
        <p:spPr bwMode="auto">
          <a:xfrm>
            <a:off x="5922535" y="3205010"/>
            <a:ext cx="447541" cy="432060"/>
          </a:xfrm>
          <a:prstGeom prst="rect">
            <a:avLst/>
          </a:prstGeom>
          <a:solidFill>
            <a:schemeClr val="accent2"/>
          </a:solidFill>
          <a:ln w="9525">
            <a:solidFill>
              <a:schemeClr val="tx1"/>
            </a:solidFill>
            <a:miter lim="800000"/>
            <a:headEnd/>
            <a:tailEnd/>
          </a:ln>
        </p:spPr>
        <p:txBody>
          <a:bodyPr vert="horz" wrap="square" lIns="0" tIns="0" rIns="0" bIns="0" numCol="1" anchor="t" anchorCtr="0" compatLnSpc="1">
            <a:prstTxWarp prst="textNoShape">
              <a:avLst/>
            </a:prstTxWarp>
            <a:normAutofit/>
          </a:bodyPr>
          <a:lstStyle>
            <a:lvl1pPr marL="0" indent="0" algn="l" rtl="0" eaLnBrk="0" fontAlgn="base" hangingPunct="0">
              <a:lnSpc>
                <a:spcPts val="3428"/>
              </a:lnSpc>
              <a:spcBef>
                <a:spcPts val="0"/>
              </a:spcBef>
              <a:spcAft>
                <a:spcPct val="0"/>
              </a:spcAft>
              <a:buClr>
                <a:srgbClr val="777777"/>
              </a:buClr>
              <a:buSzPct val="60000"/>
              <a:buFont typeface="Wingdings" pitchFamily="2" charset="2"/>
              <a:buNone/>
              <a:defRPr sz="2799" b="1" baseline="0">
                <a:solidFill>
                  <a:srgbClr val="2F5597"/>
                </a:solidFill>
                <a:latin typeface="Microsoft YaHei" panose="020B0503020204020204" pitchFamily="34" charset="-122"/>
                <a:ea typeface="Microsoft YaHei" panose="020B0503020204020204" pitchFamily="34" charset="-122"/>
                <a:cs typeface="+mn-cs"/>
              </a:defRPr>
            </a:lvl1pPr>
            <a:lvl2pPr marL="593425" indent="0" algn="ctr" rtl="0" eaLnBrk="0" fontAlgn="base" hangingPunct="0">
              <a:lnSpc>
                <a:spcPct val="140000"/>
              </a:lnSpc>
              <a:spcBef>
                <a:spcPct val="0"/>
              </a:spcBef>
              <a:spcAft>
                <a:spcPct val="0"/>
              </a:spcAft>
              <a:buSzPct val="50000"/>
              <a:buFont typeface="Wingdings" pitchFamily="2" charset="2"/>
              <a:buNone/>
              <a:defRPr sz="2596">
                <a:solidFill>
                  <a:schemeClr val="tx1"/>
                </a:solidFill>
                <a:latin typeface="微软雅黑" panose="020B0503020204020204" pitchFamily="34" charset="-122"/>
                <a:ea typeface="微软雅黑" panose="020B0503020204020204" pitchFamily="34" charset="-122"/>
                <a:cs typeface="+mn-cs"/>
              </a:defRPr>
            </a:lvl2pPr>
            <a:lvl3pPr marL="1186848" indent="0" algn="ctr" rtl="0" eaLnBrk="0" fontAlgn="base" hangingPunct="0">
              <a:lnSpc>
                <a:spcPct val="140000"/>
              </a:lnSpc>
              <a:spcBef>
                <a:spcPct val="0"/>
              </a:spcBef>
              <a:spcAft>
                <a:spcPct val="0"/>
              </a:spcAft>
              <a:buSzPct val="50000"/>
              <a:buFont typeface="Wingdings" pitchFamily="2" charset="2"/>
              <a:buNone/>
              <a:defRPr sz="2336">
                <a:solidFill>
                  <a:schemeClr val="tx1"/>
                </a:solidFill>
                <a:latin typeface="微软雅黑" panose="020B0503020204020204" pitchFamily="34" charset="-122"/>
                <a:ea typeface="微软雅黑" panose="020B0503020204020204" pitchFamily="34" charset="-122"/>
                <a:cs typeface="+mn-cs"/>
              </a:defRPr>
            </a:lvl3pPr>
            <a:lvl4pPr marL="1780274" indent="0" algn="ctr" rtl="0" eaLnBrk="0" fontAlgn="base" hangingPunct="0">
              <a:lnSpc>
                <a:spcPct val="140000"/>
              </a:lnSpc>
              <a:spcBef>
                <a:spcPct val="0"/>
              </a:spcBef>
              <a:spcAft>
                <a:spcPct val="0"/>
              </a:spcAft>
              <a:buNone/>
              <a:defRPr sz="2077">
                <a:solidFill>
                  <a:schemeClr val="tx1"/>
                </a:solidFill>
                <a:latin typeface="微软雅黑" panose="020B0503020204020204" pitchFamily="34" charset="-122"/>
                <a:ea typeface="微软雅黑" panose="020B0503020204020204" pitchFamily="34" charset="-122"/>
                <a:cs typeface="+mn-cs"/>
              </a:defRPr>
            </a:lvl4pPr>
            <a:lvl5pPr marL="2373698" indent="0" algn="ctr" rtl="0" eaLnBrk="0" fontAlgn="base" hangingPunct="0">
              <a:lnSpc>
                <a:spcPct val="140000"/>
              </a:lnSpc>
              <a:spcBef>
                <a:spcPct val="0"/>
              </a:spcBef>
              <a:spcAft>
                <a:spcPct val="0"/>
              </a:spcAft>
              <a:buFont typeface="Arial" charset="0"/>
              <a:buNone/>
              <a:defRPr sz="2077">
                <a:solidFill>
                  <a:schemeClr val="tx1"/>
                </a:solidFill>
                <a:latin typeface="微软雅黑" panose="020B0503020204020204" pitchFamily="34" charset="-122"/>
                <a:ea typeface="微软雅黑" panose="020B0503020204020204" pitchFamily="34" charset="-122"/>
                <a:cs typeface="+mn-cs"/>
              </a:defRPr>
            </a:lvl5pPr>
            <a:lvl6pPr marL="296712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6pPr>
            <a:lvl7pPr marL="3560546"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7pPr>
            <a:lvl8pPr marL="415397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8pPr>
            <a:lvl9pPr marL="4747395"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9pPr>
          </a:lstStyle>
          <a:p>
            <a:pPr algn="ctr"/>
            <a:endParaRPr lang="zh-CN" altLang="en-US" kern="0" dirty="0">
              <a:solidFill>
                <a:schemeClr val="tx1"/>
              </a:solidFill>
              <a:latin typeface="+mj-ea"/>
              <a:ea typeface="+mj-ea"/>
            </a:endParaRPr>
          </a:p>
        </p:txBody>
      </p:sp>
      <p:sp>
        <p:nvSpPr>
          <p:cNvPr id="33" name="副标题 5">
            <a:extLst>
              <a:ext uri="{FF2B5EF4-FFF2-40B4-BE49-F238E27FC236}">
                <a16:creationId xmlns:a16="http://schemas.microsoft.com/office/drawing/2014/main" id="{C9396F2C-2535-4E12-9C6E-B6FAEA0390B7}"/>
              </a:ext>
            </a:extLst>
          </p:cNvPr>
          <p:cNvSpPr txBox="1">
            <a:spLocks/>
          </p:cNvSpPr>
          <p:nvPr/>
        </p:nvSpPr>
        <p:spPr bwMode="auto">
          <a:xfrm>
            <a:off x="7634773" y="3169005"/>
            <a:ext cx="447541" cy="432060"/>
          </a:xfrm>
          <a:prstGeom prst="rect">
            <a:avLst/>
          </a:prstGeom>
          <a:solidFill>
            <a:schemeClr val="accent2"/>
          </a:solidFill>
          <a:ln w="9525">
            <a:solidFill>
              <a:schemeClr val="tx1"/>
            </a:solidFill>
            <a:miter lim="800000"/>
            <a:headEnd/>
            <a:tailEnd/>
          </a:ln>
        </p:spPr>
        <p:txBody>
          <a:bodyPr vert="horz" wrap="square" lIns="0" tIns="0" rIns="0" bIns="0" numCol="1" anchor="t" anchorCtr="0" compatLnSpc="1">
            <a:prstTxWarp prst="textNoShape">
              <a:avLst/>
            </a:prstTxWarp>
            <a:normAutofit/>
          </a:bodyPr>
          <a:lstStyle>
            <a:lvl1pPr marL="0" indent="0" algn="l" rtl="0" eaLnBrk="0" fontAlgn="base" hangingPunct="0">
              <a:lnSpc>
                <a:spcPts val="3428"/>
              </a:lnSpc>
              <a:spcBef>
                <a:spcPts val="0"/>
              </a:spcBef>
              <a:spcAft>
                <a:spcPct val="0"/>
              </a:spcAft>
              <a:buClr>
                <a:srgbClr val="777777"/>
              </a:buClr>
              <a:buSzPct val="60000"/>
              <a:buFont typeface="Wingdings" pitchFamily="2" charset="2"/>
              <a:buNone/>
              <a:defRPr sz="2799" b="1" baseline="0">
                <a:solidFill>
                  <a:srgbClr val="2F5597"/>
                </a:solidFill>
                <a:latin typeface="Microsoft YaHei" panose="020B0503020204020204" pitchFamily="34" charset="-122"/>
                <a:ea typeface="Microsoft YaHei" panose="020B0503020204020204" pitchFamily="34" charset="-122"/>
                <a:cs typeface="+mn-cs"/>
              </a:defRPr>
            </a:lvl1pPr>
            <a:lvl2pPr marL="593425" indent="0" algn="ctr" rtl="0" eaLnBrk="0" fontAlgn="base" hangingPunct="0">
              <a:lnSpc>
                <a:spcPct val="140000"/>
              </a:lnSpc>
              <a:spcBef>
                <a:spcPct val="0"/>
              </a:spcBef>
              <a:spcAft>
                <a:spcPct val="0"/>
              </a:spcAft>
              <a:buSzPct val="50000"/>
              <a:buFont typeface="Wingdings" pitchFamily="2" charset="2"/>
              <a:buNone/>
              <a:defRPr sz="2596">
                <a:solidFill>
                  <a:schemeClr val="tx1"/>
                </a:solidFill>
                <a:latin typeface="微软雅黑" panose="020B0503020204020204" pitchFamily="34" charset="-122"/>
                <a:ea typeface="微软雅黑" panose="020B0503020204020204" pitchFamily="34" charset="-122"/>
                <a:cs typeface="+mn-cs"/>
              </a:defRPr>
            </a:lvl2pPr>
            <a:lvl3pPr marL="1186848" indent="0" algn="ctr" rtl="0" eaLnBrk="0" fontAlgn="base" hangingPunct="0">
              <a:lnSpc>
                <a:spcPct val="140000"/>
              </a:lnSpc>
              <a:spcBef>
                <a:spcPct val="0"/>
              </a:spcBef>
              <a:spcAft>
                <a:spcPct val="0"/>
              </a:spcAft>
              <a:buSzPct val="50000"/>
              <a:buFont typeface="Wingdings" pitchFamily="2" charset="2"/>
              <a:buNone/>
              <a:defRPr sz="2336">
                <a:solidFill>
                  <a:schemeClr val="tx1"/>
                </a:solidFill>
                <a:latin typeface="微软雅黑" panose="020B0503020204020204" pitchFamily="34" charset="-122"/>
                <a:ea typeface="微软雅黑" panose="020B0503020204020204" pitchFamily="34" charset="-122"/>
                <a:cs typeface="+mn-cs"/>
              </a:defRPr>
            </a:lvl3pPr>
            <a:lvl4pPr marL="1780274" indent="0" algn="ctr" rtl="0" eaLnBrk="0" fontAlgn="base" hangingPunct="0">
              <a:lnSpc>
                <a:spcPct val="140000"/>
              </a:lnSpc>
              <a:spcBef>
                <a:spcPct val="0"/>
              </a:spcBef>
              <a:spcAft>
                <a:spcPct val="0"/>
              </a:spcAft>
              <a:buNone/>
              <a:defRPr sz="2077">
                <a:solidFill>
                  <a:schemeClr val="tx1"/>
                </a:solidFill>
                <a:latin typeface="微软雅黑" panose="020B0503020204020204" pitchFamily="34" charset="-122"/>
                <a:ea typeface="微软雅黑" panose="020B0503020204020204" pitchFamily="34" charset="-122"/>
                <a:cs typeface="+mn-cs"/>
              </a:defRPr>
            </a:lvl4pPr>
            <a:lvl5pPr marL="2373698" indent="0" algn="ctr" rtl="0" eaLnBrk="0" fontAlgn="base" hangingPunct="0">
              <a:lnSpc>
                <a:spcPct val="140000"/>
              </a:lnSpc>
              <a:spcBef>
                <a:spcPct val="0"/>
              </a:spcBef>
              <a:spcAft>
                <a:spcPct val="0"/>
              </a:spcAft>
              <a:buFont typeface="Arial" charset="0"/>
              <a:buNone/>
              <a:defRPr sz="2077">
                <a:solidFill>
                  <a:schemeClr val="tx1"/>
                </a:solidFill>
                <a:latin typeface="微软雅黑" panose="020B0503020204020204" pitchFamily="34" charset="-122"/>
                <a:ea typeface="微软雅黑" panose="020B0503020204020204" pitchFamily="34" charset="-122"/>
                <a:cs typeface="+mn-cs"/>
              </a:defRPr>
            </a:lvl5pPr>
            <a:lvl6pPr marL="296712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6pPr>
            <a:lvl7pPr marL="3560546"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7pPr>
            <a:lvl8pPr marL="415397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8pPr>
            <a:lvl9pPr marL="4747395"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9pPr>
          </a:lstStyle>
          <a:p>
            <a:pPr algn="ctr"/>
            <a:endParaRPr lang="zh-CN" altLang="en-US" kern="0" dirty="0">
              <a:solidFill>
                <a:schemeClr val="tx1"/>
              </a:solidFill>
              <a:latin typeface="+mj-ea"/>
              <a:ea typeface="+mj-ea"/>
            </a:endParaRPr>
          </a:p>
        </p:txBody>
      </p:sp>
      <p:sp>
        <p:nvSpPr>
          <p:cNvPr id="34" name="副标题 5">
            <a:extLst>
              <a:ext uri="{FF2B5EF4-FFF2-40B4-BE49-F238E27FC236}">
                <a16:creationId xmlns:a16="http://schemas.microsoft.com/office/drawing/2014/main" id="{765B2276-9E55-4E03-9BA0-5F3D0AF5B8EC}"/>
              </a:ext>
            </a:extLst>
          </p:cNvPr>
          <p:cNvSpPr txBox="1">
            <a:spLocks/>
          </p:cNvSpPr>
          <p:nvPr/>
        </p:nvSpPr>
        <p:spPr bwMode="auto">
          <a:xfrm>
            <a:off x="4447587" y="3898728"/>
            <a:ext cx="447541" cy="432060"/>
          </a:xfrm>
          <a:prstGeom prst="rect">
            <a:avLst/>
          </a:prstGeom>
          <a:solidFill>
            <a:schemeClr val="accent2"/>
          </a:solidFill>
          <a:ln w="9525">
            <a:solidFill>
              <a:schemeClr val="tx1"/>
            </a:solidFill>
            <a:miter lim="800000"/>
            <a:headEnd/>
            <a:tailEnd/>
          </a:ln>
        </p:spPr>
        <p:txBody>
          <a:bodyPr vert="horz" wrap="square" lIns="0" tIns="0" rIns="0" bIns="0" numCol="1" anchor="t" anchorCtr="0" compatLnSpc="1">
            <a:prstTxWarp prst="textNoShape">
              <a:avLst/>
            </a:prstTxWarp>
            <a:normAutofit/>
          </a:bodyPr>
          <a:lstStyle>
            <a:lvl1pPr marL="0" indent="0" algn="l" rtl="0" eaLnBrk="0" fontAlgn="base" hangingPunct="0">
              <a:lnSpc>
                <a:spcPts val="3428"/>
              </a:lnSpc>
              <a:spcBef>
                <a:spcPts val="0"/>
              </a:spcBef>
              <a:spcAft>
                <a:spcPct val="0"/>
              </a:spcAft>
              <a:buClr>
                <a:srgbClr val="777777"/>
              </a:buClr>
              <a:buSzPct val="60000"/>
              <a:buFont typeface="Wingdings" pitchFamily="2" charset="2"/>
              <a:buNone/>
              <a:defRPr sz="2799" b="1" baseline="0">
                <a:solidFill>
                  <a:srgbClr val="2F5597"/>
                </a:solidFill>
                <a:latin typeface="Microsoft YaHei" panose="020B0503020204020204" pitchFamily="34" charset="-122"/>
                <a:ea typeface="Microsoft YaHei" panose="020B0503020204020204" pitchFamily="34" charset="-122"/>
                <a:cs typeface="+mn-cs"/>
              </a:defRPr>
            </a:lvl1pPr>
            <a:lvl2pPr marL="593425" indent="0" algn="ctr" rtl="0" eaLnBrk="0" fontAlgn="base" hangingPunct="0">
              <a:lnSpc>
                <a:spcPct val="140000"/>
              </a:lnSpc>
              <a:spcBef>
                <a:spcPct val="0"/>
              </a:spcBef>
              <a:spcAft>
                <a:spcPct val="0"/>
              </a:spcAft>
              <a:buSzPct val="50000"/>
              <a:buFont typeface="Wingdings" pitchFamily="2" charset="2"/>
              <a:buNone/>
              <a:defRPr sz="2596">
                <a:solidFill>
                  <a:schemeClr val="tx1"/>
                </a:solidFill>
                <a:latin typeface="微软雅黑" panose="020B0503020204020204" pitchFamily="34" charset="-122"/>
                <a:ea typeface="微软雅黑" panose="020B0503020204020204" pitchFamily="34" charset="-122"/>
                <a:cs typeface="+mn-cs"/>
              </a:defRPr>
            </a:lvl2pPr>
            <a:lvl3pPr marL="1186848" indent="0" algn="ctr" rtl="0" eaLnBrk="0" fontAlgn="base" hangingPunct="0">
              <a:lnSpc>
                <a:spcPct val="140000"/>
              </a:lnSpc>
              <a:spcBef>
                <a:spcPct val="0"/>
              </a:spcBef>
              <a:spcAft>
                <a:spcPct val="0"/>
              </a:spcAft>
              <a:buSzPct val="50000"/>
              <a:buFont typeface="Wingdings" pitchFamily="2" charset="2"/>
              <a:buNone/>
              <a:defRPr sz="2336">
                <a:solidFill>
                  <a:schemeClr val="tx1"/>
                </a:solidFill>
                <a:latin typeface="微软雅黑" panose="020B0503020204020204" pitchFamily="34" charset="-122"/>
                <a:ea typeface="微软雅黑" panose="020B0503020204020204" pitchFamily="34" charset="-122"/>
                <a:cs typeface="+mn-cs"/>
              </a:defRPr>
            </a:lvl3pPr>
            <a:lvl4pPr marL="1780274" indent="0" algn="ctr" rtl="0" eaLnBrk="0" fontAlgn="base" hangingPunct="0">
              <a:lnSpc>
                <a:spcPct val="140000"/>
              </a:lnSpc>
              <a:spcBef>
                <a:spcPct val="0"/>
              </a:spcBef>
              <a:spcAft>
                <a:spcPct val="0"/>
              </a:spcAft>
              <a:buNone/>
              <a:defRPr sz="2077">
                <a:solidFill>
                  <a:schemeClr val="tx1"/>
                </a:solidFill>
                <a:latin typeface="微软雅黑" panose="020B0503020204020204" pitchFamily="34" charset="-122"/>
                <a:ea typeface="微软雅黑" panose="020B0503020204020204" pitchFamily="34" charset="-122"/>
                <a:cs typeface="+mn-cs"/>
              </a:defRPr>
            </a:lvl4pPr>
            <a:lvl5pPr marL="2373698" indent="0" algn="ctr" rtl="0" eaLnBrk="0" fontAlgn="base" hangingPunct="0">
              <a:lnSpc>
                <a:spcPct val="140000"/>
              </a:lnSpc>
              <a:spcBef>
                <a:spcPct val="0"/>
              </a:spcBef>
              <a:spcAft>
                <a:spcPct val="0"/>
              </a:spcAft>
              <a:buFont typeface="Arial" charset="0"/>
              <a:buNone/>
              <a:defRPr sz="2077">
                <a:solidFill>
                  <a:schemeClr val="tx1"/>
                </a:solidFill>
                <a:latin typeface="微软雅黑" panose="020B0503020204020204" pitchFamily="34" charset="-122"/>
                <a:ea typeface="微软雅黑" panose="020B0503020204020204" pitchFamily="34" charset="-122"/>
                <a:cs typeface="+mn-cs"/>
              </a:defRPr>
            </a:lvl5pPr>
            <a:lvl6pPr marL="296712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6pPr>
            <a:lvl7pPr marL="3560546"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7pPr>
            <a:lvl8pPr marL="415397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8pPr>
            <a:lvl9pPr marL="4747395"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9pPr>
          </a:lstStyle>
          <a:p>
            <a:pPr algn="ctr"/>
            <a:endParaRPr lang="zh-CN" altLang="en-US" kern="0" dirty="0">
              <a:solidFill>
                <a:schemeClr val="tx1"/>
              </a:solidFill>
              <a:latin typeface="+mj-ea"/>
              <a:ea typeface="+mj-ea"/>
            </a:endParaRPr>
          </a:p>
        </p:txBody>
      </p:sp>
      <p:sp>
        <p:nvSpPr>
          <p:cNvPr id="35" name="副标题 5">
            <a:extLst>
              <a:ext uri="{FF2B5EF4-FFF2-40B4-BE49-F238E27FC236}">
                <a16:creationId xmlns:a16="http://schemas.microsoft.com/office/drawing/2014/main" id="{94874031-2D4D-4B48-A0AC-750483E9C50A}"/>
              </a:ext>
            </a:extLst>
          </p:cNvPr>
          <p:cNvSpPr txBox="1">
            <a:spLocks/>
          </p:cNvSpPr>
          <p:nvPr/>
        </p:nvSpPr>
        <p:spPr bwMode="auto">
          <a:xfrm>
            <a:off x="7637332" y="3931370"/>
            <a:ext cx="447541" cy="432060"/>
          </a:xfrm>
          <a:prstGeom prst="rect">
            <a:avLst/>
          </a:prstGeom>
          <a:solidFill>
            <a:schemeClr val="accent2"/>
          </a:solidFill>
          <a:ln w="9525">
            <a:solidFill>
              <a:schemeClr val="tx1"/>
            </a:solidFill>
            <a:miter lim="800000"/>
            <a:headEnd/>
            <a:tailEnd/>
          </a:ln>
        </p:spPr>
        <p:txBody>
          <a:bodyPr vert="horz" wrap="square" lIns="0" tIns="0" rIns="0" bIns="0" numCol="1" anchor="t" anchorCtr="0" compatLnSpc="1">
            <a:prstTxWarp prst="textNoShape">
              <a:avLst/>
            </a:prstTxWarp>
            <a:normAutofit/>
          </a:bodyPr>
          <a:lstStyle>
            <a:lvl1pPr marL="0" indent="0" algn="l" rtl="0" eaLnBrk="0" fontAlgn="base" hangingPunct="0">
              <a:lnSpc>
                <a:spcPts val="3428"/>
              </a:lnSpc>
              <a:spcBef>
                <a:spcPts val="0"/>
              </a:spcBef>
              <a:spcAft>
                <a:spcPct val="0"/>
              </a:spcAft>
              <a:buClr>
                <a:srgbClr val="777777"/>
              </a:buClr>
              <a:buSzPct val="60000"/>
              <a:buFont typeface="Wingdings" pitchFamily="2" charset="2"/>
              <a:buNone/>
              <a:defRPr sz="2799" b="1" baseline="0">
                <a:solidFill>
                  <a:srgbClr val="2F5597"/>
                </a:solidFill>
                <a:latin typeface="Microsoft YaHei" panose="020B0503020204020204" pitchFamily="34" charset="-122"/>
                <a:ea typeface="Microsoft YaHei" panose="020B0503020204020204" pitchFamily="34" charset="-122"/>
                <a:cs typeface="+mn-cs"/>
              </a:defRPr>
            </a:lvl1pPr>
            <a:lvl2pPr marL="593425" indent="0" algn="ctr" rtl="0" eaLnBrk="0" fontAlgn="base" hangingPunct="0">
              <a:lnSpc>
                <a:spcPct val="140000"/>
              </a:lnSpc>
              <a:spcBef>
                <a:spcPct val="0"/>
              </a:spcBef>
              <a:spcAft>
                <a:spcPct val="0"/>
              </a:spcAft>
              <a:buSzPct val="50000"/>
              <a:buFont typeface="Wingdings" pitchFamily="2" charset="2"/>
              <a:buNone/>
              <a:defRPr sz="2596">
                <a:solidFill>
                  <a:schemeClr val="tx1"/>
                </a:solidFill>
                <a:latin typeface="微软雅黑" panose="020B0503020204020204" pitchFamily="34" charset="-122"/>
                <a:ea typeface="微软雅黑" panose="020B0503020204020204" pitchFamily="34" charset="-122"/>
                <a:cs typeface="+mn-cs"/>
              </a:defRPr>
            </a:lvl2pPr>
            <a:lvl3pPr marL="1186848" indent="0" algn="ctr" rtl="0" eaLnBrk="0" fontAlgn="base" hangingPunct="0">
              <a:lnSpc>
                <a:spcPct val="140000"/>
              </a:lnSpc>
              <a:spcBef>
                <a:spcPct val="0"/>
              </a:spcBef>
              <a:spcAft>
                <a:spcPct val="0"/>
              </a:spcAft>
              <a:buSzPct val="50000"/>
              <a:buFont typeface="Wingdings" pitchFamily="2" charset="2"/>
              <a:buNone/>
              <a:defRPr sz="2336">
                <a:solidFill>
                  <a:schemeClr val="tx1"/>
                </a:solidFill>
                <a:latin typeface="微软雅黑" panose="020B0503020204020204" pitchFamily="34" charset="-122"/>
                <a:ea typeface="微软雅黑" panose="020B0503020204020204" pitchFamily="34" charset="-122"/>
                <a:cs typeface="+mn-cs"/>
              </a:defRPr>
            </a:lvl3pPr>
            <a:lvl4pPr marL="1780274" indent="0" algn="ctr" rtl="0" eaLnBrk="0" fontAlgn="base" hangingPunct="0">
              <a:lnSpc>
                <a:spcPct val="140000"/>
              </a:lnSpc>
              <a:spcBef>
                <a:spcPct val="0"/>
              </a:spcBef>
              <a:spcAft>
                <a:spcPct val="0"/>
              </a:spcAft>
              <a:buNone/>
              <a:defRPr sz="2077">
                <a:solidFill>
                  <a:schemeClr val="tx1"/>
                </a:solidFill>
                <a:latin typeface="微软雅黑" panose="020B0503020204020204" pitchFamily="34" charset="-122"/>
                <a:ea typeface="微软雅黑" panose="020B0503020204020204" pitchFamily="34" charset="-122"/>
                <a:cs typeface="+mn-cs"/>
              </a:defRPr>
            </a:lvl4pPr>
            <a:lvl5pPr marL="2373698" indent="0" algn="ctr" rtl="0" eaLnBrk="0" fontAlgn="base" hangingPunct="0">
              <a:lnSpc>
                <a:spcPct val="140000"/>
              </a:lnSpc>
              <a:spcBef>
                <a:spcPct val="0"/>
              </a:spcBef>
              <a:spcAft>
                <a:spcPct val="0"/>
              </a:spcAft>
              <a:buFont typeface="Arial" charset="0"/>
              <a:buNone/>
              <a:defRPr sz="2077">
                <a:solidFill>
                  <a:schemeClr val="tx1"/>
                </a:solidFill>
                <a:latin typeface="微软雅黑" panose="020B0503020204020204" pitchFamily="34" charset="-122"/>
                <a:ea typeface="微软雅黑" panose="020B0503020204020204" pitchFamily="34" charset="-122"/>
                <a:cs typeface="+mn-cs"/>
              </a:defRPr>
            </a:lvl5pPr>
            <a:lvl6pPr marL="296712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6pPr>
            <a:lvl7pPr marL="3560546"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7pPr>
            <a:lvl8pPr marL="415397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8pPr>
            <a:lvl9pPr marL="4747395"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9pPr>
          </a:lstStyle>
          <a:p>
            <a:pPr algn="ctr"/>
            <a:endParaRPr lang="zh-CN" altLang="en-US" kern="0" dirty="0">
              <a:solidFill>
                <a:schemeClr val="tx1"/>
              </a:solidFill>
              <a:latin typeface="+mj-ea"/>
              <a:ea typeface="+mj-ea"/>
            </a:endParaRPr>
          </a:p>
        </p:txBody>
      </p:sp>
      <p:sp>
        <p:nvSpPr>
          <p:cNvPr id="36" name="副标题 5">
            <a:extLst>
              <a:ext uri="{FF2B5EF4-FFF2-40B4-BE49-F238E27FC236}">
                <a16:creationId xmlns:a16="http://schemas.microsoft.com/office/drawing/2014/main" id="{C75934DA-5B93-4794-8AED-2439F5843F67}"/>
              </a:ext>
            </a:extLst>
          </p:cNvPr>
          <p:cNvSpPr txBox="1">
            <a:spLocks/>
          </p:cNvSpPr>
          <p:nvPr/>
        </p:nvSpPr>
        <p:spPr bwMode="auto">
          <a:xfrm>
            <a:off x="5887832" y="3947037"/>
            <a:ext cx="447541" cy="432060"/>
          </a:xfrm>
          <a:prstGeom prst="rect">
            <a:avLst/>
          </a:prstGeom>
          <a:solidFill>
            <a:schemeClr val="accent2"/>
          </a:solidFill>
          <a:ln w="9525">
            <a:solidFill>
              <a:schemeClr val="tx1"/>
            </a:solidFill>
            <a:miter lim="800000"/>
            <a:headEnd/>
            <a:tailEnd/>
          </a:ln>
        </p:spPr>
        <p:txBody>
          <a:bodyPr vert="horz" wrap="square" lIns="0" tIns="0" rIns="0" bIns="0" numCol="1" anchor="t" anchorCtr="0" compatLnSpc="1">
            <a:prstTxWarp prst="textNoShape">
              <a:avLst/>
            </a:prstTxWarp>
            <a:normAutofit/>
          </a:bodyPr>
          <a:lstStyle>
            <a:lvl1pPr marL="0" indent="0" algn="l" rtl="0" eaLnBrk="0" fontAlgn="base" hangingPunct="0">
              <a:lnSpc>
                <a:spcPts val="3428"/>
              </a:lnSpc>
              <a:spcBef>
                <a:spcPts val="0"/>
              </a:spcBef>
              <a:spcAft>
                <a:spcPct val="0"/>
              </a:spcAft>
              <a:buClr>
                <a:srgbClr val="777777"/>
              </a:buClr>
              <a:buSzPct val="60000"/>
              <a:buFont typeface="Wingdings" pitchFamily="2" charset="2"/>
              <a:buNone/>
              <a:defRPr sz="2799" b="1" baseline="0">
                <a:solidFill>
                  <a:srgbClr val="2F5597"/>
                </a:solidFill>
                <a:latin typeface="Microsoft YaHei" panose="020B0503020204020204" pitchFamily="34" charset="-122"/>
                <a:ea typeface="Microsoft YaHei" panose="020B0503020204020204" pitchFamily="34" charset="-122"/>
                <a:cs typeface="+mn-cs"/>
              </a:defRPr>
            </a:lvl1pPr>
            <a:lvl2pPr marL="593425" indent="0" algn="ctr" rtl="0" eaLnBrk="0" fontAlgn="base" hangingPunct="0">
              <a:lnSpc>
                <a:spcPct val="140000"/>
              </a:lnSpc>
              <a:spcBef>
                <a:spcPct val="0"/>
              </a:spcBef>
              <a:spcAft>
                <a:spcPct val="0"/>
              </a:spcAft>
              <a:buSzPct val="50000"/>
              <a:buFont typeface="Wingdings" pitchFamily="2" charset="2"/>
              <a:buNone/>
              <a:defRPr sz="2596">
                <a:solidFill>
                  <a:schemeClr val="tx1"/>
                </a:solidFill>
                <a:latin typeface="微软雅黑" panose="020B0503020204020204" pitchFamily="34" charset="-122"/>
                <a:ea typeface="微软雅黑" panose="020B0503020204020204" pitchFamily="34" charset="-122"/>
                <a:cs typeface="+mn-cs"/>
              </a:defRPr>
            </a:lvl2pPr>
            <a:lvl3pPr marL="1186848" indent="0" algn="ctr" rtl="0" eaLnBrk="0" fontAlgn="base" hangingPunct="0">
              <a:lnSpc>
                <a:spcPct val="140000"/>
              </a:lnSpc>
              <a:spcBef>
                <a:spcPct val="0"/>
              </a:spcBef>
              <a:spcAft>
                <a:spcPct val="0"/>
              </a:spcAft>
              <a:buSzPct val="50000"/>
              <a:buFont typeface="Wingdings" pitchFamily="2" charset="2"/>
              <a:buNone/>
              <a:defRPr sz="2336">
                <a:solidFill>
                  <a:schemeClr val="tx1"/>
                </a:solidFill>
                <a:latin typeface="微软雅黑" panose="020B0503020204020204" pitchFamily="34" charset="-122"/>
                <a:ea typeface="微软雅黑" panose="020B0503020204020204" pitchFamily="34" charset="-122"/>
                <a:cs typeface="+mn-cs"/>
              </a:defRPr>
            </a:lvl3pPr>
            <a:lvl4pPr marL="1780274" indent="0" algn="ctr" rtl="0" eaLnBrk="0" fontAlgn="base" hangingPunct="0">
              <a:lnSpc>
                <a:spcPct val="140000"/>
              </a:lnSpc>
              <a:spcBef>
                <a:spcPct val="0"/>
              </a:spcBef>
              <a:spcAft>
                <a:spcPct val="0"/>
              </a:spcAft>
              <a:buNone/>
              <a:defRPr sz="2077">
                <a:solidFill>
                  <a:schemeClr val="tx1"/>
                </a:solidFill>
                <a:latin typeface="微软雅黑" panose="020B0503020204020204" pitchFamily="34" charset="-122"/>
                <a:ea typeface="微软雅黑" panose="020B0503020204020204" pitchFamily="34" charset="-122"/>
                <a:cs typeface="+mn-cs"/>
              </a:defRPr>
            </a:lvl4pPr>
            <a:lvl5pPr marL="2373698" indent="0" algn="ctr" rtl="0" eaLnBrk="0" fontAlgn="base" hangingPunct="0">
              <a:lnSpc>
                <a:spcPct val="140000"/>
              </a:lnSpc>
              <a:spcBef>
                <a:spcPct val="0"/>
              </a:spcBef>
              <a:spcAft>
                <a:spcPct val="0"/>
              </a:spcAft>
              <a:buFont typeface="Arial" charset="0"/>
              <a:buNone/>
              <a:defRPr sz="2077">
                <a:solidFill>
                  <a:schemeClr val="tx1"/>
                </a:solidFill>
                <a:latin typeface="微软雅黑" panose="020B0503020204020204" pitchFamily="34" charset="-122"/>
                <a:ea typeface="微软雅黑" panose="020B0503020204020204" pitchFamily="34" charset="-122"/>
                <a:cs typeface="+mn-cs"/>
              </a:defRPr>
            </a:lvl5pPr>
            <a:lvl6pPr marL="296712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6pPr>
            <a:lvl7pPr marL="3560546"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7pPr>
            <a:lvl8pPr marL="415397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8pPr>
            <a:lvl9pPr marL="4747395"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9pPr>
          </a:lstStyle>
          <a:p>
            <a:pPr algn="ctr"/>
            <a:endParaRPr lang="zh-CN" altLang="en-US" kern="0" dirty="0">
              <a:solidFill>
                <a:schemeClr val="tx1"/>
              </a:solidFill>
              <a:latin typeface="+mj-ea"/>
              <a:ea typeface="+mj-ea"/>
            </a:endParaRPr>
          </a:p>
        </p:txBody>
      </p:sp>
      <p:sp>
        <p:nvSpPr>
          <p:cNvPr id="37" name="副标题 5">
            <a:extLst>
              <a:ext uri="{FF2B5EF4-FFF2-40B4-BE49-F238E27FC236}">
                <a16:creationId xmlns:a16="http://schemas.microsoft.com/office/drawing/2014/main" id="{53B24AA3-9102-4CC4-BC1E-68440FB79EFC}"/>
              </a:ext>
            </a:extLst>
          </p:cNvPr>
          <p:cNvSpPr txBox="1">
            <a:spLocks/>
          </p:cNvSpPr>
          <p:nvPr/>
        </p:nvSpPr>
        <p:spPr bwMode="auto">
          <a:xfrm>
            <a:off x="4447587" y="4738851"/>
            <a:ext cx="447541" cy="432060"/>
          </a:xfrm>
          <a:prstGeom prst="rect">
            <a:avLst/>
          </a:prstGeom>
          <a:solidFill>
            <a:schemeClr val="accent2"/>
          </a:solidFill>
          <a:ln w="9525">
            <a:solidFill>
              <a:schemeClr val="tx1"/>
            </a:solidFill>
            <a:miter lim="800000"/>
            <a:headEnd/>
            <a:tailEnd/>
          </a:ln>
        </p:spPr>
        <p:txBody>
          <a:bodyPr vert="horz" wrap="square" lIns="0" tIns="0" rIns="0" bIns="0" numCol="1" anchor="t" anchorCtr="0" compatLnSpc="1">
            <a:prstTxWarp prst="textNoShape">
              <a:avLst/>
            </a:prstTxWarp>
            <a:normAutofit/>
          </a:bodyPr>
          <a:lstStyle>
            <a:lvl1pPr marL="0" indent="0" algn="l" rtl="0" eaLnBrk="0" fontAlgn="base" hangingPunct="0">
              <a:lnSpc>
                <a:spcPts val="3428"/>
              </a:lnSpc>
              <a:spcBef>
                <a:spcPts val="0"/>
              </a:spcBef>
              <a:spcAft>
                <a:spcPct val="0"/>
              </a:spcAft>
              <a:buClr>
                <a:srgbClr val="777777"/>
              </a:buClr>
              <a:buSzPct val="60000"/>
              <a:buFont typeface="Wingdings" pitchFamily="2" charset="2"/>
              <a:buNone/>
              <a:defRPr sz="2799" b="1" baseline="0">
                <a:solidFill>
                  <a:srgbClr val="2F5597"/>
                </a:solidFill>
                <a:latin typeface="Microsoft YaHei" panose="020B0503020204020204" pitchFamily="34" charset="-122"/>
                <a:ea typeface="Microsoft YaHei" panose="020B0503020204020204" pitchFamily="34" charset="-122"/>
                <a:cs typeface="+mn-cs"/>
              </a:defRPr>
            </a:lvl1pPr>
            <a:lvl2pPr marL="593425" indent="0" algn="ctr" rtl="0" eaLnBrk="0" fontAlgn="base" hangingPunct="0">
              <a:lnSpc>
                <a:spcPct val="140000"/>
              </a:lnSpc>
              <a:spcBef>
                <a:spcPct val="0"/>
              </a:spcBef>
              <a:spcAft>
                <a:spcPct val="0"/>
              </a:spcAft>
              <a:buSzPct val="50000"/>
              <a:buFont typeface="Wingdings" pitchFamily="2" charset="2"/>
              <a:buNone/>
              <a:defRPr sz="2596">
                <a:solidFill>
                  <a:schemeClr val="tx1"/>
                </a:solidFill>
                <a:latin typeface="微软雅黑" panose="020B0503020204020204" pitchFamily="34" charset="-122"/>
                <a:ea typeface="微软雅黑" panose="020B0503020204020204" pitchFamily="34" charset="-122"/>
                <a:cs typeface="+mn-cs"/>
              </a:defRPr>
            </a:lvl2pPr>
            <a:lvl3pPr marL="1186848" indent="0" algn="ctr" rtl="0" eaLnBrk="0" fontAlgn="base" hangingPunct="0">
              <a:lnSpc>
                <a:spcPct val="140000"/>
              </a:lnSpc>
              <a:spcBef>
                <a:spcPct val="0"/>
              </a:spcBef>
              <a:spcAft>
                <a:spcPct val="0"/>
              </a:spcAft>
              <a:buSzPct val="50000"/>
              <a:buFont typeface="Wingdings" pitchFamily="2" charset="2"/>
              <a:buNone/>
              <a:defRPr sz="2336">
                <a:solidFill>
                  <a:schemeClr val="tx1"/>
                </a:solidFill>
                <a:latin typeface="微软雅黑" panose="020B0503020204020204" pitchFamily="34" charset="-122"/>
                <a:ea typeface="微软雅黑" panose="020B0503020204020204" pitchFamily="34" charset="-122"/>
                <a:cs typeface="+mn-cs"/>
              </a:defRPr>
            </a:lvl3pPr>
            <a:lvl4pPr marL="1780274" indent="0" algn="ctr" rtl="0" eaLnBrk="0" fontAlgn="base" hangingPunct="0">
              <a:lnSpc>
                <a:spcPct val="140000"/>
              </a:lnSpc>
              <a:spcBef>
                <a:spcPct val="0"/>
              </a:spcBef>
              <a:spcAft>
                <a:spcPct val="0"/>
              </a:spcAft>
              <a:buNone/>
              <a:defRPr sz="2077">
                <a:solidFill>
                  <a:schemeClr val="tx1"/>
                </a:solidFill>
                <a:latin typeface="微软雅黑" panose="020B0503020204020204" pitchFamily="34" charset="-122"/>
                <a:ea typeface="微软雅黑" panose="020B0503020204020204" pitchFamily="34" charset="-122"/>
                <a:cs typeface="+mn-cs"/>
              </a:defRPr>
            </a:lvl4pPr>
            <a:lvl5pPr marL="2373698" indent="0" algn="ctr" rtl="0" eaLnBrk="0" fontAlgn="base" hangingPunct="0">
              <a:lnSpc>
                <a:spcPct val="140000"/>
              </a:lnSpc>
              <a:spcBef>
                <a:spcPct val="0"/>
              </a:spcBef>
              <a:spcAft>
                <a:spcPct val="0"/>
              </a:spcAft>
              <a:buFont typeface="Arial" charset="0"/>
              <a:buNone/>
              <a:defRPr sz="2077">
                <a:solidFill>
                  <a:schemeClr val="tx1"/>
                </a:solidFill>
                <a:latin typeface="微软雅黑" panose="020B0503020204020204" pitchFamily="34" charset="-122"/>
                <a:ea typeface="微软雅黑" panose="020B0503020204020204" pitchFamily="34" charset="-122"/>
                <a:cs typeface="+mn-cs"/>
              </a:defRPr>
            </a:lvl5pPr>
            <a:lvl6pPr marL="296712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6pPr>
            <a:lvl7pPr marL="3560546"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7pPr>
            <a:lvl8pPr marL="415397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8pPr>
            <a:lvl9pPr marL="4747395"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9pPr>
          </a:lstStyle>
          <a:p>
            <a:pPr algn="ctr"/>
            <a:endParaRPr lang="zh-CN" altLang="en-US" kern="0" dirty="0">
              <a:solidFill>
                <a:schemeClr val="tx1"/>
              </a:solidFill>
              <a:latin typeface="+mj-ea"/>
              <a:ea typeface="+mj-ea"/>
            </a:endParaRPr>
          </a:p>
        </p:txBody>
      </p:sp>
      <p:sp>
        <p:nvSpPr>
          <p:cNvPr id="38" name="副标题 5">
            <a:extLst>
              <a:ext uri="{FF2B5EF4-FFF2-40B4-BE49-F238E27FC236}">
                <a16:creationId xmlns:a16="http://schemas.microsoft.com/office/drawing/2014/main" id="{603CD76F-6D4B-4B4C-B070-5E0CDDB8CD08}"/>
              </a:ext>
            </a:extLst>
          </p:cNvPr>
          <p:cNvSpPr txBox="1">
            <a:spLocks/>
          </p:cNvSpPr>
          <p:nvPr/>
        </p:nvSpPr>
        <p:spPr bwMode="auto">
          <a:xfrm>
            <a:off x="7637332" y="4771493"/>
            <a:ext cx="447541" cy="432060"/>
          </a:xfrm>
          <a:prstGeom prst="rect">
            <a:avLst/>
          </a:prstGeom>
          <a:solidFill>
            <a:schemeClr val="accent2"/>
          </a:solidFill>
          <a:ln w="9525">
            <a:solidFill>
              <a:schemeClr val="tx1"/>
            </a:solidFill>
            <a:miter lim="800000"/>
            <a:headEnd/>
            <a:tailEnd/>
          </a:ln>
        </p:spPr>
        <p:txBody>
          <a:bodyPr vert="horz" wrap="square" lIns="0" tIns="0" rIns="0" bIns="0" numCol="1" anchor="t" anchorCtr="0" compatLnSpc="1">
            <a:prstTxWarp prst="textNoShape">
              <a:avLst/>
            </a:prstTxWarp>
            <a:normAutofit/>
          </a:bodyPr>
          <a:lstStyle>
            <a:lvl1pPr marL="0" indent="0" algn="l" rtl="0" eaLnBrk="0" fontAlgn="base" hangingPunct="0">
              <a:lnSpc>
                <a:spcPts val="3428"/>
              </a:lnSpc>
              <a:spcBef>
                <a:spcPts val="0"/>
              </a:spcBef>
              <a:spcAft>
                <a:spcPct val="0"/>
              </a:spcAft>
              <a:buClr>
                <a:srgbClr val="777777"/>
              </a:buClr>
              <a:buSzPct val="60000"/>
              <a:buFont typeface="Wingdings" pitchFamily="2" charset="2"/>
              <a:buNone/>
              <a:defRPr sz="2799" b="1" baseline="0">
                <a:solidFill>
                  <a:srgbClr val="2F5597"/>
                </a:solidFill>
                <a:latin typeface="Microsoft YaHei" panose="020B0503020204020204" pitchFamily="34" charset="-122"/>
                <a:ea typeface="Microsoft YaHei" panose="020B0503020204020204" pitchFamily="34" charset="-122"/>
                <a:cs typeface="+mn-cs"/>
              </a:defRPr>
            </a:lvl1pPr>
            <a:lvl2pPr marL="593425" indent="0" algn="ctr" rtl="0" eaLnBrk="0" fontAlgn="base" hangingPunct="0">
              <a:lnSpc>
                <a:spcPct val="140000"/>
              </a:lnSpc>
              <a:spcBef>
                <a:spcPct val="0"/>
              </a:spcBef>
              <a:spcAft>
                <a:spcPct val="0"/>
              </a:spcAft>
              <a:buSzPct val="50000"/>
              <a:buFont typeface="Wingdings" pitchFamily="2" charset="2"/>
              <a:buNone/>
              <a:defRPr sz="2596">
                <a:solidFill>
                  <a:schemeClr val="tx1"/>
                </a:solidFill>
                <a:latin typeface="微软雅黑" panose="020B0503020204020204" pitchFamily="34" charset="-122"/>
                <a:ea typeface="微软雅黑" panose="020B0503020204020204" pitchFamily="34" charset="-122"/>
                <a:cs typeface="+mn-cs"/>
              </a:defRPr>
            </a:lvl2pPr>
            <a:lvl3pPr marL="1186848" indent="0" algn="ctr" rtl="0" eaLnBrk="0" fontAlgn="base" hangingPunct="0">
              <a:lnSpc>
                <a:spcPct val="140000"/>
              </a:lnSpc>
              <a:spcBef>
                <a:spcPct val="0"/>
              </a:spcBef>
              <a:spcAft>
                <a:spcPct val="0"/>
              </a:spcAft>
              <a:buSzPct val="50000"/>
              <a:buFont typeface="Wingdings" pitchFamily="2" charset="2"/>
              <a:buNone/>
              <a:defRPr sz="2336">
                <a:solidFill>
                  <a:schemeClr val="tx1"/>
                </a:solidFill>
                <a:latin typeface="微软雅黑" panose="020B0503020204020204" pitchFamily="34" charset="-122"/>
                <a:ea typeface="微软雅黑" panose="020B0503020204020204" pitchFamily="34" charset="-122"/>
                <a:cs typeface="+mn-cs"/>
              </a:defRPr>
            </a:lvl3pPr>
            <a:lvl4pPr marL="1780274" indent="0" algn="ctr" rtl="0" eaLnBrk="0" fontAlgn="base" hangingPunct="0">
              <a:lnSpc>
                <a:spcPct val="140000"/>
              </a:lnSpc>
              <a:spcBef>
                <a:spcPct val="0"/>
              </a:spcBef>
              <a:spcAft>
                <a:spcPct val="0"/>
              </a:spcAft>
              <a:buNone/>
              <a:defRPr sz="2077">
                <a:solidFill>
                  <a:schemeClr val="tx1"/>
                </a:solidFill>
                <a:latin typeface="微软雅黑" panose="020B0503020204020204" pitchFamily="34" charset="-122"/>
                <a:ea typeface="微软雅黑" panose="020B0503020204020204" pitchFamily="34" charset="-122"/>
                <a:cs typeface="+mn-cs"/>
              </a:defRPr>
            </a:lvl4pPr>
            <a:lvl5pPr marL="2373698" indent="0" algn="ctr" rtl="0" eaLnBrk="0" fontAlgn="base" hangingPunct="0">
              <a:lnSpc>
                <a:spcPct val="140000"/>
              </a:lnSpc>
              <a:spcBef>
                <a:spcPct val="0"/>
              </a:spcBef>
              <a:spcAft>
                <a:spcPct val="0"/>
              </a:spcAft>
              <a:buFont typeface="Arial" charset="0"/>
              <a:buNone/>
              <a:defRPr sz="2077">
                <a:solidFill>
                  <a:schemeClr val="tx1"/>
                </a:solidFill>
                <a:latin typeface="微软雅黑" panose="020B0503020204020204" pitchFamily="34" charset="-122"/>
                <a:ea typeface="微软雅黑" panose="020B0503020204020204" pitchFamily="34" charset="-122"/>
                <a:cs typeface="+mn-cs"/>
              </a:defRPr>
            </a:lvl5pPr>
            <a:lvl6pPr marL="296712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6pPr>
            <a:lvl7pPr marL="3560546"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7pPr>
            <a:lvl8pPr marL="415397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8pPr>
            <a:lvl9pPr marL="4747395"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9pPr>
          </a:lstStyle>
          <a:p>
            <a:pPr algn="ctr"/>
            <a:endParaRPr lang="zh-CN" altLang="en-US" kern="0" dirty="0">
              <a:solidFill>
                <a:schemeClr val="tx1"/>
              </a:solidFill>
              <a:latin typeface="+mj-ea"/>
              <a:ea typeface="+mj-ea"/>
            </a:endParaRPr>
          </a:p>
        </p:txBody>
      </p:sp>
      <p:sp>
        <p:nvSpPr>
          <p:cNvPr id="39" name="副标题 5">
            <a:extLst>
              <a:ext uri="{FF2B5EF4-FFF2-40B4-BE49-F238E27FC236}">
                <a16:creationId xmlns:a16="http://schemas.microsoft.com/office/drawing/2014/main" id="{8437CF03-14C3-4DFF-93C7-141862167E53}"/>
              </a:ext>
            </a:extLst>
          </p:cNvPr>
          <p:cNvSpPr txBox="1">
            <a:spLocks/>
          </p:cNvSpPr>
          <p:nvPr/>
        </p:nvSpPr>
        <p:spPr bwMode="auto">
          <a:xfrm>
            <a:off x="5887832" y="4787160"/>
            <a:ext cx="447541" cy="432060"/>
          </a:xfrm>
          <a:prstGeom prst="rect">
            <a:avLst/>
          </a:prstGeom>
          <a:solidFill>
            <a:schemeClr val="accent2"/>
          </a:solidFill>
          <a:ln w="9525">
            <a:solidFill>
              <a:schemeClr val="tx1"/>
            </a:solidFill>
            <a:miter lim="800000"/>
            <a:headEnd/>
            <a:tailEnd/>
          </a:ln>
        </p:spPr>
        <p:txBody>
          <a:bodyPr vert="horz" wrap="square" lIns="0" tIns="0" rIns="0" bIns="0" numCol="1" anchor="t" anchorCtr="0" compatLnSpc="1">
            <a:prstTxWarp prst="textNoShape">
              <a:avLst/>
            </a:prstTxWarp>
            <a:normAutofit/>
          </a:bodyPr>
          <a:lstStyle>
            <a:lvl1pPr marL="0" indent="0" algn="l" rtl="0" eaLnBrk="0" fontAlgn="base" hangingPunct="0">
              <a:lnSpc>
                <a:spcPts val="3428"/>
              </a:lnSpc>
              <a:spcBef>
                <a:spcPts val="0"/>
              </a:spcBef>
              <a:spcAft>
                <a:spcPct val="0"/>
              </a:spcAft>
              <a:buClr>
                <a:srgbClr val="777777"/>
              </a:buClr>
              <a:buSzPct val="60000"/>
              <a:buFont typeface="Wingdings" pitchFamily="2" charset="2"/>
              <a:buNone/>
              <a:defRPr sz="2799" b="1" baseline="0">
                <a:solidFill>
                  <a:srgbClr val="2F5597"/>
                </a:solidFill>
                <a:latin typeface="Microsoft YaHei" panose="020B0503020204020204" pitchFamily="34" charset="-122"/>
                <a:ea typeface="Microsoft YaHei" panose="020B0503020204020204" pitchFamily="34" charset="-122"/>
                <a:cs typeface="+mn-cs"/>
              </a:defRPr>
            </a:lvl1pPr>
            <a:lvl2pPr marL="593425" indent="0" algn="ctr" rtl="0" eaLnBrk="0" fontAlgn="base" hangingPunct="0">
              <a:lnSpc>
                <a:spcPct val="140000"/>
              </a:lnSpc>
              <a:spcBef>
                <a:spcPct val="0"/>
              </a:spcBef>
              <a:spcAft>
                <a:spcPct val="0"/>
              </a:spcAft>
              <a:buSzPct val="50000"/>
              <a:buFont typeface="Wingdings" pitchFamily="2" charset="2"/>
              <a:buNone/>
              <a:defRPr sz="2596">
                <a:solidFill>
                  <a:schemeClr val="tx1"/>
                </a:solidFill>
                <a:latin typeface="微软雅黑" panose="020B0503020204020204" pitchFamily="34" charset="-122"/>
                <a:ea typeface="微软雅黑" panose="020B0503020204020204" pitchFamily="34" charset="-122"/>
                <a:cs typeface="+mn-cs"/>
              </a:defRPr>
            </a:lvl2pPr>
            <a:lvl3pPr marL="1186848" indent="0" algn="ctr" rtl="0" eaLnBrk="0" fontAlgn="base" hangingPunct="0">
              <a:lnSpc>
                <a:spcPct val="140000"/>
              </a:lnSpc>
              <a:spcBef>
                <a:spcPct val="0"/>
              </a:spcBef>
              <a:spcAft>
                <a:spcPct val="0"/>
              </a:spcAft>
              <a:buSzPct val="50000"/>
              <a:buFont typeface="Wingdings" pitchFamily="2" charset="2"/>
              <a:buNone/>
              <a:defRPr sz="2336">
                <a:solidFill>
                  <a:schemeClr val="tx1"/>
                </a:solidFill>
                <a:latin typeface="微软雅黑" panose="020B0503020204020204" pitchFamily="34" charset="-122"/>
                <a:ea typeface="微软雅黑" panose="020B0503020204020204" pitchFamily="34" charset="-122"/>
                <a:cs typeface="+mn-cs"/>
              </a:defRPr>
            </a:lvl3pPr>
            <a:lvl4pPr marL="1780274" indent="0" algn="ctr" rtl="0" eaLnBrk="0" fontAlgn="base" hangingPunct="0">
              <a:lnSpc>
                <a:spcPct val="140000"/>
              </a:lnSpc>
              <a:spcBef>
                <a:spcPct val="0"/>
              </a:spcBef>
              <a:spcAft>
                <a:spcPct val="0"/>
              </a:spcAft>
              <a:buNone/>
              <a:defRPr sz="2077">
                <a:solidFill>
                  <a:schemeClr val="tx1"/>
                </a:solidFill>
                <a:latin typeface="微软雅黑" panose="020B0503020204020204" pitchFamily="34" charset="-122"/>
                <a:ea typeface="微软雅黑" panose="020B0503020204020204" pitchFamily="34" charset="-122"/>
                <a:cs typeface="+mn-cs"/>
              </a:defRPr>
            </a:lvl4pPr>
            <a:lvl5pPr marL="2373698" indent="0" algn="ctr" rtl="0" eaLnBrk="0" fontAlgn="base" hangingPunct="0">
              <a:lnSpc>
                <a:spcPct val="140000"/>
              </a:lnSpc>
              <a:spcBef>
                <a:spcPct val="0"/>
              </a:spcBef>
              <a:spcAft>
                <a:spcPct val="0"/>
              </a:spcAft>
              <a:buFont typeface="Arial" charset="0"/>
              <a:buNone/>
              <a:defRPr sz="2077">
                <a:solidFill>
                  <a:schemeClr val="tx1"/>
                </a:solidFill>
                <a:latin typeface="微软雅黑" panose="020B0503020204020204" pitchFamily="34" charset="-122"/>
                <a:ea typeface="微软雅黑" panose="020B0503020204020204" pitchFamily="34" charset="-122"/>
                <a:cs typeface="+mn-cs"/>
              </a:defRPr>
            </a:lvl5pPr>
            <a:lvl6pPr marL="296712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6pPr>
            <a:lvl7pPr marL="3560546"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7pPr>
            <a:lvl8pPr marL="415397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8pPr>
            <a:lvl9pPr marL="4747395"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9pPr>
          </a:lstStyle>
          <a:p>
            <a:pPr algn="ctr"/>
            <a:endParaRPr lang="zh-CN" altLang="en-US" kern="0" dirty="0">
              <a:solidFill>
                <a:schemeClr val="tx1"/>
              </a:solidFill>
              <a:latin typeface="+mj-ea"/>
              <a:ea typeface="+mj-ea"/>
            </a:endParaRPr>
          </a:p>
        </p:txBody>
      </p:sp>
      <p:sp>
        <p:nvSpPr>
          <p:cNvPr id="40" name="副标题 5">
            <a:extLst>
              <a:ext uri="{FF2B5EF4-FFF2-40B4-BE49-F238E27FC236}">
                <a16:creationId xmlns:a16="http://schemas.microsoft.com/office/drawing/2014/main" id="{2AC21D66-5E8F-40D5-A3DA-5FBA48F20839}"/>
              </a:ext>
            </a:extLst>
          </p:cNvPr>
          <p:cNvSpPr txBox="1">
            <a:spLocks/>
          </p:cNvSpPr>
          <p:nvPr/>
        </p:nvSpPr>
        <p:spPr bwMode="auto">
          <a:xfrm>
            <a:off x="4447587" y="5452896"/>
            <a:ext cx="447541" cy="432060"/>
          </a:xfrm>
          <a:prstGeom prst="rect">
            <a:avLst/>
          </a:prstGeom>
          <a:solidFill>
            <a:schemeClr val="accent2"/>
          </a:solidFill>
          <a:ln w="9525">
            <a:solidFill>
              <a:schemeClr val="tx1"/>
            </a:solidFill>
            <a:miter lim="800000"/>
            <a:headEnd/>
            <a:tailEnd/>
          </a:ln>
        </p:spPr>
        <p:txBody>
          <a:bodyPr vert="horz" wrap="square" lIns="0" tIns="0" rIns="0" bIns="0" numCol="1" anchor="t" anchorCtr="0" compatLnSpc="1">
            <a:prstTxWarp prst="textNoShape">
              <a:avLst/>
            </a:prstTxWarp>
            <a:normAutofit/>
          </a:bodyPr>
          <a:lstStyle>
            <a:lvl1pPr marL="0" indent="0" algn="l" rtl="0" eaLnBrk="0" fontAlgn="base" hangingPunct="0">
              <a:lnSpc>
                <a:spcPts val="3428"/>
              </a:lnSpc>
              <a:spcBef>
                <a:spcPts val="0"/>
              </a:spcBef>
              <a:spcAft>
                <a:spcPct val="0"/>
              </a:spcAft>
              <a:buClr>
                <a:srgbClr val="777777"/>
              </a:buClr>
              <a:buSzPct val="60000"/>
              <a:buFont typeface="Wingdings" pitchFamily="2" charset="2"/>
              <a:buNone/>
              <a:defRPr sz="2799" b="1" baseline="0">
                <a:solidFill>
                  <a:srgbClr val="2F5597"/>
                </a:solidFill>
                <a:latin typeface="Microsoft YaHei" panose="020B0503020204020204" pitchFamily="34" charset="-122"/>
                <a:ea typeface="Microsoft YaHei" panose="020B0503020204020204" pitchFamily="34" charset="-122"/>
                <a:cs typeface="+mn-cs"/>
              </a:defRPr>
            </a:lvl1pPr>
            <a:lvl2pPr marL="593425" indent="0" algn="ctr" rtl="0" eaLnBrk="0" fontAlgn="base" hangingPunct="0">
              <a:lnSpc>
                <a:spcPct val="140000"/>
              </a:lnSpc>
              <a:spcBef>
                <a:spcPct val="0"/>
              </a:spcBef>
              <a:spcAft>
                <a:spcPct val="0"/>
              </a:spcAft>
              <a:buSzPct val="50000"/>
              <a:buFont typeface="Wingdings" pitchFamily="2" charset="2"/>
              <a:buNone/>
              <a:defRPr sz="2596">
                <a:solidFill>
                  <a:schemeClr val="tx1"/>
                </a:solidFill>
                <a:latin typeface="微软雅黑" panose="020B0503020204020204" pitchFamily="34" charset="-122"/>
                <a:ea typeface="微软雅黑" panose="020B0503020204020204" pitchFamily="34" charset="-122"/>
                <a:cs typeface="+mn-cs"/>
              </a:defRPr>
            </a:lvl2pPr>
            <a:lvl3pPr marL="1186848" indent="0" algn="ctr" rtl="0" eaLnBrk="0" fontAlgn="base" hangingPunct="0">
              <a:lnSpc>
                <a:spcPct val="140000"/>
              </a:lnSpc>
              <a:spcBef>
                <a:spcPct val="0"/>
              </a:spcBef>
              <a:spcAft>
                <a:spcPct val="0"/>
              </a:spcAft>
              <a:buSzPct val="50000"/>
              <a:buFont typeface="Wingdings" pitchFamily="2" charset="2"/>
              <a:buNone/>
              <a:defRPr sz="2336">
                <a:solidFill>
                  <a:schemeClr val="tx1"/>
                </a:solidFill>
                <a:latin typeface="微软雅黑" panose="020B0503020204020204" pitchFamily="34" charset="-122"/>
                <a:ea typeface="微软雅黑" panose="020B0503020204020204" pitchFamily="34" charset="-122"/>
                <a:cs typeface="+mn-cs"/>
              </a:defRPr>
            </a:lvl3pPr>
            <a:lvl4pPr marL="1780274" indent="0" algn="ctr" rtl="0" eaLnBrk="0" fontAlgn="base" hangingPunct="0">
              <a:lnSpc>
                <a:spcPct val="140000"/>
              </a:lnSpc>
              <a:spcBef>
                <a:spcPct val="0"/>
              </a:spcBef>
              <a:spcAft>
                <a:spcPct val="0"/>
              </a:spcAft>
              <a:buNone/>
              <a:defRPr sz="2077">
                <a:solidFill>
                  <a:schemeClr val="tx1"/>
                </a:solidFill>
                <a:latin typeface="微软雅黑" panose="020B0503020204020204" pitchFamily="34" charset="-122"/>
                <a:ea typeface="微软雅黑" panose="020B0503020204020204" pitchFamily="34" charset="-122"/>
                <a:cs typeface="+mn-cs"/>
              </a:defRPr>
            </a:lvl4pPr>
            <a:lvl5pPr marL="2373698" indent="0" algn="ctr" rtl="0" eaLnBrk="0" fontAlgn="base" hangingPunct="0">
              <a:lnSpc>
                <a:spcPct val="140000"/>
              </a:lnSpc>
              <a:spcBef>
                <a:spcPct val="0"/>
              </a:spcBef>
              <a:spcAft>
                <a:spcPct val="0"/>
              </a:spcAft>
              <a:buFont typeface="Arial" charset="0"/>
              <a:buNone/>
              <a:defRPr sz="2077">
                <a:solidFill>
                  <a:schemeClr val="tx1"/>
                </a:solidFill>
                <a:latin typeface="微软雅黑" panose="020B0503020204020204" pitchFamily="34" charset="-122"/>
                <a:ea typeface="微软雅黑" panose="020B0503020204020204" pitchFamily="34" charset="-122"/>
                <a:cs typeface="+mn-cs"/>
              </a:defRPr>
            </a:lvl5pPr>
            <a:lvl6pPr marL="296712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6pPr>
            <a:lvl7pPr marL="3560546"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7pPr>
            <a:lvl8pPr marL="415397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8pPr>
            <a:lvl9pPr marL="4747395"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9pPr>
          </a:lstStyle>
          <a:p>
            <a:pPr algn="ctr"/>
            <a:endParaRPr lang="zh-CN" altLang="en-US" kern="0" dirty="0">
              <a:solidFill>
                <a:schemeClr val="tx1"/>
              </a:solidFill>
              <a:latin typeface="+mj-ea"/>
              <a:ea typeface="+mj-ea"/>
            </a:endParaRPr>
          </a:p>
        </p:txBody>
      </p:sp>
      <p:sp>
        <p:nvSpPr>
          <p:cNvPr id="41" name="副标题 5">
            <a:extLst>
              <a:ext uri="{FF2B5EF4-FFF2-40B4-BE49-F238E27FC236}">
                <a16:creationId xmlns:a16="http://schemas.microsoft.com/office/drawing/2014/main" id="{C33CBB03-450F-4676-AEBA-A3145D245347}"/>
              </a:ext>
            </a:extLst>
          </p:cNvPr>
          <p:cNvSpPr txBox="1">
            <a:spLocks/>
          </p:cNvSpPr>
          <p:nvPr/>
        </p:nvSpPr>
        <p:spPr bwMode="auto">
          <a:xfrm>
            <a:off x="7637332" y="5485538"/>
            <a:ext cx="447541" cy="432060"/>
          </a:xfrm>
          <a:prstGeom prst="rect">
            <a:avLst/>
          </a:prstGeom>
          <a:solidFill>
            <a:schemeClr val="accent2"/>
          </a:solidFill>
          <a:ln w="9525">
            <a:solidFill>
              <a:schemeClr val="tx1"/>
            </a:solidFill>
            <a:miter lim="800000"/>
            <a:headEnd/>
            <a:tailEnd/>
          </a:ln>
        </p:spPr>
        <p:txBody>
          <a:bodyPr vert="horz" wrap="square" lIns="0" tIns="0" rIns="0" bIns="0" numCol="1" anchor="t" anchorCtr="0" compatLnSpc="1">
            <a:prstTxWarp prst="textNoShape">
              <a:avLst/>
            </a:prstTxWarp>
            <a:normAutofit/>
          </a:bodyPr>
          <a:lstStyle>
            <a:lvl1pPr marL="0" indent="0" algn="l" rtl="0" eaLnBrk="0" fontAlgn="base" hangingPunct="0">
              <a:lnSpc>
                <a:spcPts val="3428"/>
              </a:lnSpc>
              <a:spcBef>
                <a:spcPts val="0"/>
              </a:spcBef>
              <a:spcAft>
                <a:spcPct val="0"/>
              </a:spcAft>
              <a:buClr>
                <a:srgbClr val="777777"/>
              </a:buClr>
              <a:buSzPct val="60000"/>
              <a:buFont typeface="Wingdings" pitchFamily="2" charset="2"/>
              <a:buNone/>
              <a:defRPr sz="2799" b="1" baseline="0">
                <a:solidFill>
                  <a:srgbClr val="2F5597"/>
                </a:solidFill>
                <a:latin typeface="Microsoft YaHei" panose="020B0503020204020204" pitchFamily="34" charset="-122"/>
                <a:ea typeface="Microsoft YaHei" panose="020B0503020204020204" pitchFamily="34" charset="-122"/>
                <a:cs typeface="+mn-cs"/>
              </a:defRPr>
            </a:lvl1pPr>
            <a:lvl2pPr marL="593425" indent="0" algn="ctr" rtl="0" eaLnBrk="0" fontAlgn="base" hangingPunct="0">
              <a:lnSpc>
                <a:spcPct val="140000"/>
              </a:lnSpc>
              <a:spcBef>
                <a:spcPct val="0"/>
              </a:spcBef>
              <a:spcAft>
                <a:spcPct val="0"/>
              </a:spcAft>
              <a:buSzPct val="50000"/>
              <a:buFont typeface="Wingdings" pitchFamily="2" charset="2"/>
              <a:buNone/>
              <a:defRPr sz="2596">
                <a:solidFill>
                  <a:schemeClr val="tx1"/>
                </a:solidFill>
                <a:latin typeface="微软雅黑" panose="020B0503020204020204" pitchFamily="34" charset="-122"/>
                <a:ea typeface="微软雅黑" panose="020B0503020204020204" pitchFamily="34" charset="-122"/>
                <a:cs typeface="+mn-cs"/>
              </a:defRPr>
            </a:lvl2pPr>
            <a:lvl3pPr marL="1186848" indent="0" algn="ctr" rtl="0" eaLnBrk="0" fontAlgn="base" hangingPunct="0">
              <a:lnSpc>
                <a:spcPct val="140000"/>
              </a:lnSpc>
              <a:spcBef>
                <a:spcPct val="0"/>
              </a:spcBef>
              <a:spcAft>
                <a:spcPct val="0"/>
              </a:spcAft>
              <a:buSzPct val="50000"/>
              <a:buFont typeface="Wingdings" pitchFamily="2" charset="2"/>
              <a:buNone/>
              <a:defRPr sz="2336">
                <a:solidFill>
                  <a:schemeClr val="tx1"/>
                </a:solidFill>
                <a:latin typeface="微软雅黑" panose="020B0503020204020204" pitchFamily="34" charset="-122"/>
                <a:ea typeface="微软雅黑" panose="020B0503020204020204" pitchFamily="34" charset="-122"/>
                <a:cs typeface="+mn-cs"/>
              </a:defRPr>
            </a:lvl3pPr>
            <a:lvl4pPr marL="1780274" indent="0" algn="ctr" rtl="0" eaLnBrk="0" fontAlgn="base" hangingPunct="0">
              <a:lnSpc>
                <a:spcPct val="140000"/>
              </a:lnSpc>
              <a:spcBef>
                <a:spcPct val="0"/>
              </a:spcBef>
              <a:spcAft>
                <a:spcPct val="0"/>
              </a:spcAft>
              <a:buNone/>
              <a:defRPr sz="2077">
                <a:solidFill>
                  <a:schemeClr val="tx1"/>
                </a:solidFill>
                <a:latin typeface="微软雅黑" panose="020B0503020204020204" pitchFamily="34" charset="-122"/>
                <a:ea typeface="微软雅黑" panose="020B0503020204020204" pitchFamily="34" charset="-122"/>
                <a:cs typeface="+mn-cs"/>
              </a:defRPr>
            </a:lvl4pPr>
            <a:lvl5pPr marL="2373698" indent="0" algn="ctr" rtl="0" eaLnBrk="0" fontAlgn="base" hangingPunct="0">
              <a:lnSpc>
                <a:spcPct val="140000"/>
              </a:lnSpc>
              <a:spcBef>
                <a:spcPct val="0"/>
              </a:spcBef>
              <a:spcAft>
                <a:spcPct val="0"/>
              </a:spcAft>
              <a:buFont typeface="Arial" charset="0"/>
              <a:buNone/>
              <a:defRPr sz="2077">
                <a:solidFill>
                  <a:schemeClr val="tx1"/>
                </a:solidFill>
                <a:latin typeface="微软雅黑" panose="020B0503020204020204" pitchFamily="34" charset="-122"/>
                <a:ea typeface="微软雅黑" panose="020B0503020204020204" pitchFamily="34" charset="-122"/>
                <a:cs typeface="+mn-cs"/>
              </a:defRPr>
            </a:lvl5pPr>
            <a:lvl6pPr marL="296712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6pPr>
            <a:lvl7pPr marL="3560546"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7pPr>
            <a:lvl8pPr marL="415397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8pPr>
            <a:lvl9pPr marL="4747395"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9pPr>
          </a:lstStyle>
          <a:p>
            <a:pPr algn="ctr"/>
            <a:endParaRPr lang="zh-CN" altLang="en-US" kern="0" dirty="0">
              <a:solidFill>
                <a:schemeClr val="tx1"/>
              </a:solidFill>
              <a:latin typeface="+mj-ea"/>
              <a:ea typeface="+mj-ea"/>
            </a:endParaRPr>
          </a:p>
        </p:txBody>
      </p:sp>
      <p:sp>
        <p:nvSpPr>
          <p:cNvPr id="42" name="副标题 5">
            <a:extLst>
              <a:ext uri="{FF2B5EF4-FFF2-40B4-BE49-F238E27FC236}">
                <a16:creationId xmlns:a16="http://schemas.microsoft.com/office/drawing/2014/main" id="{240B95C2-0246-47C9-87DF-124509BA0CB4}"/>
              </a:ext>
            </a:extLst>
          </p:cNvPr>
          <p:cNvSpPr txBox="1">
            <a:spLocks/>
          </p:cNvSpPr>
          <p:nvPr/>
        </p:nvSpPr>
        <p:spPr bwMode="auto">
          <a:xfrm>
            <a:off x="5887832" y="5501205"/>
            <a:ext cx="447541" cy="432060"/>
          </a:xfrm>
          <a:prstGeom prst="rect">
            <a:avLst/>
          </a:prstGeom>
          <a:solidFill>
            <a:schemeClr val="accent2"/>
          </a:solidFill>
          <a:ln w="9525">
            <a:solidFill>
              <a:schemeClr val="tx1"/>
            </a:solidFill>
            <a:miter lim="800000"/>
            <a:headEnd/>
            <a:tailEnd/>
          </a:ln>
        </p:spPr>
        <p:txBody>
          <a:bodyPr vert="horz" wrap="square" lIns="0" tIns="0" rIns="0" bIns="0" numCol="1" anchor="t" anchorCtr="0" compatLnSpc="1">
            <a:prstTxWarp prst="textNoShape">
              <a:avLst/>
            </a:prstTxWarp>
            <a:normAutofit/>
          </a:bodyPr>
          <a:lstStyle>
            <a:lvl1pPr marL="0" indent="0" algn="l" rtl="0" eaLnBrk="0" fontAlgn="base" hangingPunct="0">
              <a:lnSpc>
                <a:spcPts val="3428"/>
              </a:lnSpc>
              <a:spcBef>
                <a:spcPts val="0"/>
              </a:spcBef>
              <a:spcAft>
                <a:spcPct val="0"/>
              </a:spcAft>
              <a:buClr>
                <a:srgbClr val="777777"/>
              </a:buClr>
              <a:buSzPct val="60000"/>
              <a:buFont typeface="Wingdings" pitchFamily="2" charset="2"/>
              <a:buNone/>
              <a:defRPr sz="2799" b="1" baseline="0">
                <a:solidFill>
                  <a:srgbClr val="2F5597"/>
                </a:solidFill>
                <a:latin typeface="Microsoft YaHei" panose="020B0503020204020204" pitchFamily="34" charset="-122"/>
                <a:ea typeface="Microsoft YaHei" panose="020B0503020204020204" pitchFamily="34" charset="-122"/>
                <a:cs typeface="+mn-cs"/>
              </a:defRPr>
            </a:lvl1pPr>
            <a:lvl2pPr marL="593425" indent="0" algn="ctr" rtl="0" eaLnBrk="0" fontAlgn="base" hangingPunct="0">
              <a:lnSpc>
                <a:spcPct val="140000"/>
              </a:lnSpc>
              <a:spcBef>
                <a:spcPct val="0"/>
              </a:spcBef>
              <a:spcAft>
                <a:spcPct val="0"/>
              </a:spcAft>
              <a:buSzPct val="50000"/>
              <a:buFont typeface="Wingdings" pitchFamily="2" charset="2"/>
              <a:buNone/>
              <a:defRPr sz="2596">
                <a:solidFill>
                  <a:schemeClr val="tx1"/>
                </a:solidFill>
                <a:latin typeface="微软雅黑" panose="020B0503020204020204" pitchFamily="34" charset="-122"/>
                <a:ea typeface="微软雅黑" panose="020B0503020204020204" pitchFamily="34" charset="-122"/>
                <a:cs typeface="+mn-cs"/>
              </a:defRPr>
            </a:lvl2pPr>
            <a:lvl3pPr marL="1186848" indent="0" algn="ctr" rtl="0" eaLnBrk="0" fontAlgn="base" hangingPunct="0">
              <a:lnSpc>
                <a:spcPct val="140000"/>
              </a:lnSpc>
              <a:spcBef>
                <a:spcPct val="0"/>
              </a:spcBef>
              <a:spcAft>
                <a:spcPct val="0"/>
              </a:spcAft>
              <a:buSzPct val="50000"/>
              <a:buFont typeface="Wingdings" pitchFamily="2" charset="2"/>
              <a:buNone/>
              <a:defRPr sz="2336">
                <a:solidFill>
                  <a:schemeClr val="tx1"/>
                </a:solidFill>
                <a:latin typeface="微软雅黑" panose="020B0503020204020204" pitchFamily="34" charset="-122"/>
                <a:ea typeface="微软雅黑" panose="020B0503020204020204" pitchFamily="34" charset="-122"/>
                <a:cs typeface="+mn-cs"/>
              </a:defRPr>
            </a:lvl3pPr>
            <a:lvl4pPr marL="1780274" indent="0" algn="ctr" rtl="0" eaLnBrk="0" fontAlgn="base" hangingPunct="0">
              <a:lnSpc>
                <a:spcPct val="140000"/>
              </a:lnSpc>
              <a:spcBef>
                <a:spcPct val="0"/>
              </a:spcBef>
              <a:spcAft>
                <a:spcPct val="0"/>
              </a:spcAft>
              <a:buNone/>
              <a:defRPr sz="2077">
                <a:solidFill>
                  <a:schemeClr val="tx1"/>
                </a:solidFill>
                <a:latin typeface="微软雅黑" panose="020B0503020204020204" pitchFamily="34" charset="-122"/>
                <a:ea typeface="微软雅黑" panose="020B0503020204020204" pitchFamily="34" charset="-122"/>
                <a:cs typeface="+mn-cs"/>
              </a:defRPr>
            </a:lvl4pPr>
            <a:lvl5pPr marL="2373698" indent="0" algn="ctr" rtl="0" eaLnBrk="0" fontAlgn="base" hangingPunct="0">
              <a:lnSpc>
                <a:spcPct val="140000"/>
              </a:lnSpc>
              <a:spcBef>
                <a:spcPct val="0"/>
              </a:spcBef>
              <a:spcAft>
                <a:spcPct val="0"/>
              </a:spcAft>
              <a:buFont typeface="Arial" charset="0"/>
              <a:buNone/>
              <a:defRPr sz="2077">
                <a:solidFill>
                  <a:schemeClr val="tx1"/>
                </a:solidFill>
                <a:latin typeface="微软雅黑" panose="020B0503020204020204" pitchFamily="34" charset="-122"/>
                <a:ea typeface="微软雅黑" panose="020B0503020204020204" pitchFamily="34" charset="-122"/>
                <a:cs typeface="+mn-cs"/>
              </a:defRPr>
            </a:lvl5pPr>
            <a:lvl6pPr marL="296712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6pPr>
            <a:lvl7pPr marL="3560546"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7pPr>
            <a:lvl8pPr marL="415397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8pPr>
            <a:lvl9pPr marL="4747395"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9pPr>
          </a:lstStyle>
          <a:p>
            <a:pPr algn="ctr"/>
            <a:endParaRPr lang="zh-CN" altLang="en-US" kern="0" dirty="0">
              <a:solidFill>
                <a:schemeClr val="tx1"/>
              </a:solidFill>
              <a:latin typeface="+mj-ea"/>
              <a:ea typeface="+mj-ea"/>
            </a:endParaRPr>
          </a:p>
        </p:txBody>
      </p:sp>
      <p:sp>
        <p:nvSpPr>
          <p:cNvPr id="43" name="标题 1">
            <a:extLst>
              <a:ext uri="{FF2B5EF4-FFF2-40B4-BE49-F238E27FC236}">
                <a16:creationId xmlns:a16="http://schemas.microsoft.com/office/drawing/2014/main" id="{D9053955-86DB-4EBA-BBD1-1FB1614592BC}"/>
              </a:ext>
            </a:extLst>
          </p:cNvPr>
          <p:cNvSpPr txBox="1">
            <a:spLocks/>
          </p:cNvSpPr>
          <p:nvPr/>
        </p:nvSpPr>
        <p:spPr>
          <a:xfrm>
            <a:off x="1778933" y="299258"/>
            <a:ext cx="9883823" cy="7897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培养目标牵引的培养方案设计</a:t>
            </a:r>
          </a:p>
        </p:txBody>
      </p:sp>
    </p:spTree>
    <p:extLst>
      <p:ext uri="{BB962C8B-B14F-4D97-AF65-F5344CB8AC3E}">
        <p14:creationId xmlns:p14="http://schemas.microsoft.com/office/powerpoint/2010/main" val="3135166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58B0E2-5EE3-49C4-8B9C-26B3A971B5B3}"/>
              </a:ext>
            </a:extLst>
          </p:cNvPr>
          <p:cNvSpPr>
            <a:spLocks noGrp="1"/>
          </p:cNvSpPr>
          <p:nvPr>
            <p:ph type="title" idx="4294967295"/>
          </p:nvPr>
        </p:nvSpPr>
        <p:spPr>
          <a:xfrm>
            <a:off x="1753985" y="382386"/>
            <a:ext cx="9692640" cy="648392"/>
          </a:xfrm>
        </p:spPr>
        <p:txBody>
          <a:bodyPr>
            <a:normAutofit/>
          </a:bodyPr>
          <a:lstStyle/>
          <a:p>
            <a:r>
              <a:rPr lang="zh-CN" altLang="en-US" sz="3300" dirty="0"/>
              <a:t>硕士学位论文的要求</a:t>
            </a:r>
          </a:p>
        </p:txBody>
      </p:sp>
      <p:sp>
        <p:nvSpPr>
          <p:cNvPr id="3" name="内容占位符 2">
            <a:extLst>
              <a:ext uri="{FF2B5EF4-FFF2-40B4-BE49-F238E27FC236}">
                <a16:creationId xmlns:a16="http://schemas.microsoft.com/office/drawing/2014/main" id="{8C71F129-90BB-420B-95C8-89F36463C74A}"/>
              </a:ext>
            </a:extLst>
          </p:cNvPr>
          <p:cNvSpPr>
            <a:spLocks noGrp="1"/>
          </p:cNvSpPr>
          <p:nvPr>
            <p:ph idx="4294967295"/>
          </p:nvPr>
        </p:nvSpPr>
        <p:spPr>
          <a:xfrm>
            <a:off x="402770" y="1318548"/>
            <a:ext cx="10844349" cy="4640291"/>
          </a:xfrm>
        </p:spPr>
        <p:txBody>
          <a:bodyPr>
            <a:noAutofit/>
          </a:bodyPr>
          <a:lstStyle/>
          <a:p>
            <a:pPr>
              <a:lnSpc>
                <a:spcPct val="125000"/>
              </a:lnSpc>
            </a:pPr>
            <a:r>
              <a:rPr lang="zh-CN" altLang="zh-CN" sz="2400" b="1" dirty="0"/>
              <a:t>《学位论文编写规则》</a:t>
            </a:r>
            <a:r>
              <a:rPr lang="zh-CN" altLang="zh-CN" sz="1800" dirty="0"/>
              <a:t>（</a:t>
            </a:r>
            <a:r>
              <a:rPr lang="en-US" altLang="zh-CN" sz="1800" dirty="0"/>
              <a:t>GB/T7713.1-2006</a:t>
            </a:r>
            <a:r>
              <a:rPr lang="zh-CN" altLang="zh-CN" sz="1800" dirty="0"/>
              <a:t>）</a:t>
            </a:r>
            <a:r>
              <a:rPr lang="zh-CN" altLang="en-US" sz="2400" b="1" dirty="0"/>
              <a:t>：</a:t>
            </a:r>
            <a:endParaRPr lang="en-US" altLang="zh-CN" sz="2400" b="1" dirty="0"/>
          </a:p>
          <a:p>
            <a:pPr lvl="1">
              <a:lnSpc>
                <a:spcPct val="125000"/>
              </a:lnSpc>
              <a:spcBef>
                <a:spcPts val="1000"/>
              </a:spcBef>
            </a:pPr>
            <a:r>
              <a:rPr lang="zh-CN" altLang="zh-CN" sz="2000" dirty="0"/>
              <a:t>“学位论文是标明作者从事科学研究取得的</a:t>
            </a:r>
            <a:r>
              <a:rPr lang="zh-CN" altLang="zh-CN" sz="2000" dirty="0">
                <a:highlight>
                  <a:srgbClr val="FFFF00"/>
                </a:highlight>
              </a:rPr>
              <a:t>创造性成果和创新见解</a:t>
            </a:r>
            <a:r>
              <a:rPr lang="zh-CN" altLang="zh-CN" sz="2000" dirty="0"/>
              <a:t>，并以此为内容撰写的、作为提出申请授予相应的学位评审用的学术论文”。</a:t>
            </a:r>
            <a:endParaRPr lang="en-US" altLang="zh-CN" sz="2000" dirty="0"/>
          </a:p>
          <a:p>
            <a:pPr lvl="1">
              <a:lnSpc>
                <a:spcPct val="125000"/>
              </a:lnSpc>
              <a:spcBef>
                <a:spcPts val="1000"/>
              </a:spcBef>
            </a:pPr>
            <a:r>
              <a:rPr lang="zh-CN" altLang="zh-CN" sz="2000" dirty="0"/>
              <a:t>“硕士论文表明作者在本门学科上掌握了坚实的基础理论和系统的专门知识，对所研究课题有</a:t>
            </a:r>
            <a:r>
              <a:rPr lang="zh-CN" altLang="zh-CN" sz="2000" dirty="0">
                <a:highlight>
                  <a:srgbClr val="FFFF00"/>
                </a:highlight>
              </a:rPr>
              <a:t>新的见解</a:t>
            </a:r>
            <a:r>
              <a:rPr lang="zh-CN" altLang="zh-CN" sz="2000" dirty="0"/>
              <a:t>，并具有从事科学研究工作或独立承担专门技术工作的能力”。</a:t>
            </a:r>
            <a:endParaRPr lang="en-US" altLang="zh-CN" sz="2000" dirty="0"/>
          </a:p>
          <a:p>
            <a:pPr>
              <a:lnSpc>
                <a:spcPct val="125000"/>
              </a:lnSpc>
            </a:pPr>
            <a:r>
              <a:rPr lang="en-US" altLang="zh-CN" sz="2400" b="1" dirty="0"/>
              <a:t>MEM</a:t>
            </a:r>
            <a:r>
              <a:rPr lang="zh-CN" altLang="zh-CN" sz="2400" b="1" dirty="0"/>
              <a:t>教指委提出的</a:t>
            </a:r>
            <a:r>
              <a:rPr lang="en-US" altLang="zh-CN" sz="2400" b="1" dirty="0"/>
              <a:t>MEM</a:t>
            </a:r>
            <a:r>
              <a:rPr lang="zh-CN" altLang="zh-CN" sz="2400" b="1" dirty="0"/>
              <a:t>选题要求</a:t>
            </a:r>
            <a:r>
              <a:rPr lang="zh-CN" altLang="en-US" sz="2400" b="1" dirty="0"/>
              <a:t>：</a:t>
            </a:r>
            <a:endParaRPr lang="en-US" altLang="zh-CN" sz="2400" b="1" dirty="0"/>
          </a:p>
          <a:p>
            <a:pPr lvl="1">
              <a:lnSpc>
                <a:spcPct val="125000"/>
              </a:lnSpc>
              <a:spcBef>
                <a:spcPts val="1000"/>
              </a:spcBef>
            </a:pPr>
            <a:r>
              <a:rPr lang="zh-CN" altLang="zh-CN" sz="2000" dirty="0"/>
              <a:t>“学位论文选题应该密切结合工程管理</a:t>
            </a:r>
            <a:r>
              <a:rPr lang="zh-CN" altLang="zh-CN" sz="2000" dirty="0">
                <a:highlight>
                  <a:srgbClr val="FFFF00"/>
                </a:highlight>
              </a:rPr>
              <a:t>实际</a:t>
            </a:r>
            <a:r>
              <a:rPr lang="zh-CN" altLang="zh-CN" sz="2000" dirty="0"/>
              <a:t>，应体现学生扎实的基础理论知识、现代管理方法以及相应的专业技术知识，反映出学生运用工程管理及相关工程学科的理论、方法和工具，分析、解决工程管理</a:t>
            </a:r>
            <a:r>
              <a:rPr lang="zh-CN" altLang="zh-CN" sz="2000" dirty="0">
                <a:highlight>
                  <a:srgbClr val="FFFF00"/>
                </a:highlight>
              </a:rPr>
              <a:t>实际问题</a:t>
            </a:r>
            <a:r>
              <a:rPr lang="zh-CN" altLang="zh-CN" sz="2000" dirty="0"/>
              <a:t>的能力，为工程管理实践提供决策依据。选题应具有新意，对实际问题有指导意义，能体现先进的管理思想和工程管理领域的发展趋势”。</a:t>
            </a:r>
          </a:p>
          <a:p>
            <a:endParaRPr lang="zh-CN" altLang="en-US" dirty="0"/>
          </a:p>
        </p:txBody>
      </p:sp>
    </p:spTree>
    <p:extLst>
      <p:ext uri="{BB962C8B-B14F-4D97-AF65-F5344CB8AC3E}">
        <p14:creationId xmlns:p14="http://schemas.microsoft.com/office/powerpoint/2010/main" val="3308542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椭圆 9">
            <a:extLst>
              <a:ext uri="{FF2B5EF4-FFF2-40B4-BE49-F238E27FC236}">
                <a16:creationId xmlns:a16="http://schemas.microsoft.com/office/drawing/2014/main" id="{C452FD20-7677-42A9-8E32-DB7C762BC2AC}"/>
              </a:ext>
            </a:extLst>
          </p:cNvPr>
          <p:cNvSpPr/>
          <p:nvPr/>
        </p:nvSpPr>
        <p:spPr>
          <a:xfrm rot="2654258">
            <a:off x="3140866" y="746964"/>
            <a:ext cx="2706899" cy="5529036"/>
          </a:xfrm>
          <a:prstGeom prst="ellipse">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 name="Content Placeholder 3"/>
          <p:cNvGraphicFramePr>
            <a:graphicFrameLocks noGrp="1"/>
          </p:cNvGraphicFramePr>
          <p:nvPr>
            <p:ph sz="quarter" idx="4294967295"/>
            <p:extLst>
              <p:ext uri="{D42A27DB-BD31-4B8C-83A1-F6EECF244321}">
                <p14:modId xmlns:p14="http://schemas.microsoft.com/office/powerpoint/2010/main" val="3678840124"/>
              </p:ext>
            </p:extLst>
          </p:nvPr>
        </p:nvGraphicFramePr>
        <p:xfrm>
          <a:off x="1596006" y="1800779"/>
          <a:ext cx="7140575" cy="38655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p:cNvSpPr>
            <a:spLocks noGrp="1"/>
          </p:cNvSpPr>
          <p:nvPr>
            <p:ph type="sldNum" sz="quarter" idx="4294967295"/>
          </p:nvPr>
        </p:nvSpPr>
        <p:spPr>
          <a:xfrm>
            <a:off x="9448800" y="6356350"/>
            <a:ext cx="2743200" cy="365125"/>
          </a:xfrm>
        </p:spPr>
        <p:txBody>
          <a:bodyPr/>
          <a:lstStyle/>
          <a:p>
            <a:fld id="{B6F15528-21DE-4FAA-801E-634DDDAF4B2B}" type="slidenum">
              <a:rPr lang="en-US" smtClean="0"/>
              <a:pPr/>
              <a:t>9</a:t>
            </a:fld>
            <a:endParaRPr lang="en-US"/>
          </a:p>
        </p:txBody>
      </p:sp>
      <p:sp>
        <p:nvSpPr>
          <p:cNvPr id="7" name="内容占位符 2"/>
          <p:cNvSpPr txBox="1">
            <a:spLocks/>
          </p:cNvSpPr>
          <p:nvPr/>
        </p:nvSpPr>
        <p:spPr>
          <a:xfrm>
            <a:off x="6194783" y="1876709"/>
            <a:ext cx="3398104" cy="67054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2800" b="1" dirty="0"/>
              <a:t>对理论发展有贡献？</a:t>
            </a:r>
            <a:endParaRPr lang="zh-CN" altLang="en-US" dirty="0"/>
          </a:p>
        </p:txBody>
      </p:sp>
      <p:sp>
        <p:nvSpPr>
          <p:cNvPr id="8" name="内容占位符 2"/>
          <p:cNvSpPr txBox="1">
            <a:spLocks/>
          </p:cNvSpPr>
          <p:nvPr/>
        </p:nvSpPr>
        <p:spPr>
          <a:xfrm>
            <a:off x="2137954" y="5453346"/>
            <a:ext cx="2906486" cy="57785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2400" b="1" dirty="0"/>
              <a:t>促进实践问题解决？</a:t>
            </a:r>
            <a:endParaRPr lang="zh-CN" altLang="en-US" sz="2400" dirty="0"/>
          </a:p>
        </p:txBody>
      </p:sp>
      <p:sp>
        <p:nvSpPr>
          <p:cNvPr id="9" name="内容占位符 2"/>
          <p:cNvSpPr txBox="1">
            <a:spLocks/>
          </p:cNvSpPr>
          <p:nvPr/>
        </p:nvSpPr>
        <p:spPr>
          <a:xfrm>
            <a:off x="7631598" y="4432689"/>
            <a:ext cx="3307952" cy="121271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zh-CN" sz="2400" b="1" dirty="0"/>
              <a:t>科学地陈述</a:t>
            </a:r>
            <a:r>
              <a:rPr lang="zh-CN" altLang="en-US" sz="2400" b="1" dirty="0"/>
              <a:t>研究过程</a:t>
            </a:r>
            <a:endParaRPr lang="en-US" altLang="zh-CN" sz="2400" b="1" dirty="0"/>
          </a:p>
          <a:p>
            <a:r>
              <a:rPr lang="zh-CN" altLang="zh-CN" sz="2000" dirty="0"/>
              <a:t>逻辑合理的研究过程</a:t>
            </a:r>
            <a:endParaRPr lang="en-US" altLang="zh-CN" sz="2000" dirty="0"/>
          </a:p>
          <a:p>
            <a:r>
              <a:rPr lang="zh-CN" altLang="zh-CN" sz="2000" dirty="0"/>
              <a:t>过程的透明和可重复</a:t>
            </a:r>
            <a:endParaRPr lang="en-US" altLang="zh-CN" sz="1600" dirty="0">
              <a:solidFill>
                <a:srgbClr val="FF0000"/>
              </a:solidFill>
            </a:endParaRPr>
          </a:p>
        </p:txBody>
      </p:sp>
      <p:sp>
        <p:nvSpPr>
          <p:cNvPr id="11" name="标题 1">
            <a:extLst>
              <a:ext uri="{FF2B5EF4-FFF2-40B4-BE49-F238E27FC236}">
                <a16:creationId xmlns:a16="http://schemas.microsoft.com/office/drawing/2014/main" id="{880A594E-D7C8-4615-8641-D7F8BF266DE4}"/>
              </a:ext>
            </a:extLst>
          </p:cNvPr>
          <p:cNvSpPr txBox="1">
            <a:spLocks/>
          </p:cNvSpPr>
          <p:nvPr/>
        </p:nvSpPr>
        <p:spPr>
          <a:xfrm>
            <a:off x="1753985" y="382386"/>
            <a:ext cx="9468197" cy="64839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t>专业硕士学位论文的要求</a:t>
            </a:r>
          </a:p>
        </p:txBody>
      </p:sp>
      <p:sp>
        <p:nvSpPr>
          <p:cNvPr id="12" name="内容占位符 2">
            <a:extLst>
              <a:ext uri="{FF2B5EF4-FFF2-40B4-BE49-F238E27FC236}">
                <a16:creationId xmlns:a16="http://schemas.microsoft.com/office/drawing/2014/main" id="{A485C23D-7BAC-48B5-A99F-DFC1CF2107CD}"/>
              </a:ext>
            </a:extLst>
          </p:cNvPr>
          <p:cNvSpPr txBox="1">
            <a:spLocks/>
          </p:cNvSpPr>
          <p:nvPr/>
        </p:nvSpPr>
        <p:spPr>
          <a:xfrm>
            <a:off x="9300814" y="3023016"/>
            <a:ext cx="1745257" cy="67054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2800" b="1" dirty="0">
                <a:highlight>
                  <a:srgbClr val="FFFF00"/>
                </a:highlight>
              </a:rPr>
              <a:t>顶天立地</a:t>
            </a:r>
            <a:endParaRPr lang="zh-CN" altLang="en-US" dirty="0">
              <a:highlight>
                <a:srgbClr val="FFFF00"/>
              </a:highlight>
            </a:endParaRPr>
          </a:p>
        </p:txBody>
      </p:sp>
    </p:spTree>
    <p:extLst>
      <p:ext uri="{BB962C8B-B14F-4D97-AF65-F5344CB8AC3E}">
        <p14:creationId xmlns:p14="http://schemas.microsoft.com/office/powerpoint/2010/main" val="3858318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FAF5F0C-C111-483E-B00A-8FF846C4443B}"/>
              </a:ext>
            </a:extLst>
          </p:cNvPr>
          <p:cNvSpPr>
            <a:spLocks noGrp="1"/>
          </p:cNvSpPr>
          <p:nvPr>
            <p:ph idx="1"/>
          </p:nvPr>
        </p:nvSpPr>
        <p:spPr/>
        <p:txBody>
          <a:bodyPr>
            <a:normAutofit/>
          </a:bodyPr>
          <a:lstStyle/>
          <a:p>
            <a:pPr marL="0" indent="0">
              <a:buNone/>
            </a:pPr>
            <a:r>
              <a:rPr lang="zh-CN" altLang="en-US" sz="4000" dirty="0">
                <a:highlight>
                  <a:srgbClr val="FF0000"/>
                </a:highlight>
              </a:rPr>
              <a:t>第一个问题：</a:t>
            </a:r>
            <a:endParaRPr lang="en-US" altLang="zh-CN" sz="4000" dirty="0">
              <a:highlight>
                <a:srgbClr val="FF0000"/>
              </a:highlight>
            </a:endParaRPr>
          </a:p>
          <a:p>
            <a:pPr>
              <a:buFont typeface="Wingdings" panose="05000000000000000000" pitchFamily="2" charset="2"/>
              <a:buChar char="ü"/>
            </a:pPr>
            <a:r>
              <a:rPr lang="zh-CN" altLang="en-US" sz="4000" dirty="0"/>
              <a:t>如何通过学位论文研究促进实践问题解决？</a:t>
            </a:r>
          </a:p>
        </p:txBody>
      </p:sp>
    </p:spTree>
    <p:extLst>
      <p:ext uri="{BB962C8B-B14F-4D97-AF65-F5344CB8AC3E}">
        <p14:creationId xmlns:p14="http://schemas.microsoft.com/office/powerpoint/2010/main" val="4140498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4A993706-67A4-46D7-B8A8-9DFE16401F49}"/>
              </a:ext>
            </a:extLst>
          </p:cNvPr>
          <p:cNvSpPr txBox="1">
            <a:spLocks/>
          </p:cNvSpPr>
          <p:nvPr/>
        </p:nvSpPr>
        <p:spPr>
          <a:xfrm>
            <a:off x="464127" y="1247963"/>
            <a:ext cx="10929257" cy="4041505"/>
          </a:xfrm>
          <a:prstGeom prst="rect">
            <a:avLst/>
          </a:prstGeom>
          <a:ln>
            <a:noFill/>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latin typeface="+mj-ea"/>
                <a:ea typeface="+mj-ea"/>
              </a:rPr>
              <a:t>赫伯特</a:t>
            </a:r>
            <a:r>
              <a:rPr lang="en-US" altLang="zh-CN" dirty="0">
                <a:latin typeface="+mj-ea"/>
                <a:ea typeface="+mj-ea"/>
              </a:rPr>
              <a:t>·</a:t>
            </a:r>
            <a:r>
              <a:rPr lang="zh-CN" altLang="en-US" dirty="0">
                <a:latin typeface="+mj-ea"/>
                <a:ea typeface="+mj-ea"/>
              </a:rPr>
              <a:t>西蒙 （</a:t>
            </a:r>
            <a:r>
              <a:rPr lang="en-US" altLang="zh-CN" sz="2399" dirty="0">
                <a:latin typeface="+mj-ea"/>
                <a:ea typeface="+mj-ea"/>
              </a:rPr>
              <a:t>1978</a:t>
            </a:r>
            <a:r>
              <a:rPr lang="zh-CN" altLang="en-US" sz="2399" dirty="0">
                <a:latin typeface="+mj-ea"/>
                <a:ea typeface="+mj-ea"/>
              </a:rPr>
              <a:t>年诺贝尔经济学奖、</a:t>
            </a:r>
            <a:r>
              <a:rPr lang="en-US" altLang="zh-CN" sz="2399" dirty="0">
                <a:latin typeface="+mj-ea"/>
                <a:ea typeface="+mj-ea"/>
              </a:rPr>
              <a:t>1975</a:t>
            </a:r>
            <a:r>
              <a:rPr lang="zh-CN" altLang="en-US" sz="2399" dirty="0">
                <a:latin typeface="+mj-ea"/>
                <a:ea typeface="+mj-ea"/>
              </a:rPr>
              <a:t>年图灵奖</a:t>
            </a:r>
            <a:r>
              <a:rPr lang="zh-CN" altLang="en-US" dirty="0">
                <a:latin typeface="+mj-ea"/>
                <a:ea typeface="+mj-ea"/>
              </a:rPr>
              <a:t>）提议</a:t>
            </a:r>
            <a:r>
              <a:rPr lang="zh-CN" altLang="zh-CN" dirty="0">
                <a:latin typeface="+mj-ea"/>
                <a:ea typeface="+mj-ea"/>
              </a:rPr>
              <a:t>分为</a:t>
            </a:r>
            <a:r>
              <a:rPr lang="zh-CN" altLang="en-US" dirty="0">
                <a:latin typeface="+mj-ea"/>
                <a:ea typeface="+mj-ea"/>
              </a:rPr>
              <a:t>两类：</a:t>
            </a:r>
            <a:endParaRPr lang="en-US" altLang="zh-CN" dirty="0">
              <a:latin typeface="+mj-ea"/>
              <a:ea typeface="+mj-ea"/>
            </a:endParaRPr>
          </a:p>
          <a:p>
            <a:pPr lvl="1"/>
            <a:r>
              <a:rPr lang="zh-CN" altLang="zh-CN" b="1" dirty="0">
                <a:latin typeface="+mj-ea"/>
                <a:ea typeface="+mj-ea"/>
              </a:rPr>
              <a:t>自然科学</a:t>
            </a:r>
            <a:endParaRPr lang="en-US" altLang="zh-CN" dirty="0">
              <a:latin typeface="+mj-ea"/>
              <a:ea typeface="+mj-ea"/>
            </a:endParaRPr>
          </a:p>
          <a:p>
            <a:pPr lvl="2"/>
            <a:r>
              <a:rPr lang="zh-CN" altLang="en-US" dirty="0">
                <a:latin typeface="+mj-ea"/>
                <a:ea typeface="+mj-ea"/>
              </a:rPr>
              <a:t>研究</a:t>
            </a:r>
            <a:r>
              <a:rPr lang="zh-CN" altLang="zh-CN" dirty="0">
                <a:latin typeface="+mj-ea"/>
                <a:ea typeface="+mj-ea"/>
              </a:rPr>
              <a:t>是什么样</a:t>
            </a:r>
            <a:r>
              <a:rPr lang="en-US" altLang="zh-CN" dirty="0">
                <a:latin typeface="+mj-ea"/>
                <a:ea typeface="+mj-ea"/>
              </a:rPr>
              <a:t> (how things are)</a:t>
            </a:r>
          </a:p>
          <a:p>
            <a:pPr lvl="2"/>
            <a:r>
              <a:rPr lang="zh-CN" altLang="zh-CN" dirty="0">
                <a:latin typeface="+mj-ea"/>
                <a:ea typeface="+mj-ea"/>
              </a:rPr>
              <a:t>关注发现和验证规律性、</a:t>
            </a:r>
            <a:r>
              <a:rPr lang="zh-CN" altLang="zh-CN" b="1" dirty="0">
                <a:solidFill>
                  <a:srgbClr val="FF0000"/>
                </a:solidFill>
                <a:latin typeface="+mj-ea"/>
                <a:ea typeface="+mj-ea"/>
              </a:rPr>
              <a:t>解释</a:t>
            </a:r>
            <a:r>
              <a:rPr lang="zh-CN" altLang="zh-CN" dirty="0">
                <a:latin typeface="+mj-ea"/>
                <a:ea typeface="+mj-ea"/>
              </a:rPr>
              <a:t>性机理</a:t>
            </a:r>
            <a:endParaRPr lang="en-US" altLang="zh-CN" dirty="0">
              <a:latin typeface="+mj-ea"/>
              <a:ea typeface="+mj-ea"/>
            </a:endParaRPr>
          </a:p>
          <a:p>
            <a:pPr lvl="2"/>
            <a:r>
              <a:rPr lang="zh-CN" altLang="en-US" dirty="0">
                <a:latin typeface="+mj-ea"/>
                <a:ea typeface="+mj-ea"/>
              </a:rPr>
              <a:t>典型：力学、生物学等</a:t>
            </a:r>
            <a:endParaRPr lang="en-US" altLang="zh-CN" dirty="0">
              <a:latin typeface="+mj-ea"/>
              <a:ea typeface="+mj-ea"/>
            </a:endParaRPr>
          </a:p>
          <a:p>
            <a:pPr lvl="1"/>
            <a:r>
              <a:rPr lang="zh-CN" altLang="zh-CN" b="1" dirty="0">
                <a:latin typeface="+mj-ea"/>
                <a:ea typeface="+mj-ea"/>
              </a:rPr>
              <a:t>设计科学</a:t>
            </a:r>
            <a:r>
              <a:rPr lang="en-US" altLang="zh-CN" dirty="0">
                <a:latin typeface="+mj-ea"/>
                <a:ea typeface="+mj-ea"/>
              </a:rPr>
              <a:t>(design science)</a:t>
            </a:r>
          </a:p>
          <a:p>
            <a:pPr lvl="2"/>
            <a:r>
              <a:rPr lang="zh-CN" altLang="zh-CN" dirty="0">
                <a:latin typeface="+mj-ea"/>
                <a:ea typeface="+mj-ea"/>
              </a:rPr>
              <a:t>关注该是怎么样</a:t>
            </a:r>
            <a:r>
              <a:rPr lang="en-US" altLang="zh-CN" dirty="0">
                <a:latin typeface="+mj-ea"/>
                <a:ea typeface="+mj-ea"/>
              </a:rPr>
              <a:t> (how things ought to be)</a:t>
            </a:r>
          </a:p>
          <a:p>
            <a:pPr lvl="2"/>
            <a:r>
              <a:rPr lang="zh-CN" altLang="zh-CN" dirty="0">
                <a:latin typeface="+mj-ea"/>
                <a:ea typeface="+mj-ea"/>
              </a:rPr>
              <a:t>注重为</a:t>
            </a:r>
            <a:r>
              <a:rPr lang="zh-CN" altLang="zh-CN" b="1" dirty="0">
                <a:solidFill>
                  <a:srgbClr val="FF0000"/>
                </a:solidFill>
                <a:latin typeface="+mj-ea"/>
                <a:ea typeface="+mj-ea"/>
              </a:rPr>
              <a:t>实现</a:t>
            </a:r>
            <a:r>
              <a:rPr lang="zh-CN" altLang="zh-CN" dirty="0">
                <a:latin typeface="+mj-ea"/>
                <a:ea typeface="+mj-ea"/>
              </a:rPr>
              <a:t>某一</a:t>
            </a:r>
            <a:r>
              <a:rPr lang="zh-CN" altLang="zh-CN" b="1" dirty="0">
                <a:solidFill>
                  <a:srgbClr val="FF0000"/>
                </a:solidFill>
                <a:latin typeface="+mj-ea"/>
                <a:ea typeface="+mj-ea"/>
              </a:rPr>
              <a:t>目标</a:t>
            </a:r>
            <a:r>
              <a:rPr lang="zh-CN" altLang="zh-CN" dirty="0">
                <a:latin typeface="+mj-ea"/>
                <a:ea typeface="+mj-ea"/>
              </a:rPr>
              <a:t>而构建与评估</a:t>
            </a:r>
            <a:r>
              <a:rPr lang="zh-CN" altLang="en-US" b="1" dirty="0">
                <a:solidFill>
                  <a:srgbClr val="FF0000"/>
                </a:solidFill>
                <a:latin typeface="+mj-ea"/>
                <a:ea typeface="+mj-ea"/>
              </a:rPr>
              <a:t>干预措施</a:t>
            </a:r>
            <a:r>
              <a:rPr lang="zh-CN" altLang="zh-CN" dirty="0">
                <a:latin typeface="+mj-ea"/>
                <a:ea typeface="+mj-ea"/>
              </a:rPr>
              <a:t>的过程</a:t>
            </a:r>
            <a:endParaRPr lang="en-US" altLang="zh-CN" dirty="0">
              <a:latin typeface="+mj-ea"/>
              <a:ea typeface="+mj-ea"/>
            </a:endParaRPr>
          </a:p>
          <a:p>
            <a:pPr lvl="2"/>
            <a:r>
              <a:rPr lang="zh-CN" altLang="en-US" dirty="0">
                <a:latin typeface="+mj-ea"/>
                <a:ea typeface="+mj-ea"/>
              </a:rPr>
              <a:t>典型：工程科学</a:t>
            </a:r>
            <a:endParaRPr lang="en-US" altLang="zh-CN" dirty="0">
              <a:latin typeface="+mj-ea"/>
              <a:ea typeface="+mj-ea"/>
            </a:endParaRPr>
          </a:p>
          <a:p>
            <a:pPr lvl="2"/>
            <a:endParaRPr lang="zh-CN" altLang="en-US" dirty="0">
              <a:latin typeface="+mj-ea"/>
              <a:ea typeface="+mj-ea"/>
            </a:endParaRPr>
          </a:p>
        </p:txBody>
      </p:sp>
      <p:sp>
        <p:nvSpPr>
          <p:cNvPr id="3" name="矩形 2">
            <a:extLst>
              <a:ext uri="{FF2B5EF4-FFF2-40B4-BE49-F238E27FC236}">
                <a16:creationId xmlns:a16="http://schemas.microsoft.com/office/drawing/2014/main" id="{3AD30E2B-8E3C-4132-A8AB-05D0C81ACD1B}"/>
              </a:ext>
            </a:extLst>
          </p:cNvPr>
          <p:cNvSpPr/>
          <p:nvPr/>
        </p:nvSpPr>
        <p:spPr>
          <a:xfrm>
            <a:off x="464127" y="6377134"/>
            <a:ext cx="9251275" cy="369332"/>
          </a:xfrm>
          <a:prstGeom prst="rect">
            <a:avLst/>
          </a:prstGeom>
        </p:spPr>
        <p:txBody>
          <a:bodyPr wrap="square">
            <a:spAutoFit/>
          </a:bodyPr>
          <a:lstStyle/>
          <a:p>
            <a:r>
              <a:rPr lang="en-US" altLang="zh-CN" b="1" dirty="0">
                <a:latin typeface="+mj-ea"/>
                <a:ea typeface="+mj-ea"/>
              </a:rPr>
              <a:t>Herbert A. Simon  (1996). The Sciences of the Artificial (Third edition).  MIT Press</a:t>
            </a:r>
            <a:endParaRPr lang="zh-CN" altLang="en-US" b="1" dirty="0">
              <a:latin typeface="+mj-ea"/>
              <a:ea typeface="+mj-ea"/>
            </a:endParaRPr>
          </a:p>
        </p:txBody>
      </p:sp>
      <p:sp>
        <p:nvSpPr>
          <p:cNvPr id="5" name="标题 1">
            <a:extLst>
              <a:ext uri="{FF2B5EF4-FFF2-40B4-BE49-F238E27FC236}">
                <a16:creationId xmlns:a16="http://schemas.microsoft.com/office/drawing/2014/main" id="{83E82529-65F6-43D3-9306-07844AC856C4}"/>
              </a:ext>
            </a:extLst>
          </p:cNvPr>
          <p:cNvSpPr txBox="1">
            <a:spLocks noChangeArrowheads="1"/>
          </p:cNvSpPr>
          <p:nvPr/>
        </p:nvSpPr>
        <p:spPr>
          <a:xfrm>
            <a:off x="1649285" y="435782"/>
            <a:ext cx="6761843" cy="55662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j-ea"/>
              </a:rPr>
              <a:t>研究的分类</a:t>
            </a:r>
          </a:p>
        </p:txBody>
      </p:sp>
    </p:spTree>
    <p:extLst>
      <p:ext uri="{BB962C8B-B14F-4D97-AF65-F5344CB8AC3E}">
        <p14:creationId xmlns:p14="http://schemas.microsoft.com/office/powerpoint/2010/main" val="386622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内容占位符 3">
            <a:extLst>
              <a:ext uri="{FF2B5EF4-FFF2-40B4-BE49-F238E27FC236}">
                <a16:creationId xmlns:a16="http://schemas.microsoft.com/office/drawing/2014/main" id="{092F3658-D88E-4ABE-96A4-362128141F90}"/>
              </a:ext>
            </a:extLst>
          </p:cNvPr>
          <p:cNvGraphicFramePr>
            <a:graphicFrameLocks/>
          </p:cNvGraphicFramePr>
          <p:nvPr>
            <p:extLst>
              <p:ext uri="{D42A27DB-BD31-4B8C-83A1-F6EECF244321}">
                <p14:modId xmlns:p14="http://schemas.microsoft.com/office/powerpoint/2010/main" val="1524627447"/>
              </p:ext>
            </p:extLst>
          </p:nvPr>
        </p:nvGraphicFramePr>
        <p:xfrm>
          <a:off x="1224742" y="1382257"/>
          <a:ext cx="7738469" cy="2438400"/>
        </p:xfrm>
        <a:graphic>
          <a:graphicData uri="http://schemas.openxmlformats.org/drawingml/2006/table">
            <a:tbl>
              <a:tblPr firstRow="1" bandRow="1">
                <a:tableStyleId>{5C22544A-7EE6-4342-B048-85BDC9FD1C3A}</a:tableStyleId>
              </a:tblPr>
              <a:tblGrid>
                <a:gridCol w="1879183">
                  <a:extLst>
                    <a:ext uri="{9D8B030D-6E8A-4147-A177-3AD203B41FA5}">
                      <a16:colId xmlns:a16="http://schemas.microsoft.com/office/drawing/2014/main" val="20000"/>
                    </a:ext>
                  </a:extLst>
                </a:gridCol>
                <a:gridCol w="2884674">
                  <a:extLst>
                    <a:ext uri="{9D8B030D-6E8A-4147-A177-3AD203B41FA5}">
                      <a16:colId xmlns:a16="http://schemas.microsoft.com/office/drawing/2014/main" val="20001"/>
                    </a:ext>
                  </a:extLst>
                </a:gridCol>
                <a:gridCol w="2974612">
                  <a:extLst>
                    <a:ext uri="{9D8B030D-6E8A-4147-A177-3AD203B41FA5}">
                      <a16:colId xmlns:a16="http://schemas.microsoft.com/office/drawing/2014/main" val="20002"/>
                    </a:ext>
                  </a:extLst>
                </a:gridCol>
              </a:tblGrid>
              <a:tr h="651174">
                <a:tc>
                  <a:txBody>
                    <a:bodyPr/>
                    <a:lstStyle/>
                    <a:p>
                      <a:endParaRPr lang="zh-CN" altLang="en-US" sz="4000" dirty="0">
                        <a:latin typeface="+mj-ea"/>
                        <a:ea typeface="+mj-ea"/>
                      </a:endParaRPr>
                    </a:p>
                  </a:txBody>
                  <a:tcPr>
                    <a:solidFill>
                      <a:schemeClr val="accent1"/>
                    </a:solidFill>
                  </a:tcPr>
                </a:tc>
                <a:tc>
                  <a:txBody>
                    <a:bodyPr/>
                    <a:lstStyle/>
                    <a:p>
                      <a:r>
                        <a:rPr lang="zh-CN" altLang="en-US" sz="3200" b="1" dirty="0">
                          <a:latin typeface="+mj-ea"/>
                          <a:ea typeface="+mj-ea"/>
                        </a:rPr>
                        <a:t>自然科学研究</a:t>
                      </a:r>
                    </a:p>
                  </a:txBody>
                  <a:tcPr/>
                </a:tc>
                <a:tc>
                  <a:txBody>
                    <a:bodyPr/>
                    <a:lstStyle/>
                    <a:p>
                      <a:r>
                        <a:rPr lang="zh-CN" altLang="en-US" sz="3200" b="1" dirty="0">
                          <a:latin typeface="+mj-ea"/>
                          <a:ea typeface="+mj-ea"/>
                        </a:rPr>
                        <a:t>设计科学研究</a:t>
                      </a:r>
                    </a:p>
                  </a:txBody>
                  <a:tcPr/>
                </a:tc>
                <a:extLst>
                  <a:ext uri="{0D108BD9-81ED-4DB2-BD59-A6C34878D82A}">
                    <a16:rowId xmlns:a16="http://schemas.microsoft.com/office/drawing/2014/main" val="10000"/>
                  </a:ext>
                </a:extLst>
              </a:tr>
              <a:tr h="417850">
                <a:tc>
                  <a:txBody>
                    <a:bodyPr/>
                    <a:lstStyle/>
                    <a:p>
                      <a:r>
                        <a:rPr lang="zh-CN" altLang="en-US" sz="2800" b="1" kern="1200" dirty="0">
                          <a:solidFill>
                            <a:schemeClr val="lt1"/>
                          </a:solidFill>
                          <a:latin typeface="+mj-ea"/>
                          <a:ea typeface="+mj-ea"/>
                          <a:cs typeface="+mn-cs"/>
                        </a:rPr>
                        <a:t>分析对象</a:t>
                      </a:r>
                    </a:p>
                  </a:txBody>
                  <a:tcPr>
                    <a:solidFill>
                      <a:schemeClr val="accent1"/>
                    </a:solidFill>
                  </a:tcPr>
                </a:tc>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zh-CN" altLang="en-US" sz="2000" dirty="0">
                          <a:solidFill>
                            <a:schemeClr val="tx1"/>
                          </a:solidFill>
                          <a:latin typeface="+mj-ea"/>
                          <a:ea typeface="+mj-ea"/>
                        </a:rPr>
                        <a:t>已经存在</a:t>
                      </a:r>
                      <a:endParaRPr lang="zh-CN" altLang="en-US" sz="2000" dirty="0">
                        <a:latin typeface="+mj-ea"/>
                        <a:ea typeface="+mj-ea"/>
                      </a:endParaRPr>
                    </a:p>
                  </a:txBody>
                  <a:tcPr/>
                </a:tc>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zh-CN" altLang="en-US" sz="2000" dirty="0">
                          <a:solidFill>
                            <a:schemeClr val="tx1"/>
                          </a:solidFill>
                          <a:latin typeface="+mj-ea"/>
                          <a:ea typeface="+mj-ea"/>
                        </a:rPr>
                        <a:t>进行设计和创造</a:t>
                      </a:r>
                      <a:endParaRPr lang="zh-CN" altLang="en-US" sz="2000" dirty="0">
                        <a:latin typeface="+mj-ea"/>
                        <a:ea typeface="+mj-ea"/>
                      </a:endParaRPr>
                    </a:p>
                  </a:txBody>
                  <a:tcPr/>
                </a:tc>
                <a:extLst>
                  <a:ext uri="{0D108BD9-81ED-4DB2-BD59-A6C34878D82A}">
                    <a16:rowId xmlns:a16="http://schemas.microsoft.com/office/drawing/2014/main" val="10001"/>
                  </a:ext>
                </a:extLst>
              </a:tr>
              <a:tr h="417850">
                <a:tc>
                  <a:txBody>
                    <a:bodyPr/>
                    <a:lstStyle/>
                    <a:p>
                      <a:r>
                        <a:rPr lang="zh-CN" altLang="en-US" sz="2800" b="1" kern="1200" dirty="0">
                          <a:solidFill>
                            <a:schemeClr val="lt1"/>
                          </a:solidFill>
                          <a:latin typeface="+mj-ea"/>
                          <a:ea typeface="+mj-ea"/>
                          <a:cs typeface="+mn-cs"/>
                        </a:rPr>
                        <a:t>研究问题</a:t>
                      </a:r>
                    </a:p>
                  </a:txBody>
                  <a:tcPr>
                    <a:solidFill>
                      <a:schemeClr val="accent1"/>
                    </a:solidFill>
                  </a:tcPr>
                </a:tc>
                <a:tc>
                  <a:txBody>
                    <a:bodyPr/>
                    <a:lstStyle/>
                    <a:p>
                      <a:r>
                        <a:rPr lang="zh-CN" altLang="en-US" sz="2000" kern="1200" dirty="0">
                          <a:solidFill>
                            <a:schemeClr val="tx1"/>
                          </a:solidFill>
                          <a:latin typeface="+mj-ea"/>
                          <a:ea typeface="+mj-ea"/>
                          <a:cs typeface="+mn-cs"/>
                        </a:rPr>
                        <a:t>存在研究不足</a:t>
                      </a:r>
                    </a:p>
                  </a:txBody>
                  <a:tcPr/>
                </a:tc>
                <a:tc>
                  <a:txBody>
                    <a:bodyPr/>
                    <a:lstStyle/>
                    <a:p>
                      <a:r>
                        <a:rPr lang="zh-CN" altLang="en-US" sz="2000" kern="1200" dirty="0">
                          <a:solidFill>
                            <a:schemeClr val="tx1"/>
                          </a:solidFill>
                          <a:latin typeface="+mj-ea"/>
                          <a:ea typeface="+mj-ea"/>
                          <a:cs typeface="+mn-cs"/>
                        </a:rPr>
                        <a:t>缺乏实践解决方案</a:t>
                      </a:r>
                    </a:p>
                  </a:txBody>
                  <a:tcPr/>
                </a:tc>
                <a:extLst>
                  <a:ext uri="{0D108BD9-81ED-4DB2-BD59-A6C34878D82A}">
                    <a16:rowId xmlns:a16="http://schemas.microsoft.com/office/drawing/2014/main" val="10002"/>
                  </a:ext>
                </a:extLst>
              </a:tr>
              <a:tr h="663644">
                <a:tc>
                  <a:txBody>
                    <a:bodyPr/>
                    <a:lstStyle/>
                    <a:p>
                      <a:r>
                        <a:rPr lang="zh-CN" altLang="en-US" sz="2800" b="1" kern="1200" dirty="0">
                          <a:solidFill>
                            <a:schemeClr val="lt1"/>
                          </a:solidFill>
                          <a:latin typeface="+mj-ea"/>
                          <a:ea typeface="+mj-ea"/>
                          <a:cs typeface="+mn-cs"/>
                        </a:rPr>
                        <a:t>成果</a:t>
                      </a:r>
                    </a:p>
                  </a:txBody>
                  <a:tcPr>
                    <a:solidFill>
                      <a:schemeClr val="accent1"/>
                    </a:solidFill>
                  </a:tcPr>
                </a:tc>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zh-CN" altLang="en-US" sz="2000" dirty="0">
                          <a:latin typeface="+mj-ea"/>
                          <a:ea typeface="+mj-ea"/>
                        </a:rPr>
                        <a:t>解释规律、预测等</a:t>
                      </a:r>
                      <a:r>
                        <a:rPr lang="zh-CN" altLang="en-US" sz="2000" dirty="0">
                          <a:solidFill>
                            <a:schemeClr val="tx1"/>
                          </a:solidFill>
                          <a:latin typeface="+mj-ea"/>
                          <a:ea typeface="+mj-ea"/>
                        </a:rPr>
                        <a:t>（</a:t>
                      </a:r>
                      <a:r>
                        <a:rPr lang="en-US" altLang="zh-CN" sz="2000" b="1" dirty="0">
                          <a:solidFill>
                            <a:srgbClr val="FF0000"/>
                          </a:solidFill>
                          <a:latin typeface="+mj-ea"/>
                          <a:ea typeface="+mj-ea"/>
                        </a:rPr>
                        <a:t>X</a:t>
                      </a:r>
                      <a:r>
                        <a:rPr lang="en-US" altLang="zh-CN" sz="2000" b="1" dirty="0">
                          <a:solidFill>
                            <a:srgbClr val="FF0000"/>
                          </a:solidFill>
                          <a:latin typeface="+mj-ea"/>
                          <a:ea typeface="+mj-ea"/>
                          <a:sym typeface="Wingdings" panose="05000000000000000000" pitchFamily="2" charset="2"/>
                        </a:rPr>
                        <a:t>Y</a:t>
                      </a:r>
                      <a:r>
                        <a:rPr lang="zh-CN" altLang="en-US" sz="2000" dirty="0">
                          <a:solidFill>
                            <a:schemeClr val="tx1"/>
                          </a:solidFill>
                          <a:latin typeface="+mj-ea"/>
                          <a:ea typeface="+mj-ea"/>
                        </a:rPr>
                        <a:t>）</a:t>
                      </a:r>
                      <a:endParaRPr lang="zh-CN" altLang="en-US" sz="2000" dirty="0">
                        <a:latin typeface="+mj-ea"/>
                        <a:ea typeface="+mj-ea"/>
                      </a:endParaRPr>
                    </a:p>
                  </a:txBody>
                  <a:tcPr/>
                </a:tc>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zh-CN" altLang="en-US" sz="2000" dirty="0">
                          <a:solidFill>
                            <a:schemeClr val="tx1"/>
                          </a:solidFill>
                          <a:latin typeface="+mj-ea"/>
                          <a:ea typeface="+mj-ea"/>
                        </a:rPr>
                        <a:t>对某一类问题的可能的解决方案</a:t>
                      </a:r>
                      <a:endParaRPr lang="zh-CN" altLang="en-US" sz="2000" dirty="0">
                        <a:latin typeface="+mj-ea"/>
                        <a:ea typeface="+mj-ea"/>
                      </a:endParaRPr>
                    </a:p>
                  </a:txBody>
                  <a:tcPr/>
                </a:tc>
                <a:extLst>
                  <a:ext uri="{0D108BD9-81ED-4DB2-BD59-A6C34878D82A}">
                    <a16:rowId xmlns:a16="http://schemas.microsoft.com/office/drawing/2014/main" val="10003"/>
                  </a:ext>
                </a:extLst>
              </a:tr>
            </a:tbl>
          </a:graphicData>
        </a:graphic>
      </p:graphicFrame>
      <p:sp>
        <p:nvSpPr>
          <p:cNvPr id="3" name="内容占位符 2">
            <a:extLst>
              <a:ext uri="{FF2B5EF4-FFF2-40B4-BE49-F238E27FC236}">
                <a16:creationId xmlns:a16="http://schemas.microsoft.com/office/drawing/2014/main" id="{8E4A82F8-849E-4EA1-B5E0-FBB545880D24}"/>
              </a:ext>
            </a:extLst>
          </p:cNvPr>
          <p:cNvSpPr txBox="1">
            <a:spLocks/>
          </p:cNvSpPr>
          <p:nvPr/>
        </p:nvSpPr>
        <p:spPr>
          <a:xfrm>
            <a:off x="2726476" y="4096677"/>
            <a:ext cx="2521626" cy="522209"/>
          </a:xfrm>
          <a:prstGeom prst="rect">
            <a:avLst/>
          </a:prstGeom>
          <a:ln w="38100">
            <a:solidFill>
              <a:srgbClr val="FF0000"/>
            </a:solidFill>
          </a:ln>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spcBef>
                <a:spcPts val="0"/>
              </a:spcBef>
              <a:buNone/>
            </a:pPr>
            <a:r>
              <a:rPr lang="zh-CN" altLang="en-US" sz="2400" dirty="0">
                <a:latin typeface="+mj-ea"/>
                <a:ea typeface="+mj-ea"/>
              </a:rPr>
              <a:t>如：空气动力学</a:t>
            </a:r>
          </a:p>
        </p:txBody>
      </p:sp>
      <p:sp>
        <p:nvSpPr>
          <p:cNvPr id="4" name="内容占位符 2">
            <a:extLst>
              <a:ext uri="{FF2B5EF4-FFF2-40B4-BE49-F238E27FC236}">
                <a16:creationId xmlns:a16="http://schemas.microsoft.com/office/drawing/2014/main" id="{3FFB0059-00F2-40C8-86DC-580961FE30FB}"/>
              </a:ext>
            </a:extLst>
          </p:cNvPr>
          <p:cNvSpPr txBox="1">
            <a:spLocks/>
          </p:cNvSpPr>
          <p:nvPr/>
        </p:nvSpPr>
        <p:spPr>
          <a:xfrm>
            <a:off x="6077522" y="4071653"/>
            <a:ext cx="2805869" cy="534721"/>
          </a:xfrm>
          <a:prstGeom prst="rect">
            <a:avLst/>
          </a:prstGeom>
          <a:ln w="38100">
            <a:solidFill>
              <a:srgbClr val="FF0000"/>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spcBef>
                <a:spcPts val="0"/>
              </a:spcBef>
              <a:buNone/>
            </a:pPr>
            <a:r>
              <a:rPr lang="zh-CN" altLang="en-US" sz="2400" dirty="0">
                <a:latin typeface="+mj-ea"/>
                <a:ea typeface="+mj-ea"/>
              </a:rPr>
              <a:t>如：造一座大桥</a:t>
            </a:r>
          </a:p>
        </p:txBody>
      </p:sp>
      <p:sp>
        <p:nvSpPr>
          <p:cNvPr id="5" name="圆角矩形 12">
            <a:extLst>
              <a:ext uri="{FF2B5EF4-FFF2-40B4-BE49-F238E27FC236}">
                <a16:creationId xmlns:a16="http://schemas.microsoft.com/office/drawing/2014/main" id="{1B5C3492-3FC7-4296-871D-CA4CC7E9A518}"/>
              </a:ext>
            </a:extLst>
          </p:cNvPr>
          <p:cNvSpPr/>
          <p:nvPr/>
        </p:nvSpPr>
        <p:spPr>
          <a:xfrm>
            <a:off x="5815238" y="3886293"/>
            <a:ext cx="2988332" cy="72008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400" dirty="0">
              <a:solidFill>
                <a:schemeClr val="tx1"/>
              </a:solidFill>
              <a:latin typeface="+mj-ea"/>
              <a:ea typeface="+mj-ea"/>
            </a:endParaRPr>
          </a:p>
        </p:txBody>
      </p:sp>
      <p:sp>
        <p:nvSpPr>
          <p:cNvPr id="6" name="文本框 5">
            <a:extLst>
              <a:ext uri="{FF2B5EF4-FFF2-40B4-BE49-F238E27FC236}">
                <a16:creationId xmlns:a16="http://schemas.microsoft.com/office/drawing/2014/main" id="{6A11FEB5-EE87-404F-BAA0-2E231F75E2B0}"/>
              </a:ext>
            </a:extLst>
          </p:cNvPr>
          <p:cNvSpPr txBox="1"/>
          <p:nvPr/>
        </p:nvSpPr>
        <p:spPr>
          <a:xfrm>
            <a:off x="3390350" y="4861819"/>
            <a:ext cx="1349317" cy="452698"/>
          </a:xfrm>
          <a:prstGeom prst="rect">
            <a:avLst/>
          </a:prstGeom>
          <a:solidFill>
            <a:schemeClr val="accent6">
              <a:lumMod val="20000"/>
              <a:lumOff val="80000"/>
              <a:alpha val="83000"/>
            </a:schemeClr>
          </a:solidFill>
          <a:ln>
            <a:noFill/>
          </a:ln>
        </p:spPr>
        <p:txBody>
          <a:bodyPr wrap="square" lIns="18000" tIns="10800" rIns="18000" bIns="10800" rtlCol="0">
            <a:spAutoFit/>
          </a:bodyPr>
          <a:lstStyle/>
          <a:p>
            <a:pPr marL="0" lvl="1" algn="ctr"/>
            <a:r>
              <a:rPr lang="zh-CN" altLang="en-US" sz="2800" b="1" dirty="0">
                <a:latin typeface="+mj-ea"/>
                <a:ea typeface="+mj-ea"/>
                <a:sym typeface="+mn-ea"/>
              </a:rPr>
              <a:t>科学</a:t>
            </a:r>
          </a:p>
        </p:txBody>
      </p:sp>
      <p:sp>
        <p:nvSpPr>
          <p:cNvPr id="7" name="文本框 6">
            <a:extLst>
              <a:ext uri="{FF2B5EF4-FFF2-40B4-BE49-F238E27FC236}">
                <a16:creationId xmlns:a16="http://schemas.microsoft.com/office/drawing/2014/main" id="{A58BBA86-6983-4170-BD72-B1AE5DC96EAE}"/>
              </a:ext>
            </a:extLst>
          </p:cNvPr>
          <p:cNvSpPr txBox="1"/>
          <p:nvPr/>
        </p:nvSpPr>
        <p:spPr>
          <a:xfrm>
            <a:off x="6805797" y="4816778"/>
            <a:ext cx="1349317" cy="452698"/>
          </a:xfrm>
          <a:prstGeom prst="rect">
            <a:avLst/>
          </a:prstGeom>
          <a:solidFill>
            <a:schemeClr val="accent6">
              <a:lumMod val="20000"/>
              <a:lumOff val="80000"/>
              <a:alpha val="83000"/>
            </a:schemeClr>
          </a:solidFill>
          <a:ln>
            <a:noFill/>
          </a:ln>
        </p:spPr>
        <p:txBody>
          <a:bodyPr wrap="square" lIns="18000" tIns="10800" rIns="18000" bIns="10800" rtlCol="0">
            <a:spAutoFit/>
          </a:bodyPr>
          <a:lstStyle/>
          <a:p>
            <a:pPr marL="0" lvl="1" algn="ctr"/>
            <a:r>
              <a:rPr lang="zh-CN" altLang="en-US" sz="2800" b="1" dirty="0">
                <a:latin typeface="+mj-ea"/>
                <a:ea typeface="+mj-ea"/>
                <a:sym typeface="+mn-ea"/>
              </a:rPr>
              <a:t>工程</a:t>
            </a:r>
          </a:p>
        </p:txBody>
      </p:sp>
      <p:sp>
        <p:nvSpPr>
          <p:cNvPr id="10" name="标题 1">
            <a:extLst>
              <a:ext uri="{FF2B5EF4-FFF2-40B4-BE49-F238E27FC236}">
                <a16:creationId xmlns:a16="http://schemas.microsoft.com/office/drawing/2014/main" id="{4C8E805F-5644-4066-8905-4B54EFFE7552}"/>
              </a:ext>
            </a:extLst>
          </p:cNvPr>
          <p:cNvSpPr txBox="1">
            <a:spLocks noChangeArrowheads="1"/>
          </p:cNvSpPr>
          <p:nvPr/>
        </p:nvSpPr>
        <p:spPr>
          <a:xfrm>
            <a:off x="1438211" y="5773540"/>
            <a:ext cx="3621469" cy="491257"/>
          </a:xfrm>
          <a:prstGeom prst="rect">
            <a:avLst/>
          </a:prstGeom>
          <a:solidFill>
            <a:schemeClr val="accent6">
              <a:lumMod val="40000"/>
              <a:lumOff val="60000"/>
            </a:schemeClr>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600" b="1" dirty="0">
                <a:latin typeface="+mj-ea"/>
              </a:rPr>
              <a:t>管理</a:t>
            </a:r>
            <a:r>
              <a:rPr lang="zh-CN" altLang="en-US" sz="3600" b="1" u="sng" dirty="0">
                <a:solidFill>
                  <a:srgbClr val="FF0000"/>
                </a:solidFill>
                <a:latin typeface="+mj-ea"/>
              </a:rPr>
              <a:t>科学</a:t>
            </a:r>
            <a:r>
              <a:rPr lang="zh-CN" altLang="en-US" sz="3600" b="1" dirty="0">
                <a:latin typeface="+mj-ea"/>
              </a:rPr>
              <a:t>与</a:t>
            </a:r>
            <a:r>
              <a:rPr lang="zh-CN" altLang="en-US" sz="3600" b="1" u="sng" dirty="0">
                <a:solidFill>
                  <a:srgbClr val="FF0000"/>
                </a:solidFill>
                <a:latin typeface="+mj-ea"/>
              </a:rPr>
              <a:t>工程</a:t>
            </a:r>
          </a:p>
        </p:txBody>
      </p:sp>
      <p:sp>
        <p:nvSpPr>
          <p:cNvPr id="11" name="标题 1">
            <a:extLst>
              <a:ext uri="{FF2B5EF4-FFF2-40B4-BE49-F238E27FC236}">
                <a16:creationId xmlns:a16="http://schemas.microsoft.com/office/drawing/2014/main" id="{707FFEC1-FD46-4B7C-BAA3-E4C385D606B9}"/>
              </a:ext>
            </a:extLst>
          </p:cNvPr>
          <p:cNvSpPr txBox="1">
            <a:spLocks noChangeArrowheads="1"/>
          </p:cNvSpPr>
          <p:nvPr/>
        </p:nvSpPr>
        <p:spPr>
          <a:xfrm>
            <a:off x="1649285" y="435782"/>
            <a:ext cx="6761843" cy="55662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j-ea"/>
              </a:rPr>
              <a:t>研究的分类</a:t>
            </a:r>
          </a:p>
        </p:txBody>
      </p:sp>
      <p:sp>
        <p:nvSpPr>
          <p:cNvPr id="12" name="标题 1">
            <a:extLst>
              <a:ext uri="{FF2B5EF4-FFF2-40B4-BE49-F238E27FC236}">
                <a16:creationId xmlns:a16="http://schemas.microsoft.com/office/drawing/2014/main" id="{A7AB5D4C-B6D7-4A23-AD3A-499192336A43}"/>
              </a:ext>
            </a:extLst>
          </p:cNvPr>
          <p:cNvSpPr txBox="1">
            <a:spLocks noChangeArrowheads="1"/>
          </p:cNvSpPr>
          <p:nvPr/>
        </p:nvSpPr>
        <p:spPr>
          <a:xfrm>
            <a:off x="7269480" y="5770940"/>
            <a:ext cx="2256027" cy="491257"/>
          </a:xfrm>
          <a:prstGeom prst="rect">
            <a:avLst/>
          </a:prstGeom>
          <a:solidFill>
            <a:schemeClr val="accent6">
              <a:lumMod val="40000"/>
              <a:lumOff val="60000"/>
            </a:schemeClr>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3600" b="1" u="sng" dirty="0">
                <a:solidFill>
                  <a:srgbClr val="FF0000"/>
                </a:solidFill>
                <a:latin typeface="+mj-ea"/>
              </a:rPr>
              <a:t>工程</a:t>
            </a:r>
            <a:r>
              <a:rPr lang="zh-CN" altLang="en-US" sz="3600" b="1" dirty="0">
                <a:latin typeface="+mj-ea"/>
              </a:rPr>
              <a:t>管理</a:t>
            </a:r>
            <a:endParaRPr lang="zh-CN" altLang="en-US" sz="3600" b="1" u="sng" dirty="0">
              <a:solidFill>
                <a:srgbClr val="FF0000"/>
              </a:solidFill>
              <a:latin typeface="+mj-ea"/>
            </a:endParaRPr>
          </a:p>
        </p:txBody>
      </p:sp>
    </p:spTree>
    <p:extLst>
      <p:ext uri="{BB962C8B-B14F-4D97-AF65-F5344CB8AC3E}">
        <p14:creationId xmlns:p14="http://schemas.microsoft.com/office/powerpoint/2010/main" val="1788735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0A73B9F-E8A8-43A2-83E7-C260897A48DC}"/>
              </a:ext>
            </a:extLst>
          </p:cNvPr>
          <p:cNvSpPr/>
          <p:nvPr/>
        </p:nvSpPr>
        <p:spPr>
          <a:xfrm>
            <a:off x="435428" y="1091067"/>
            <a:ext cx="10863943" cy="400110"/>
          </a:xfrm>
          <a:prstGeom prst="rect">
            <a:avLst/>
          </a:prstGeom>
        </p:spPr>
        <p:txBody>
          <a:bodyPr wrap="square">
            <a:spAutoFit/>
          </a:bodyPr>
          <a:lstStyle/>
          <a:p>
            <a:r>
              <a:rPr lang="zh-CN" altLang="en-US" sz="2000" b="1" dirty="0">
                <a:solidFill>
                  <a:srgbClr val="333333"/>
                </a:solidFill>
                <a:latin typeface="+mn-ea"/>
              </a:rPr>
              <a:t>航天工程学家冯</a:t>
            </a:r>
            <a:r>
              <a:rPr lang="en-US" altLang="zh-CN" sz="2000" b="1" dirty="0">
                <a:solidFill>
                  <a:srgbClr val="333333"/>
                </a:solidFill>
                <a:latin typeface="+mn-ea"/>
              </a:rPr>
              <a:t>·</a:t>
            </a:r>
            <a:r>
              <a:rPr lang="zh-CN" altLang="en-US" sz="2000" b="1" dirty="0">
                <a:solidFill>
                  <a:srgbClr val="333333"/>
                </a:solidFill>
                <a:latin typeface="+mn-ea"/>
              </a:rPr>
              <a:t>卡门 </a:t>
            </a:r>
            <a:r>
              <a:rPr lang="zh-CN" altLang="en-US" sz="2000" dirty="0">
                <a:solidFill>
                  <a:srgbClr val="333333"/>
                </a:solidFill>
                <a:latin typeface="+mn-ea"/>
              </a:rPr>
              <a:t>：科学家发现已有的世界，工程师创造从未有过的世界。</a:t>
            </a:r>
            <a:endParaRPr lang="zh-CN" altLang="en-US" sz="2000" dirty="0">
              <a:latin typeface="+mn-ea"/>
            </a:endParaRPr>
          </a:p>
        </p:txBody>
      </p:sp>
      <p:sp>
        <p:nvSpPr>
          <p:cNvPr id="3" name="矩形 2">
            <a:extLst>
              <a:ext uri="{FF2B5EF4-FFF2-40B4-BE49-F238E27FC236}">
                <a16:creationId xmlns:a16="http://schemas.microsoft.com/office/drawing/2014/main" id="{F65F290F-6F66-4303-9767-A249C5D3A52C}"/>
              </a:ext>
            </a:extLst>
          </p:cNvPr>
          <p:cNvSpPr/>
          <p:nvPr/>
        </p:nvSpPr>
        <p:spPr>
          <a:xfrm>
            <a:off x="2592720" y="2093239"/>
            <a:ext cx="2358571" cy="7294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000" kern="100" dirty="0">
                <a:solidFill>
                  <a:schemeClr val="tx1"/>
                </a:solidFill>
                <a:latin typeface="+mn-ea"/>
                <a:cs typeface="Times New Roman" panose="02020603050405020304" pitchFamily="18" charset="0"/>
              </a:rPr>
              <a:t>科学活动</a:t>
            </a:r>
            <a:r>
              <a:rPr lang="zh-CN" altLang="en-US" sz="2000" kern="100" dirty="0">
                <a:solidFill>
                  <a:schemeClr val="tx1"/>
                </a:solidFill>
                <a:latin typeface="+mn-ea"/>
                <a:cs typeface="Times New Roman" panose="02020603050405020304" pitchFamily="18" charset="0"/>
              </a:rPr>
              <a:t>：</a:t>
            </a:r>
            <a:r>
              <a:rPr lang="zh-CN" altLang="zh-CN" sz="2000" kern="100" dirty="0">
                <a:solidFill>
                  <a:schemeClr val="tx1"/>
                </a:solidFill>
                <a:latin typeface="+mn-ea"/>
                <a:cs typeface="Times New Roman" panose="02020603050405020304" pitchFamily="18" charset="0"/>
              </a:rPr>
              <a:t>“</a:t>
            </a:r>
            <a:r>
              <a:rPr lang="zh-CN" altLang="zh-CN" sz="2000" b="1" kern="100" dirty="0">
                <a:solidFill>
                  <a:srgbClr val="FF0000"/>
                </a:solidFill>
                <a:latin typeface="+mn-ea"/>
                <a:cs typeface="Times New Roman" panose="02020603050405020304" pitchFamily="18" charset="0"/>
              </a:rPr>
              <a:t>发现</a:t>
            </a:r>
            <a:r>
              <a:rPr lang="zh-CN" altLang="zh-CN" sz="2000" kern="100" dirty="0">
                <a:solidFill>
                  <a:schemeClr val="tx1"/>
                </a:solidFill>
                <a:latin typeface="+mn-ea"/>
                <a:cs typeface="Times New Roman" panose="02020603050405020304" pitchFamily="18" charset="0"/>
              </a:rPr>
              <a:t>”</a:t>
            </a:r>
            <a:endParaRPr lang="zh-CN" altLang="en-US" sz="2000" dirty="0">
              <a:latin typeface="+mn-ea"/>
            </a:endParaRPr>
          </a:p>
        </p:txBody>
      </p:sp>
      <p:sp>
        <p:nvSpPr>
          <p:cNvPr id="4" name="矩形 3">
            <a:extLst>
              <a:ext uri="{FF2B5EF4-FFF2-40B4-BE49-F238E27FC236}">
                <a16:creationId xmlns:a16="http://schemas.microsoft.com/office/drawing/2014/main" id="{E895737E-E5BF-4BD5-967E-15033723BC38}"/>
              </a:ext>
            </a:extLst>
          </p:cNvPr>
          <p:cNvSpPr/>
          <p:nvPr/>
        </p:nvSpPr>
        <p:spPr>
          <a:xfrm>
            <a:off x="6409977" y="2093239"/>
            <a:ext cx="2358571" cy="7294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000" kern="100" dirty="0">
                <a:solidFill>
                  <a:schemeClr val="tx1"/>
                </a:solidFill>
                <a:latin typeface="+mn-ea"/>
                <a:cs typeface="Times New Roman" panose="02020603050405020304" pitchFamily="18" charset="0"/>
              </a:rPr>
              <a:t>工程活动</a:t>
            </a:r>
            <a:r>
              <a:rPr lang="zh-CN" altLang="en-US" sz="2000" kern="100" dirty="0">
                <a:solidFill>
                  <a:schemeClr val="tx1"/>
                </a:solidFill>
                <a:latin typeface="+mn-ea"/>
                <a:cs typeface="Times New Roman" panose="02020603050405020304" pitchFamily="18" charset="0"/>
              </a:rPr>
              <a:t>：</a:t>
            </a:r>
            <a:r>
              <a:rPr lang="zh-CN" altLang="zh-CN" sz="2000" kern="100" dirty="0">
                <a:solidFill>
                  <a:schemeClr val="tx1"/>
                </a:solidFill>
                <a:latin typeface="+mn-ea"/>
                <a:cs typeface="Times New Roman" panose="02020603050405020304" pitchFamily="18" charset="0"/>
              </a:rPr>
              <a:t>“</a:t>
            </a:r>
            <a:r>
              <a:rPr lang="zh-CN" altLang="zh-CN" sz="2000" b="1" kern="100" dirty="0">
                <a:solidFill>
                  <a:srgbClr val="FF0000"/>
                </a:solidFill>
                <a:latin typeface="+mn-ea"/>
                <a:cs typeface="Times New Roman" panose="02020603050405020304" pitchFamily="18" charset="0"/>
              </a:rPr>
              <a:t>造物</a:t>
            </a:r>
            <a:r>
              <a:rPr lang="zh-CN" altLang="zh-CN" sz="2000" kern="100" dirty="0">
                <a:solidFill>
                  <a:schemeClr val="tx1"/>
                </a:solidFill>
                <a:latin typeface="+mn-ea"/>
                <a:cs typeface="Times New Roman" panose="02020603050405020304" pitchFamily="18" charset="0"/>
              </a:rPr>
              <a:t>”</a:t>
            </a:r>
            <a:endParaRPr lang="zh-CN" altLang="en-US" sz="2000" dirty="0">
              <a:solidFill>
                <a:schemeClr val="tx1"/>
              </a:solidFill>
              <a:latin typeface="+mn-ea"/>
            </a:endParaRPr>
          </a:p>
        </p:txBody>
      </p:sp>
      <p:sp>
        <p:nvSpPr>
          <p:cNvPr id="5" name="矩形 4">
            <a:extLst>
              <a:ext uri="{FF2B5EF4-FFF2-40B4-BE49-F238E27FC236}">
                <a16:creationId xmlns:a16="http://schemas.microsoft.com/office/drawing/2014/main" id="{43CB87A7-B840-4CB8-96B4-381D1BD14394}"/>
              </a:ext>
            </a:extLst>
          </p:cNvPr>
          <p:cNvSpPr/>
          <p:nvPr/>
        </p:nvSpPr>
        <p:spPr>
          <a:xfrm>
            <a:off x="2592720" y="3049546"/>
            <a:ext cx="2358571" cy="8998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kern="100" dirty="0">
                <a:solidFill>
                  <a:schemeClr val="tx1"/>
                </a:solidFill>
                <a:latin typeface="+mn-ea"/>
                <a:cs typeface="Times New Roman" panose="02020603050405020304" pitchFamily="18" charset="0"/>
              </a:rPr>
              <a:t>科学发现的对象是已经存在的</a:t>
            </a:r>
            <a:r>
              <a:rPr lang="zh-CN" altLang="zh-CN" b="1" kern="100" dirty="0">
                <a:solidFill>
                  <a:srgbClr val="FF0000"/>
                </a:solidFill>
                <a:latin typeface="+mn-ea"/>
                <a:cs typeface="Times New Roman" panose="02020603050405020304" pitchFamily="18" charset="0"/>
              </a:rPr>
              <a:t>规律</a:t>
            </a:r>
            <a:endParaRPr lang="en-US" altLang="zh-CN" b="1" kern="100" dirty="0">
              <a:solidFill>
                <a:srgbClr val="FF0000"/>
              </a:solidFill>
              <a:latin typeface="+mn-ea"/>
              <a:cs typeface="Times New Roman" panose="02020603050405020304" pitchFamily="18" charset="0"/>
            </a:endParaRPr>
          </a:p>
        </p:txBody>
      </p:sp>
      <p:sp>
        <p:nvSpPr>
          <p:cNvPr id="6" name="矩形 5">
            <a:extLst>
              <a:ext uri="{FF2B5EF4-FFF2-40B4-BE49-F238E27FC236}">
                <a16:creationId xmlns:a16="http://schemas.microsoft.com/office/drawing/2014/main" id="{B35F0F2F-B8AF-4BB5-B436-AB5EFA16A9E7}"/>
              </a:ext>
            </a:extLst>
          </p:cNvPr>
          <p:cNvSpPr/>
          <p:nvPr/>
        </p:nvSpPr>
        <p:spPr>
          <a:xfrm>
            <a:off x="6409977" y="3049546"/>
            <a:ext cx="2358571" cy="8998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kern="100" dirty="0">
                <a:solidFill>
                  <a:srgbClr val="FF0000"/>
                </a:solidFill>
                <a:latin typeface="+mn-ea"/>
                <a:cs typeface="Times New Roman" panose="02020603050405020304" pitchFamily="18" charset="0"/>
              </a:rPr>
              <a:t>构思、</a:t>
            </a:r>
            <a:r>
              <a:rPr lang="zh-CN" altLang="zh-CN" b="1" kern="100" dirty="0">
                <a:solidFill>
                  <a:srgbClr val="FF0000"/>
                </a:solidFill>
                <a:latin typeface="+mn-ea"/>
                <a:cs typeface="Times New Roman" panose="02020603050405020304" pitchFamily="18" charset="0"/>
              </a:rPr>
              <a:t>设计、建造、</a:t>
            </a:r>
            <a:r>
              <a:rPr lang="zh-CN" altLang="en-US" b="1" kern="100" dirty="0">
                <a:solidFill>
                  <a:srgbClr val="FF0000"/>
                </a:solidFill>
                <a:latin typeface="+mn-ea"/>
                <a:cs typeface="Times New Roman" panose="02020603050405020304" pitchFamily="18" charset="0"/>
              </a:rPr>
              <a:t>运行</a:t>
            </a:r>
            <a:r>
              <a:rPr lang="zh-CN" altLang="zh-CN" kern="100" dirty="0">
                <a:solidFill>
                  <a:schemeClr val="tx1"/>
                </a:solidFill>
                <a:latin typeface="+mn-ea"/>
                <a:cs typeface="Times New Roman" panose="02020603050405020304" pitchFamily="18" charset="0"/>
              </a:rPr>
              <a:t>全过程的活动</a:t>
            </a:r>
            <a:endParaRPr lang="zh-CN" altLang="en-US" dirty="0">
              <a:solidFill>
                <a:schemeClr val="tx1"/>
              </a:solidFill>
              <a:latin typeface="+mn-ea"/>
            </a:endParaRPr>
          </a:p>
        </p:txBody>
      </p:sp>
      <p:sp>
        <p:nvSpPr>
          <p:cNvPr id="7" name="矩形 6">
            <a:extLst>
              <a:ext uri="{FF2B5EF4-FFF2-40B4-BE49-F238E27FC236}">
                <a16:creationId xmlns:a16="http://schemas.microsoft.com/office/drawing/2014/main" id="{EC86D5DC-E9CA-4D9C-B2D6-76086F78F2A1}"/>
              </a:ext>
            </a:extLst>
          </p:cNvPr>
          <p:cNvSpPr/>
          <p:nvPr/>
        </p:nvSpPr>
        <p:spPr>
          <a:xfrm>
            <a:off x="2921467" y="4151479"/>
            <a:ext cx="1661886" cy="6005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kern="0" dirty="0">
                <a:solidFill>
                  <a:schemeClr val="tx1"/>
                </a:solidFill>
                <a:latin typeface="+mn-ea"/>
                <a:cs typeface="Times New Roman" panose="02020603050405020304" pitchFamily="18" charset="0"/>
              </a:rPr>
              <a:t>科学家</a:t>
            </a:r>
            <a:endParaRPr lang="en-US" altLang="zh-CN" sz="2800" kern="0" dirty="0">
              <a:solidFill>
                <a:schemeClr val="tx1"/>
              </a:solidFill>
              <a:latin typeface="+mn-ea"/>
              <a:cs typeface="Times New Roman" panose="02020603050405020304" pitchFamily="18" charset="0"/>
            </a:endParaRPr>
          </a:p>
        </p:txBody>
      </p:sp>
      <p:sp>
        <p:nvSpPr>
          <p:cNvPr id="8" name="矩形 7">
            <a:extLst>
              <a:ext uri="{FF2B5EF4-FFF2-40B4-BE49-F238E27FC236}">
                <a16:creationId xmlns:a16="http://schemas.microsoft.com/office/drawing/2014/main" id="{B8B79062-C458-44AC-94D8-0DB81F3E64C2}"/>
              </a:ext>
            </a:extLst>
          </p:cNvPr>
          <p:cNvSpPr/>
          <p:nvPr/>
        </p:nvSpPr>
        <p:spPr>
          <a:xfrm>
            <a:off x="6738724" y="4151478"/>
            <a:ext cx="1661886" cy="60058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kern="0" dirty="0">
                <a:solidFill>
                  <a:schemeClr val="tx1"/>
                </a:solidFill>
                <a:latin typeface="+mn-ea"/>
                <a:cs typeface="Times New Roman" panose="02020603050405020304" pitchFamily="18" charset="0"/>
              </a:rPr>
              <a:t>工程师</a:t>
            </a:r>
            <a:endParaRPr lang="zh-CN" altLang="zh-CN" sz="2800" kern="100" dirty="0">
              <a:solidFill>
                <a:schemeClr val="tx1"/>
              </a:solidFill>
              <a:latin typeface="+mn-ea"/>
              <a:cs typeface="Times New Roman" panose="02020603050405020304" pitchFamily="18" charset="0"/>
            </a:endParaRPr>
          </a:p>
        </p:txBody>
      </p:sp>
      <p:sp>
        <p:nvSpPr>
          <p:cNvPr id="12" name="标题 1">
            <a:extLst>
              <a:ext uri="{FF2B5EF4-FFF2-40B4-BE49-F238E27FC236}">
                <a16:creationId xmlns:a16="http://schemas.microsoft.com/office/drawing/2014/main" id="{7CA06CCD-51D2-4D18-9644-F0799BEB56B2}"/>
              </a:ext>
            </a:extLst>
          </p:cNvPr>
          <p:cNvSpPr txBox="1">
            <a:spLocks noChangeArrowheads="1"/>
          </p:cNvSpPr>
          <p:nvPr/>
        </p:nvSpPr>
        <p:spPr>
          <a:xfrm>
            <a:off x="1748939" y="41803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j-ea"/>
              </a:rPr>
              <a:t>科学</a:t>
            </a:r>
            <a:r>
              <a:rPr lang="en-US" altLang="zh-CN" sz="3300" dirty="0">
                <a:latin typeface="+mj-ea"/>
              </a:rPr>
              <a:t>vs</a:t>
            </a:r>
            <a:r>
              <a:rPr lang="zh-CN" altLang="en-US" sz="3300" dirty="0">
                <a:latin typeface="+mj-ea"/>
              </a:rPr>
              <a:t>工程</a:t>
            </a:r>
          </a:p>
        </p:txBody>
      </p:sp>
      <p:sp>
        <p:nvSpPr>
          <p:cNvPr id="13" name="矩形 12">
            <a:extLst>
              <a:ext uri="{FF2B5EF4-FFF2-40B4-BE49-F238E27FC236}">
                <a16:creationId xmlns:a16="http://schemas.microsoft.com/office/drawing/2014/main" id="{403CD484-4D73-49C4-A050-F86BA088DA22}"/>
              </a:ext>
            </a:extLst>
          </p:cNvPr>
          <p:cNvSpPr/>
          <p:nvPr/>
        </p:nvSpPr>
        <p:spPr>
          <a:xfrm>
            <a:off x="552450" y="5928768"/>
            <a:ext cx="11087099" cy="707886"/>
          </a:xfrm>
          <a:prstGeom prst="rect">
            <a:avLst/>
          </a:prstGeom>
        </p:spPr>
        <p:txBody>
          <a:bodyPr wrap="square">
            <a:spAutoFit/>
          </a:bodyPr>
          <a:lstStyle/>
          <a:p>
            <a:pPr fontAlgn="base">
              <a:spcAft>
                <a:spcPts val="1125"/>
              </a:spcAft>
            </a:pPr>
            <a:r>
              <a:rPr lang="en-US" altLang="zh-CN" sz="2000" b="1" kern="0" dirty="0">
                <a:solidFill>
                  <a:srgbClr val="7030A0"/>
                </a:solidFill>
                <a:latin typeface="+mn-ea"/>
                <a:cs typeface="Times New Roman" panose="02020603050405020304" pitchFamily="18" charset="0"/>
              </a:rPr>
              <a:t>An engineer: </a:t>
            </a:r>
            <a:r>
              <a:rPr lang="en-US" altLang="zh-CN" sz="2000" kern="0" dirty="0">
                <a:solidFill>
                  <a:srgbClr val="404040"/>
                </a:solidFill>
                <a:latin typeface="+mn-ea"/>
                <a:cs typeface="Times New Roman" panose="02020603050405020304" pitchFamily="18" charset="0"/>
              </a:rPr>
              <a:t>“A person who is trained in and uses technological and scientific knowledge to solve</a:t>
            </a:r>
            <a:r>
              <a:rPr lang="en-US" altLang="zh-CN" sz="2000" b="1" kern="0" dirty="0">
                <a:solidFill>
                  <a:srgbClr val="FF0000"/>
                </a:solidFill>
                <a:latin typeface="+mn-ea"/>
                <a:cs typeface="Times New Roman" panose="02020603050405020304" pitchFamily="18" charset="0"/>
              </a:rPr>
              <a:t> practical problems</a:t>
            </a:r>
            <a:r>
              <a:rPr lang="en-US" altLang="zh-CN" sz="2000" kern="0" dirty="0">
                <a:solidFill>
                  <a:srgbClr val="404040"/>
                </a:solidFill>
                <a:latin typeface="+mn-ea"/>
                <a:cs typeface="Times New Roman" panose="02020603050405020304" pitchFamily="18" charset="0"/>
              </a:rPr>
              <a:t>.” </a:t>
            </a:r>
            <a:r>
              <a:rPr lang="en-US" altLang="zh-CN" sz="2000" dirty="0"/>
              <a:t>——</a:t>
            </a:r>
            <a:r>
              <a:rPr lang="en-US" altLang="zh-CN" sz="2000" kern="0" dirty="0">
                <a:solidFill>
                  <a:srgbClr val="404040"/>
                </a:solidFill>
                <a:latin typeface="+mn-ea"/>
                <a:cs typeface="Times New Roman" panose="02020603050405020304" pitchFamily="18" charset="0"/>
              </a:rPr>
              <a:t>International Technology and Engineering Educators Association</a:t>
            </a:r>
            <a:endParaRPr lang="zh-CN" altLang="zh-CN" sz="2000" kern="0" dirty="0">
              <a:solidFill>
                <a:srgbClr val="404040"/>
              </a:solidFill>
              <a:latin typeface="+mn-ea"/>
              <a:cs typeface="Times New Roman" panose="02020603050405020304" pitchFamily="18" charset="0"/>
            </a:endParaRPr>
          </a:p>
        </p:txBody>
      </p:sp>
    </p:spTree>
    <p:extLst>
      <p:ext uri="{BB962C8B-B14F-4D97-AF65-F5344CB8AC3E}">
        <p14:creationId xmlns:p14="http://schemas.microsoft.com/office/powerpoint/2010/main" val="2132591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8D267C69-24DE-48AB-A16B-9288C374F3C6}"/>
              </a:ext>
            </a:extLst>
          </p:cNvPr>
          <p:cNvGraphicFramePr>
            <a:graphicFrameLocks noGrp="1"/>
          </p:cNvGraphicFramePr>
          <p:nvPr>
            <p:extLst>
              <p:ext uri="{D42A27DB-BD31-4B8C-83A1-F6EECF244321}">
                <p14:modId xmlns:p14="http://schemas.microsoft.com/office/powerpoint/2010/main" val="3957068329"/>
              </p:ext>
            </p:extLst>
          </p:nvPr>
        </p:nvGraphicFramePr>
        <p:xfrm>
          <a:off x="536961" y="1487547"/>
          <a:ext cx="10782680" cy="2617163"/>
        </p:xfrm>
        <a:graphic>
          <a:graphicData uri="http://schemas.openxmlformats.org/drawingml/2006/table">
            <a:tbl>
              <a:tblPr firstRow="1" firstCol="1" bandRow="1">
                <a:tableStyleId>{5C22544A-7EE6-4342-B048-85BDC9FD1C3A}</a:tableStyleId>
              </a:tblPr>
              <a:tblGrid>
                <a:gridCol w="640016">
                  <a:extLst>
                    <a:ext uri="{9D8B030D-6E8A-4147-A177-3AD203B41FA5}">
                      <a16:colId xmlns:a16="http://schemas.microsoft.com/office/drawing/2014/main" val="2959809316"/>
                    </a:ext>
                  </a:extLst>
                </a:gridCol>
                <a:gridCol w="2277406">
                  <a:extLst>
                    <a:ext uri="{9D8B030D-6E8A-4147-A177-3AD203B41FA5}">
                      <a16:colId xmlns:a16="http://schemas.microsoft.com/office/drawing/2014/main" val="2764183714"/>
                    </a:ext>
                  </a:extLst>
                </a:gridCol>
                <a:gridCol w="2283851">
                  <a:extLst>
                    <a:ext uri="{9D8B030D-6E8A-4147-A177-3AD203B41FA5}">
                      <a16:colId xmlns:a16="http://schemas.microsoft.com/office/drawing/2014/main" val="3405340207"/>
                    </a:ext>
                  </a:extLst>
                </a:gridCol>
                <a:gridCol w="2137933">
                  <a:extLst>
                    <a:ext uri="{9D8B030D-6E8A-4147-A177-3AD203B41FA5}">
                      <a16:colId xmlns:a16="http://schemas.microsoft.com/office/drawing/2014/main" val="3166652807"/>
                    </a:ext>
                  </a:extLst>
                </a:gridCol>
                <a:gridCol w="3443474">
                  <a:extLst>
                    <a:ext uri="{9D8B030D-6E8A-4147-A177-3AD203B41FA5}">
                      <a16:colId xmlns:a16="http://schemas.microsoft.com/office/drawing/2014/main" val="2977948021"/>
                    </a:ext>
                  </a:extLst>
                </a:gridCol>
              </a:tblGrid>
              <a:tr h="443932">
                <a:tc>
                  <a:txBody>
                    <a:bodyPr/>
                    <a:lstStyle/>
                    <a:p>
                      <a:pPr algn="l">
                        <a:spcAft>
                          <a:spcPts val="0"/>
                        </a:spcAft>
                      </a:pPr>
                      <a:r>
                        <a:rPr lang="en-US" sz="1800" kern="100" dirty="0">
                          <a:effectLst/>
                          <a:latin typeface="+mj-ea"/>
                          <a:ea typeface="+mj-ea"/>
                        </a:rPr>
                        <a:t> </a:t>
                      </a:r>
                      <a:endParaRPr lang="zh-CN" sz="1800" kern="100" dirty="0">
                        <a:effectLst/>
                        <a:latin typeface="+mj-ea"/>
                        <a:ea typeface="+mj-ea"/>
                        <a:cs typeface="Times New Roman" panose="02020603050405020304" pitchFamily="18" charset="0"/>
                      </a:endParaRPr>
                    </a:p>
                  </a:txBody>
                  <a:tcPr marL="68580" marR="68580" marT="0" marB="0"/>
                </a:tc>
                <a:tc>
                  <a:txBody>
                    <a:bodyPr/>
                    <a:lstStyle/>
                    <a:p>
                      <a:pPr algn="l">
                        <a:spcAft>
                          <a:spcPts val="0"/>
                        </a:spcAft>
                      </a:pPr>
                      <a:r>
                        <a:rPr lang="zh-CN" sz="2800" kern="100">
                          <a:effectLst/>
                          <a:latin typeface="+mj-ea"/>
                          <a:ea typeface="+mj-ea"/>
                        </a:rPr>
                        <a:t>描述性理论</a:t>
                      </a:r>
                      <a:endParaRPr lang="zh-CN" sz="2800" kern="100">
                        <a:effectLst/>
                        <a:latin typeface="+mj-ea"/>
                        <a:ea typeface="+mj-ea"/>
                        <a:cs typeface="Times New Roman" panose="02020603050405020304" pitchFamily="18" charset="0"/>
                      </a:endParaRPr>
                    </a:p>
                  </a:txBody>
                  <a:tcPr marL="68580" marR="68580" marT="0" marB="0"/>
                </a:tc>
                <a:tc>
                  <a:txBody>
                    <a:bodyPr/>
                    <a:lstStyle/>
                    <a:p>
                      <a:pPr algn="l">
                        <a:spcAft>
                          <a:spcPts val="0"/>
                        </a:spcAft>
                      </a:pPr>
                      <a:r>
                        <a:rPr lang="zh-CN" sz="2800" kern="100">
                          <a:effectLst/>
                          <a:latin typeface="+mj-ea"/>
                          <a:ea typeface="+mj-ea"/>
                        </a:rPr>
                        <a:t>解释性理论</a:t>
                      </a:r>
                      <a:endParaRPr lang="zh-CN" sz="2800" kern="100">
                        <a:effectLst/>
                        <a:latin typeface="+mj-ea"/>
                        <a:ea typeface="+mj-ea"/>
                        <a:cs typeface="Times New Roman" panose="02020603050405020304" pitchFamily="18" charset="0"/>
                      </a:endParaRPr>
                    </a:p>
                  </a:txBody>
                  <a:tcPr marL="68580" marR="68580" marT="0" marB="0"/>
                </a:tc>
                <a:tc>
                  <a:txBody>
                    <a:bodyPr/>
                    <a:lstStyle/>
                    <a:p>
                      <a:pPr algn="l">
                        <a:spcAft>
                          <a:spcPts val="0"/>
                        </a:spcAft>
                      </a:pPr>
                      <a:r>
                        <a:rPr lang="zh-CN" sz="2800" kern="100" dirty="0">
                          <a:effectLst/>
                          <a:latin typeface="+mj-ea"/>
                          <a:ea typeface="+mj-ea"/>
                        </a:rPr>
                        <a:t>预测性理论</a:t>
                      </a:r>
                      <a:endParaRPr lang="zh-CN" sz="2800" kern="100" dirty="0">
                        <a:effectLst/>
                        <a:latin typeface="+mj-ea"/>
                        <a:ea typeface="+mj-ea"/>
                        <a:cs typeface="Times New Roman" panose="02020603050405020304" pitchFamily="18" charset="0"/>
                      </a:endParaRPr>
                    </a:p>
                  </a:txBody>
                  <a:tcPr marL="68580" marR="68580" marT="0" marB="0"/>
                </a:tc>
                <a:tc>
                  <a:txBody>
                    <a:bodyPr/>
                    <a:lstStyle/>
                    <a:p>
                      <a:pPr algn="l">
                        <a:spcAft>
                          <a:spcPts val="0"/>
                        </a:spcAft>
                      </a:pPr>
                      <a:r>
                        <a:rPr lang="zh-CN" sz="2800" kern="100" dirty="0">
                          <a:solidFill>
                            <a:srgbClr val="FF0000"/>
                          </a:solidFill>
                          <a:effectLst/>
                          <a:latin typeface="+mj-ea"/>
                          <a:ea typeface="+mj-ea"/>
                        </a:rPr>
                        <a:t>设计理论</a:t>
                      </a:r>
                      <a:r>
                        <a:rPr lang="en-US" sz="2800" kern="100" dirty="0">
                          <a:solidFill>
                            <a:srgbClr val="FF0000"/>
                          </a:solidFill>
                          <a:effectLst/>
                          <a:latin typeface="+mj-ea"/>
                          <a:ea typeface="+mj-ea"/>
                        </a:rPr>
                        <a:t>/</a:t>
                      </a:r>
                      <a:r>
                        <a:rPr lang="zh-CN" sz="2800" kern="100" dirty="0">
                          <a:solidFill>
                            <a:srgbClr val="FF0000"/>
                          </a:solidFill>
                          <a:effectLst/>
                          <a:latin typeface="+mj-ea"/>
                          <a:ea typeface="+mj-ea"/>
                        </a:rPr>
                        <a:t>规定性理论</a:t>
                      </a:r>
                      <a:endParaRPr lang="zh-CN" sz="2800" kern="100" dirty="0">
                        <a:solidFill>
                          <a:srgbClr val="FF0000"/>
                        </a:solidFill>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2926378650"/>
                  </a:ext>
                </a:extLst>
              </a:tr>
              <a:tr h="956100">
                <a:tc>
                  <a:txBody>
                    <a:bodyPr/>
                    <a:lstStyle/>
                    <a:p>
                      <a:pPr algn="just">
                        <a:spcAft>
                          <a:spcPts val="0"/>
                        </a:spcAft>
                      </a:pPr>
                      <a:r>
                        <a:rPr lang="zh-CN" sz="1800" kern="100" dirty="0">
                          <a:effectLst/>
                          <a:latin typeface="+mj-ea"/>
                          <a:ea typeface="+mj-ea"/>
                        </a:rPr>
                        <a:t>描述</a:t>
                      </a:r>
                      <a:endParaRPr lang="zh-CN" sz="1800" kern="100" dirty="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2000" kern="100" dirty="0">
                          <a:effectLst/>
                          <a:latin typeface="+mj-ea"/>
                          <a:ea typeface="+mj-ea"/>
                        </a:rPr>
                        <a:t>对现象进行分析和描述</a:t>
                      </a:r>
                      <a:endParaRPr lang="zh-CN" sz="2000" kern="100" dirty="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2000" kern="100">
                          <a:effectLst/>
                          <a:latin typeface="+mj-ea"/>
                          <a:ea typeface="+mj-ea"/>
                        </a:rPr>
                        <a:t>对现象的原因和规律进行解释</a:t>
                      </a:r>
                      <a:endParaRPr lang="zh-CN" sz="2000" kern="10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2000" kern="100" dirty="0">
                          <a:effectLst/>
                          <a:latin typeface="+mj-ea"/>
                          <a:ea typeface="+mj-ea"/>
                        </a:rPr>
                        <a:t>对现象提出预测性判断</a:t>
                      </a:r>
                      <a:endParaRPr lang="zh-CN" sz="2000" kern="100" dirty="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2000" kern="100" dirty="0">
                          <a:solidFill>
                            <a:srgbClr val="FF0000"/>
                          </a:solidFill>
                          <a:effectLst/>
                          <a:latin typeface="+mj-ea"/>
                          <a:ea typeface="+mj-ea"/>
                        </a:rPr>
                        <a:t>提出干预性准则，体现在功能性解释</a:t>
                      </a:r>
                      <a:endParaRPr lang="zh-CN" sz="2000" kern="100" dirty="0">
                        <a:solidFill>
                          <a:srgbClr val="FF0000"/>
                        </a:solidFill>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1511938446"/>
                  </a:ext>
                </a:extLst>
              </a:tr>
              <a:tr h="502268">
                <a:tc>
                  <a:txBody>
                    <a:bodyPr/>
                    <a:lstStyle/>
                    <a:p>
                      <a:pPr algn="just">
                        <a:spcAft>
                          <a:spcPts val="0"/>
                        </a:spcAft>
                      </a:pPr>
                      <a:r>
                        <a:rPr lang="zh-CN" sz="1800" kern="100" dirty="0">
                          <a:effectLst/>
                          <a:latin typeface="+mj-ea"/>
                          <a:ea typeface="+mj-ea"/>
                        </a:rPr>
                        <a:t>问题</a:t>
                      </a:r>
                      <a:endParaRPr lang="zh-CN" sz="1800" kern="100" dirty="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2000" kern="100">
                          <a:effectLst/>
                          <a:latin typeface="+mj-ea"/>
                          <a:ea typeface="+mj-ea"/>
                        </a:rPr>
                        <a:t>是什么？</a:t>
                      </a:r>
                      <a:endParaRPr lang="zh-CN" sz="2000" kern="10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2000" kern="100">
                          <a:effectLst/>
                          <a:latin typeface="+mj-ea"/>
                          <a:ea typeface="+mj-ea"/>
                        </a:rPr>
                        <a:t>为什么会发生？</a:t>
                      </a:r>
                      <a:endParaRPr lang="zh-CN" sz="2000" kern="10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2000" kern="100" dirty="0">
                          <a:effectLst/>
                          <a:latin typeface="+mj-ea"/>
                          <a:ea typeface="+mj-ea"/>
                        </a:rPr>
                        <a:t>会发生什么？</a:t>
                      </a:r>
                      <a:endParaRPr lang="zh-CN" sz="2000" kern="100" dirty="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2000" kern="100" dirty="0">
                          <a:solidFill>
                            <a:srgbClr val="FF0000"/>
                          </a:solidFill>
                          <a:effectLst/>
                          <a:latin typeface="+mj-ea"/>
                          <a:ea typeface="+mj-ea"/>
                        </a:rPr>
                        <a:t>应该发生什么？</a:t>
                      </a:r>
                      <a:endParaRPr lang="zh-CN" sz="2000" kern="100" dirty="0">
                        <a:solidFill>
                          <a:srgbClr val="FF0000"/>
                        </a:solidFill>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673444062"/>
                  </a:ext>
                </a:extLst>
              </a:tr>
              <a:tr h="714863">
                <a:tc>
                  <a:txBody>
                    <a:bodyPr/>
                    <a:lstStyle/>
                    <a:p>
                      <a:pPr algn="just">
                        <a:spcAft>
                          <a:spcPts val="0"/>
                        </a:spcAft>
                      </a:pPr>
                      <a:r>
                        <a:rPr lang="zh-CN" sz="1800" kern="100" dirty="0">
                          <a:effectLst/>
                          <a:latin typeface="+mj-ea"/>
                          <a:ea typeface="+mj-ea"/>
                        </a:rPr>
                        <a:t>衡量</a:t>
                      </a:r>
                      <a:endParaRPr lang="zh-CN" sz="1800" kern="100" dirty="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2000" kern="100" dirty="0">
                          <a:effectLst/>
                          <a:latin typeface="+mj-ea"/>
                          <a:ea typeface="+mj-ea"/>
                        </a:rPr>
                        <a:t>描述准确性</a:t>
                      </a:r>
                      <a:endParaRPr lang="zh-CN" sz="2000" kern="100" dirty="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2000" kern="100" dirty="0">
                          <a:effectLst/>
                          <a:latin typeface="+mj-ea"/>
                          <a:ea typeface="+mj-ea"/>
                        </a:rPr>
                        <a:t>解释力</a:t>
                      </a:r>
                      <a:endParaRPr lang="zh-CN" sz="2000" kern="100" dirty="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2000" kern="100" dirty="0">
                          <a:effectLst/>
                          <a:latin typeface="+mj-ea"/>
                          <a:ea typeface="+mj-ea"/>
                        </a:rPr>
                        <a:t>预测准确性</a:t>
                      </a:r>
                      <a:endParaRPr lang="zh-CN" sz="2000" kern="100" dirty="0">
                        <a:effectLst/>
                        <a:latin typeface="+mj-ea"/>
                        <a:ea typeface="+mj-ea"/>
                        <a:cs typeface="Times New Roman" panose="02020603050405020304" pitchFamily="18" charset="0"/>
                      </a:endParaRPr>
                    </a:p>
                  </a:txBody>
                  <a:tcPr marL="68580" marR="68580" marT="0" marB="0"/>
                </a:tc>
                <a:tc>
                  <a:txBody>
                    <a:bodyPr/>
                    <a:lstStyle/>
                    <a:p>
                      <a:pPr algn="just">
                        <a:lnSpc>
                          <a:spcPct val="125000"/>
                        </a:lnSpc>
                        <a:spcAft>
                          <a:spcPts val="0"/>
                        </a:spcAft>
                      </a:pPr>
                      <a:r>
                        <a:rPr lang="zh-CN" sz="2000" kern="100" dirty="0">
                          <a:solidFill>
                            <a:srgbClr val="FF0000"/>
                          </a:solidFill>
                          <a:effectLst/>
                          <a:latin typeface="+mj-ea"/>
                          <a:ea typeface="+mj-ea"/>
                        </a:rPr>
                        <a:t>有效性</a:t>
                      </a:r>
                      <a:endParaRPr lang="zh-CN" sz="2000" kern="100" dirty="0">
                        <a:solidFill>
                          <a:srgbClr val="FF0000"/>
                        </a:solidFill>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455484194"/>
                  </a:ext>
                </a:extLst>
              </a:tr>
            </a:tbl>
          </a:graphicData>
        </a:graphic>
      </p:graphicFrame>
      <p:sp>
        <p:nvSpPr>
          <p:cNvPr id="3" name="标题 1">
            <a:extLst>
              <a:ext uri="{FF2B5EF4-FFF2-40B4-BE49-F238E27FC236}">
                <a16:creationId xmlns:a16="http://schemas.microsoft.com/office/drawing/2014/main" id="{67C5E18A-8536-4F19-B458-1039E2A8E2FA}"/>
              </a:ext>
            </a:extLst>
          </p:cNvPr>
          <p:cNvSpPr txBox="1">
            <a:spLocks noChangeArrowheads="1"/>
          </p:cNvSpPr>
          <p:nvPr/>
        </p:nvSpPr>
        <p:spPr>
          <a:xfrm>
            <a:off x="1748939" y="41803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j-ea"/>
              </a:rPr>
              <a:t>理论的分类</a:t>
            </a:r>
          </a:p>
        </p:txBody>
      </p:sp>
      <p:sp>
        <p:nvSpPr>
          <p:cNvPr id="4" name="文本框 3">
            <a:extLst>
              <a:ext uri="{FF2B5EF4-FFF2-40B4-BE49-F238E27FC236}">
                <a16:creationId xmlns:a16="http://schemas.microsoft.com/office/drawing/2014/main" id="{41934481-CD5D-4E08-B1EB-BA8FAACA5A11}"/>
              </a:ext>
            </a:extLst>
          </p:cNvPr>
          <p:cNvSpPr txBox="1"/>
          <p:nvPr/>
        </p:nvSpPr>
        <p:spPr>
          <a:xfrm>
            <a:off x="6019800" y="3955426"/>
            <a:ext cx="1349317" cy="452698"/>
          </a:xfrm>
          <a:prstGeom prst="rect">
            <a:avLst/>
          </a:prstGeom>
          <a:solidFill>
            <a:schemeClr val="accent6">
              <a:lumMod val="20000"/>
              <a:lumOff val="80000"/>
              <a:alpha val="83000"/>
            </a:schemeClr>
          </a:solidFill>
          <a:ln>
            <a:noFill/>
          </a:ln>
        </p:spPr>
        <p:txBody>
          <a:bodyPr wrap="square" lIns="18000" tIns="10800" rIns="18000" bIns="10800" rtlCol="0">
            <a:spAutoFit/>
          </a:bodyPr>
          <a:lstStyle/>
          <a:p>
            <a:pPr marL="0" lvl="1" algn="ctr"/>
            <a:r>
              <a:rPr lang="zh-CN" altLang="en-US" sz="2800" b="1" dirty="0">
                <a:latin typeface="+mj-ea"/>
                <a:ea typeface="+mj-ea"/>
                <a:sym typeface="+mn-ea"/>
              </a:rPr>
              <a:t>？</a:t>
            </a:r>
          </a:p>
        </p:txBody>
      </p:sp>
      <p:sp>
        <p:nvSpPr>
          <p:cNvPr id="5" name="左大括号 4">
            <a:extLst>
              <a:ext uri="{FF2B5EF4-FFF2-40B4-BE49-F238E27FC236}">
                <a16:creationId xmlns:a16="http://schemas.microsoft.com/office/drawing/2014/main" id="{C2ADFCE1-2A28-4B3C-8A35-BF4EF90798ED}"/>
              </a:ext>
            </a:extLst>
          </p:cNvPr>
          <p:cNvSpPr/>
          <p:nvPr/>
        </p:nvSpPr>
        <p:spPr>
          <a:xfrm rot="16200000">
            <a:off x="4162635" y="1255749"/>
            <a:ext cx="677958" cy="6530012"/>
          </a:xfrm>
          <a:prstGeom prst="lef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4EF23A93-3F5A-42F1-9D82-4F209C6DA046}"/>
              </a:ext>
            </a:extLst>
          </p:cNvPr>
          <p:cNvSpPr txBox="1"/>
          <p:nvPr/>
        </p:nvSpPr>
        <p:spPr>
          <a:xfrm>
            <a:off x="3530441" y="4980478"/>
            <a:ext cx="1942345" cy="452698"/>
          </a:xfrm>
          <a:prstGeom prst="rect">
            <a:avLst/>
          </a:prstGeom>
          <a:solidFill>
            <a:schemeClr val="accent6">
              <a:lumMod val="20000"/>
              <a:lumOff val="80000"/>
              <a:alpha val="83000"/>
            </a:schemeClr>
          </a:solidFill>
          <a:ln>
            <a:noFill/>
          </a:ln>
        </p:spPr>
        <p:txBody>
          <a:bodyPr wrap="square" lIns="18000" tIns="10800" rIns="18000" bIns="10800" rtlCol="0">
            <a:spAutoFit/>
          </a:bodyPr>
          <a:lstStyle/>
          <a:p>
            <a:pPr marL="0" lvl="1" algn="ctr"/>
            <a:r>
              <a:rPr lang="zh-CN" altLang="en-US" sz="2800" b="1" dirty="0">
                <a:latin typeface="+mj-ea"/>
                <a:ea typeface="+mj-ea"/>
                <a:sym typeface="+mn-ea"/>
              </a:rPr>
              <a:t>揭示规律</a:t>
            </a:r>
          </a:p>
        </p:txBody>
      </p:sp>
      <p:sp>
        <p:nvSpPr>
          <p:cNvPr id="7" name="内容占位符 2">
            <a:extLst>
              <a:ext uri="{FF2B5EF4-FFF2-40B4-BE49-F238E27FC236}">
                <a16:creationId xmlns:a16="http://schemas.microsoft.com/office/drawing/2014/main" id="{6016F37D-1458-4771-9C47-67902062A629}"/>
              </a:ext>
            </a:extLst>
          </p:cNvPr>
          <p:cNvSpPr txBox="1">
            <a:spLocks/>
          </p:cNvSpPr>
          <p:nvPr/>
        </p:nvSpPr>
        <p:spPr>
          <a:xfrm>
            <a:off x="7766620" y="5769418"/>
            <a:ext cx="2969416" cy="670548"/>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CN" sz="2800" b="1" dirty="0">
                <a:highlight>
                  <a:srgbClr val="FFFF00"/>
                </a:highlight>
              </a:rPr>
              <a:t>MEM</a:t>
            </a:r>
            <a:r>
              <a:rPr lang="zh-CN" altLang="en-US" sz="2800" b="1" dirty="0">
                <a:highlight>
                  <a:srgbClr val="FFFF00"/>
                </a:highlight>
              </a:rPr>
              <a:t>应该关注什么？</a:t>
            </a:r>
            <a:endParaRPr lang="zh-CN" altLang="en-US" dirty="0">
              <a:highlight>
                <a:srgbClr val="FFFF00"/>
              </a:highlight>
            </a:endParaRPr>
          </a:p>
        </p:txBody>
      </p:sp>
    </p:spTree>
    <p:extLst>
      <p:ext uri="{BB962C8B-B14F-4D97-AF65-F5344CB8AC3E}">
        <p14:creationId xmlns:p14="http://schemas.microsoft.com/office/powerpoint/2010/main" val="260497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6EBF450E-225D-4103-AD14-0D67A2C68529}"/>
              </a:ext>
            </a:extLst>
          </p:cNvPr>
          <p:cNvSpPr/>
          <p:nvPr/>
        </p:nvSpPr>
        <p:spPr>
          <a:xfrm>
            <a:off x="2003215" y="2466293"/>
            <a:ext cx="839702" cy="908326"/>
          </a:xfrm>
          <a:prstGeom prst="rect">
            <a:avLst/>
          </a:prstGeom>
          <a:ln>
            <a:solidFill>
              <a:schemeClr val="tx1"/>
            </a:solidFill>
          </a:ln>
        </p:spPr>
        <p:txBody>
          <a:bodyPr wrap="square">
            <a:spAutoFit/>
          </a:bodyPr>
          <a:lstStyle/>
          <a:p>
            <a:pPr algn="ctr">
              <a:lnSpc>
                <a:spcPct val="125000"/>
              </a:lnSpc>
            </a:pPr>
            <a:r>
              <a:rPr lang="zh-CN" altLang="en-US" sz="2200" b="1" kern="0" dirty="0">
                <a:latin typeface="+mj-ea"/>
                <a:ea typeface="+mj-ea"/>
                <a:cs typeface="Calibri" panose="020F0502020204030204" pitchFamily="34" charset="0"/>
              </a:rPr>
              <a:t>实践</a:t>
            </a:r>
            <a:r>
              <a:rPr lang="zh-CN" altLang="zh-CN" sz="2200" b="1" kern="0" dirty="0">
                <a:latin typeface="+mj-ea"/>
                <a:ea typeface="+mj-ea"/>
                <a:cs typeface="Calibri" panose="020F0502020204030204" pitchFamily="34" charset="0"/>
              </a:rPr>
              <a:t>问题</a:t>
            </a:r>
          </a:p>
        </p:txBody>
      </p:sp>
      <p:sp>
        <p:nvSpPr>
          <p:cNvPr id="13" name="矩形 12">
            <a:extLst>
              <a:ext uri="{FF2B5EF4-FFF2-40B4-BE49-F238E27FC236}">
                <a16:creationId xmlns:a16="http://schemas.microsoft.com/office/drawing/2014/main" id="{73BD8BFA-0D5C-41A9-B545-CDCB7F000D2F}"/>
              </a:ext>
            </a:extLst>
          </p:cNvPr>
          <p:cNvSpPr/>
          <p:nvPr/>
        </p:nvSpPr>
        <p:spPr>
          <a:xfrm>
            <a:off x="6292572" y="2480412"/>
            <a:ext cx="1494098" cy="908326"/>
          </a:xfrm>
          <a:prstGeom prst="rect">
            <a:avLst/>
          </a:prstGeom>
          <a:ln>
            <a:solidFill>
              <a:schemeClr val="tx1"/>
            </a:solidFill>
          </a:ln>
        </p:spPr>
        <p:txBody>
          <a:bodyPr wrap="square">
            <a:spAutoFit/>
          </a:bodyPr>
          <a:lstStyle/>
          <a:p>
            <a:pPr algn="ctr">
              <a:lnSpc>
                <a:spcPct val="125000"/>
              </a:lnSpc>
            </a:pPr>
            <a:r>
              <a:rPr lang="zh-CN" altLang="en-US" sz="2200" b="1" kern="0" dirty="0">
                <a:latin typeface="+mj-ea"/>
                <a:ea typeface="+mj-ea"/>
                <a:cs typeface="Calibri" panose="020F0502020204030204" pitchFamily="34" charset="0"/>
                <a:sym typeface="Wingdings" panose="05000000000000000000" pitchFamily="2" charset="2"/>
              </a:rPr>
              <a:t>管理</a:t>
            </a:r>
            <a:r>
              <a:rPr lang="zh-CN" altLang="zh-CN" sz="2200" b="1" kern="0" dirty="0">
                <a:latin typeface="+mj-ea"/>
                <a:ea typeface="+mj-ea"/>
                <a:cs typeface="Calibri" panose="020F0502020204030204" pitchFamily="34" charset="0"/>
              </a:rPr>
              <a:t>规则</a:t>
            </a:r>
            <a:endParaRPr lang="en-US" altLang="zh-CN" sz="2200" b="1" kern="0" dirty="0">
              <a:latin typeface="+mj-ea"/>
              <a:ea typeface="+mj-ea"/>
              <a:cs typeface="Calibri" panose="020F0502020204030204" pitchFamily="34" charset="0"/>
            </a:endParaRPr>
          </a:p>
          <a:p>
            <a:pPr algn="ctr">
              <a:lnSpc>
                <a:spcPct val="125000"/>
              </a:lnSpc>
            </a:pPr>
            <a:r>
              <a:rPr lang="zh-CN" altLang="zh-CN" sz="2200" b="1" kern="0" dirty="0">
                <a:latin typeface="+mj-ea"/>
                <a:ea typeface="+mj-ea"/>
                <a:cs typeface="Calibri" panose="020F0502020204030204" pitchFamily="34" charset="0"/>
              </a:rPr>
              <a:t>（集合）</a:t>
            </a:r>
          </a:p>
        </p:txBody>
      </p:sp>
      <p:sp>
        <p:nvSpPr>
          <p:cNvPr id="15" name="箭头: 右 14">
            <a:extLst>
              <a:ext uri="{FF2B5EF4-FFF2-40B4-BE49-F238E27FC236}">
                <a16:creationId xmlns:a16="http://schemas.microsoft.com/office/drawing/2014/main" id="{6A981FE1-C825-4F32-8AEC-00064640268F}"/>
              </a:ext>
            </a:extLst>
          </p:cNvPr>
          <p:cNvSpPr/>
          <p:nvPr/>
        </p:nvSpPr>
        <p:spPr>
          <a:xfrm rot="10800000">
            <a:off x="2911640" y="2749081"/>
            <a:ext cx="599202" cy="315883"/>
          </a:xfrm>
          <a:prstGeom prst="rightArrow">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4C3A2D1A-807E-4784-967A-5648461D3E46}"/>
              </a:ext>
            </a:extLst>
          </p:cNvPr>
          <p:cNvSpPr/>
          <p:nvPr/>
        </p:nvSpPr>
        <p:spPr>
          <a:xfrm>
            <a:off x="3627488" y="2466293"/>
            <a:ext cx="1643226" cy="908326"/>
          </a:xfrm>
          <a:prstGeom prst="rect">
            <a:avLst/>
          </a:prstGeom>
          <a:ln>
            <a:solidFill>
              <a:schemeClr val="tx1"/>
            </a:solidFill>
          </a:ln>
        </p:spPr>
        <p:txBody>
          <a:bodyPr wrap="square">
            <a:spAutoFit/>
          </a:bodyPr>
          <a:lstStyle/>
          <a:p>
            <a:pPr algn="ctr">
              <a:lnSpc>
                <a:spcPct val="125000"/>
              </a:lnSpc>
            </a:pPr>
            <a:r>
              <a:rPr lang="zh-CN" altLang="zh-CN" sz="2200" b="1" kern="0" dirty="0">
                <a:latin typeface="+mj-ea"/>
                <a:ea typeface="+mj-ea"/>
                <a:cs typeface="Calibri" panose="020F0502020204030204" pitchFamily="34" charset="0"/>
              </a:rPr>
              <a:t>解决方案</a:t>
            </a:r>
            <a:endParaRPr lang="en-US" altLang="zh-CN" sz="2200" b="1" kern="0" dirty="0">
              <a:latin typeface="+mj-ea"/>
              <a:ea typeface="+mj-ea"/>
              <a:cs typeface="Calibri" panose="020F0502020204030204" pitchFamily="34" charset="0"/>
            </a:endParaRPr>
          </a:p>
          <a:p>
            <a:pPr algn="ctr">
              <a:lnSpc>
                <a:spcPct val="125000"/>
              </a:lnSpc>
            </a:pPr>
            <a:r>
              <a:rPr lang="zh-CN" altLang="zh-CN" sz="2200" b="1" kern="0" dirty="0">
                <a:latin typeface="+mj-ea"/>
                <a:ea typeface="+mj-ea"/>
                <a:cs typeface="Calibri" panose="020F0502020204030204" pitchFamily="34" charset="0"/>
              </a:rPr>
              <a:t>（体系）</a:t>
            </a:r>
          </a:p>
        </p:txBody>
      </p:sp>
      <p:sp>
        <p:nvSpPr>
          <p:cNvPr id="19" name="矩形 18">
            <a:extLst>
              <a:ext uri="{FF2B5EF4-FFF2-40B4-BE49-F238E27FC236}">
                <a16:creationId xmlns:a16="http://schemas.microsoft.com/office/drawing/2014/main" id="{5B6D19D9-EEDA-4318-9571-B373AA0E9183}"/>
              </a:ext>
            </a:extLst>
          </p:cNvPr>
          <p:cNvSpPr/>
          <p:nvPr/>
        </p:nvSpPr>
        <p:spPr>
          <a:xfrm>
            <a:off x="8495455" y="2466293"/>
            <a:ext cx="1643225" cy="908326"/>
          </a:xfrm>
          <a:prstGeom prst="rect">
            <a:avLst/>
          </a:prstGeom>
          <a:ln>
            <a:solidFill>
              <a:schemeClr val="tx1"/>
            </a:solidFill>
          </a:ln>
        </p:spPr>
        <p:txBody>
          <a:bodyPr wrap="square">
            <a:spAutoFit/>
          </a:bodyPr>
          <a:lstStyle/>
          <a:p>
            <a:pPr algn="ctr">
              <a:lnSpc>
                <a:spcPct val="125000"/>
              </a:lnSpc>
            </a:pPr>
            <a:r>
              <a:rPr lang="zh-CN" altLang="en-US" sz="2200" b="1" kern="0" dirty="0">
                <a:latin typeface="+mj-ea"/>
                <a:ea typeface="+mj-ea"/>
                <a:cs typeface="Calibri" panose="020F0502020204030204" pitchFamily="34" charset="0"/>
              </a:rPr>
              <a:t>解释性</a:t>
            </a:r>
            <a:r>
              <a:rPr lang="zh-CN" altLang="zh-CN" sz="2200" b="1" kern="0" dirty="0">
                <a:latin typeface="+mj-ea"/>
                <a:ea typeface="+mj-ea"/>
                <a:cs typeface="Calibri" panose="020F0502020204030204" pitchFamily="34" charset="0"/>
              </a:rPr>
              <a:t>规律（集合）</a:t>
            </a:r>
            <a:endParaRPr lang="zh-CN" altLang="zh-CN" sz="2200" kern="100" dirty="0">
              <a:latin typeface="+mj-ea"/>
              <a:ea typeface="+mj-ea"/>
              <a:cs typeface="Times New Roman" panose="02020603050405020304" pitchFamily="18" charset="0"/>
            </a:endParaRPr>
          </a:p>
        </p:txBody>
      </p:sp>
      <p:sp>
        <p:nvSpPr>
          <p:cNvPr id="20" name="箭头: 右 19">
            <a:extLst>
              <a:ext uri="{FF2B5EF4-FFF2-40B4-BE49-F238E27FC236}">
                <a16:creationId xmlns:a16="http://schemas.microsoft.com/office/drawing/2014/main" id="{71B3D848-4510-42F5-97F1-BAC15414F7F9}"/>
              </a:ext>
            </a:extLst>
          </p:cNvPr>
          <p:cNvSpPr/>
          <p:nvPr/>
        </p:nvSpPr>
        <p:spPr>
          <a:xfrm rot="10800000">
            <a:off x="5456083" y="2776633"/>
            <a:ext cx="599202" cy="315883"/>
          </a:xfrm>
          <a:prstGeom prst="rightArrow">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右 20">
            <a:extLst>
              <a:ext uri="{FF2B5EF4-FFF2-40B4-BE49-F238E27FC236}">
                <a16:creationId xmlns:a16="http://schemas.microsoft.com/office/drawing/2014/main" id="{96BBC96A-B1D5-4E45-ACAA-710E24F3D4E0}"/>
              </a:ext>
            </a:extLst>
          </p:cNvPr>
          <p:cNvSpPr/>
          <p:nvPr/>
        </p:nvSpPr>
        <p:spPr>
          <a:xfrm rot="10800000">
            <a:off x="7841384" y="2762514"/>
            <a:ext cx="599202" cy="315883"/>
          </a:xfrm>
          <a:prstGeom prst="rightArrow">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541EB0B3-C6ED-4F8B-8881-48979107492C}"/>
              </a:ext>
            </a:extLst>
          </p:cNvPr>
          <p:cNvSpPr txBox="1"/>
          <p:nvPr/>
        </p:nvSpPr>
        <p:spPr>
          <a:xfrm>
            <a:off x="419101" y="1323590"/>
            <a:ext cx="4374280" cy="391143"/>
          </a:xfrm>
          <a:prstGeom prst="rect">
            <a:avLst/>
          </a:prstGeom>
          <a:solidFill>
            <a:schemeClr val="accent6">
              <a:lumMod val="20000"/>
              <a:lumOff val="80000"/>
              <a:alpha val="83000"/>
            </a:schemeClr>
          </a:solidFill>
          <a:ln>
            <a:noFill/>
          </a:ln>
        </p:spPr>
        <p:txBody>
          <a:bodyPr wrap="square" lIns="18000" tIns="10800" rIns="18000" bIns="10800" rtlCol="0">
            <a:spAutoFit/>
          </a:bodyPr>
          <a:lstStyle/>
          <a:p>
            <a:pPr marL="0" lvl="1" algn="ctr"/>
            <a:r>
              <a:rPr lang="zh-CN" altLang="en-US" sz="2400" b="1" dirty="0">
                <a:highlight>
                  <a:srgbClr val="FFFF00"/>
                </a:highlight>
                <a:latin typeface="+mj-ea"/>
                <a:ea typeface="+mj-ea"/>
                <a:sym typeface="+mn-ea"/>
              </a:rPr>
              <a:t>设计类</a:t>
            </a:r>
            <a:r>
              <a:rPr lang="zh-CN" altLang="en-US" sz="2400" b="1" dirty="0">
                <a:latin typeface="+mj-ea"/>
                <a:ea typeface="+mj-ea"/>
                <a:sym typeface="+mn-ea"/>
              </a:rPr>
              <a:t>研究解决实践问题的过程</a:t>
            </a:r>
          </a:p>
        </p:txBody>
      </p:sp>
      <p:sp>
        <p:nvSpPr>
          <p:cNvPr id="26" name="矩形 25">
            <a:extLst>
              <a:ext uri="{FF2B5EF4-FFF2-40B4-BE49-F238E27FC236}">
                <a16:creationId xmlns:a16="http://schemas.microsoft.com/office/drawing/2014/main" id="{2C2996A4-D7CE-4036-BF47-196C69829BA3}"/>
              </a:ext>
            </a:extLst>
          </p:cNvPr>
          <p:cNvSpPr/>
          <p:nvPr/>
        </p:nvSpPr>
        <p:spPr>
          <a:xfrm>
            <a:off x="930792" y="3573285"/>
            <a:ext cx="4623465" cy="1323439"/>
          </a:xfrm>
          <a:prstGeom prst="rect">
            <a:avLst/>
          </a:prstGeom>
        </p:spPr>
        <p:txBody>
          <a:bodyPr wrap="square">
            <a:spAutoFit/>
          </a:bodyPr>
          <a:lstStyle/>
          <a:p>
            <a:pPr algn="just">
              <a:buClr>
                <a:srgbClr val="000000"/>
              </a:buClr>
              <a:buSzPts val="1000"/>
            </a:pPr>
            <a:r>
              <a:rPr lang="zh-CN" altLang="en-US" sz="2000" kern="100" dirty="0">
                <a:latin typeface="+mn-ea"/>
                <a:cs typeface="Times New Roman" panose="02020603050405020304" pitchFamily="18" charset="0"/>
              </a:rPr>
              <a:t>实践问题需要集成性解决方案</a:t>
            </a:r>
            <a:endParaRPr lang="en-US" altLang="zh-CN" sz="2000" kern="100" dirty="0">
              <a:latin typeface="+mn-ea"/>
              <a:cs typeface="Times New Roman" panose="02020603050405020304" pitchFamily="18" charset="0"/>
            </a:endParaRPr>
          </a:p>
          <a:p>
            <a:pPr marL="800100" lvl="1" indent="-342900" algn="just">
              <a:buClr>
                <a:srgbClr val="000000"/>
              </a:buClr>
              <a:buSzPts val="1000"/>
              <a:buFont typeface="Arial" panose="020B0604020202020204" pitchFamily="34" charset="0"/>
              <a:buChar char="•"/>
            </a:pPr>
            <a:r>
              <a:rPr lang="zh-CN" altLang="en-US" sz="2000" kern="100" dirty="0">
                <a:latin typeface="+mn-ea"/>
                <a:cs typeface="Times New Roman" panose="02020603050405020304" pitchFamily="18" charset="0"/>
              </a:rPr>
              <a:t>跨专业合作</a:t>
            </a:r>
            <a:endParaRPr lang="en-US" altLang="zh-CN" sz="2000" kern="100" dirty="0">
              <a:latin typeface="+mn-ea"/>
              <a:cs typeface="Times New Roman" panose="02020603050405020304" pitchFamily="18" charset="0"/>
            </a:endParaRPr>
          </a:p>
          <a:p>
            <a:pPr marL="800100" lvl="1" indent="-342900" algn="just">
              <a:buClr>
                <a:srgbClr val="000000"/>
              </a:buClr>
              <a:buSzPts val="1000"/>
              <a:buFont typeface="Arial" panose="020B0604020202020204" pitchFamily="34" charset="0"/>
              <a:buChar char="•"/>
            </a:pPr>
            <a:r>
              <a:rPr lang="zh-CN" altLang="en-US" sz="2000" kern="100" dirty="0">
                <a:latin typeface="+mn-ea"/>
                <a:cs typeface="Times New Roman" panose="02020603050405020304" pitchFamily="18" charset="0"/>
              </a:rPr>
              <a:t>多理论视角</a:t>
            </a:r>
            <a:endParaRPr lang="en-US" altLang="zh-CN" sz="2000" kern="100" dirty="0">
              <a:latin typeface="+mn-ea"/>
              <a:cs typeface="Times New Roman" panose="02020603050405020304" pitchFamily="18" charset="0"/>
            </a:endParaRPr>
          </a:p>
          <a:p>
            <a:pPr marL="800100" lvl="1" indent="-342900" algn="just">
              <a:buClr>
                <a:srgbClr val="000000"/>
              </a:buClr>
              <a:buSzPts val="1000"/>
              <a:buFont typeface="Arial" panose="020B0604020202020204" pitchFamily="34" charset="0"/>
              <a:buChar char="•"/>
            </a:pPr>
            <a:r>
              <a:rPr lang="zh-CN" altLang="en-US" sz="2000" kern="100" dirty="0">
                <a:latin typeface="+mn-ea"/>
                <a:cs typeface="Times New Roman" panose="02020603050405020304" pitchFamily="18" charset="0"/>
              </a:rPr>
              <a:t>多方法</a:t>
            </a:r>
            <a:r>
              <a:rPr lang="en-US" altLang="zh-CN" sz="2000" kern="100" dirty="0">
                <a:latin typeface="+mn-ea"/>
                <a:cs typeface="Times New Roman" panose="02020603050405020304" pitchFamily="18" charset="0"/>
              </a:rPr>
              <a:t>/</a:t>
            </a:r>
            <a:r>
              <a:rPr lang="zh-CN" altLang="en-US" sz="2000" kern="100" dirty="0">
                <a:latin typeface="+mn-ea"/>
                <a:cs typeface="Times New Roman" panose="02020603050405020304" pitchFamily="18" charset="0"/>
              </a:rPr>
              <a:t>工具</a:t>
            </a:r>
            <a:endParaRPr lang="zh-CN" altLang="zh-CN" sz="2400" kern="100" dirty="0">
              <a:latin typeface="+mn-ea"/>
              <a:cs typeface="Times New Roman" panose="02020603050405020304" pitchFamily="18" charset="0"/>
            </a:endParaRPr>
          </a:p>
        </p:txBody>
      </p:sp>
      <p:sp>
        <p:nvSpPr>
          <p:cNvPr id="27" name="标题 1">
            <a:extLst>
              <a:ext uri="{FF2B5EF4-FFF2-40B4-BE49-F238E27FC236}">
                <a16:creationId xmlns:a16="http://schemas.microsoft.com/office/drawing/2014/main" id="{6D17F18C-68E4-4D9B-9D55-758F198BC918}"/>
              </a:ext>
            </a:extLst>
          </p:cNvPr>
          <p:cNvSpPr txBox="1">
            <a:spLocks noChangeArrowheads="1"/>
          </p:cNvSpPr>
          <p:nvPr/>
        </p:nvSpPr>
        <p:spPr>
          <a:xfrm>
            <a:off x="1748939" y="41803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j-ea"/>
              </a:rPr>
              <a:t>实践问题解决导向的研究</a:t>
            </a:r>
          </a:p>
        </p:txBody>
      </p:sp>
      <p:sp>
        <p:nvSpPr>
          <p:cNvPr id="28" name="内容占位符 2">
            <a:extLst>
              <a:ext uri="{FF2B5EF4-FFF2-40B4-BE49-F238E27FC236}">
                <a16:creationId xmlns:a16="http://schemas.microsoft.com/office/drawing/2014/main" id="{9E4CFE02-7172-42C5-9816-5346AFBFDBD7}"/>
              </a:ext>
            </a:extLst>
          </p:cNvPr>
          <p:cNvSpPr txBox="1">
            <a:spLocks/>
          </p:cNvSpPr>
          <p:nvPr/>
        </p:nvSpPr>
        <p:spPr>
          <a:xfrm>
            <a:off x="3018659" y="2164464"/>
            <a:ext cx="599204" cy="31588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2000" dirty="0">
                <a:highlight>
                  <a:srgbClr val="FFFF00"/>
                </a:highlight>
              </a:rPr>
              <a:t>牵引</a:t>
            </a:r>
            <a:endParaRPr lang="en-US" altLang="zh-CN" sz="2000" dirty="0">
              <a:highlight>
                <a:srgbClr val="FFFF00"/>
              </a:highlight>
            </a:endParaRPr>
          </a:p>
        </p:txBody>
      </p:sp>
      <p:sp>
        <p:nvSpPr>
          <p:cNvPr id="29" name="内容占位符 2">
            <a:extLst>
              <a:ext uri="{FF2B5EF4-FFF2-40B4-BE49-F238E27FC236}">
                <a16:creationId xmlns:a16="http://schemas.microsoft.com/office/drawing/2014/main" id="{A5A23F1D-3D69-4AC7-B34A-1F8783E1330B}"/>
              </a:ext>
            </a:extLst>
          </p:cNvPr>
          <p:cNvSpPr txBox="1">
            <a:spLocks/>
          </p:cNvSpPr>
          <p:nvPr/>
        </p:nvSpPr>
        <p:spPr>
          <a:xfrm>
            <a:off x="722337" y="5531640"/>
            <a:ext cx="6554879" cy="908326"/>
          </a:xfrm>
          <a:prstGeom prst="rect">
            <a:avLst/>
          </a:prstGeom>
          <a:ln w="19050">
            <a:noFill/>
          </a:ln>
        </p:spPr>
        <p:txBody>
          <a:bodyPr vert="horz" lIns="91440" tIns="45720" rIns="91440" bIns="45720" rtlCol="0">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2" indent="0" algn="ctr">
              <a:lnSpc>
                <a:spcPct val="125000"/>
              </a:lnSpc>
              <a:buNone/>
            </a:pPr>
            <a:r>
              <a:rPr lang="zh-CN" altLang="en-US" sz="7000" dirty="0">
                <a:latin typeface="等线 Light" panose="02010600030101010101" pitchFamily="2" charset="-122"/>
                <a:ea typeface="等线 Light" panose="02010600030101010101" pitchFamily="2" charset="-122"/>
              </a:rPr>
              <a:t>针对</a:t>
            </a:r>
            <a:r>
              <a:rPr lang="zh-CN" altLang="en-US" sz="7000" dirty="0">
                <a:solidFill>
                  <a:srgbClr val="FF0000"/>
                </a:solidFill>
                <a:latin typeface="等线 Light" panose="02010600030101010101" pitchFamily="2" charset="-122"/>
                <a:ea typeface="等线 Light" panose="02010600030101010101" pitchFamily="2" charset="-122"/>
              </a:rPr>
              <a:t>实践问题</a:t>
            </a:r>
            <a:r>
              <a:rPr lang="zh-CN" altLang="en-US" sz="7000" dirty="0">
                <a:latin typeface="等线 Light" panose="02010600030101010101" pitchFamily="2" charset="-122"/>
                <a:ea typeface="等线 Light" panose="02010600030101010101" pitchFamily="2" charset="-122"/>
              </a:rPr>
              <a:t>，</a:t>
            </a:r>
            <a:r>
              <a:rPr lang="zh-CN" altLang="en-US" sz="7000" dirty="0">
                <a:solidFill>
                  <a:srgbClr val="FF0000"/>
                </a:solidFill>
                <a:latin typeface="等线 Light" panose="02010600030101010101" pitchFamily="2" charset="-122"/>
                <a:ea typeface="等线 Light" panose="02010600030101010101" pitchFamily="2" charset="-122"/>
              </a:rPr>
              <a:t>设计</a:t>
            </a:r>
            <a:r>
              <a:rPr lang="zh-CN" altLang="en-US" sz="7000" dirty="0">
                <a:latin typeface="等线 Light" panose="02010600030101010101" pitchFamily="2" charset="-122"/>
                <a:ea typeface="等线 Light" panose="02010600030101010101" pitchFamily="2" charset="-122"/>
              </a:rPr>
              <a:t>解决方案</a:t>
            </a:r>
          </a:p>
          <a:p>
            <a:pPr marL="360000" lvl="2" indent="0">
              <a:lnSpc>
                <a:spcPct val="125000"/>
              </a:lnSpc>
              <a:buFont typeface="Wingdings" panose="05000000000000000000" pitchFamily="2" charset="2"/>
              <a:buChar char="Ø"/>
            </a:pPr>
            <a:endParaRPr lang="zh-CN" altLang="en-US" sz="1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037754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10312400" y="6400800"/>
            <a:ext cx="355600" cy="457200"/>
          </a:xfrm>
        </p:spPr>
        <p:txBody>
          <a:bodyPr/>
          <a:lstStyle/>
          <a:p>
            <a:pPr>
              <a:defRPr/>
            </a:pPr>
            <a:fld id="{4060A89F-C379-47F2-9CB4-4B0E46AA1E4B}" type="slidenum">
              <a:rPr lang="en-US" altLang="zh-CN"/>
              <a:pPr>
                <a:defRPr/>
              </a:pPr>
              <a:t>16</a:t>
            </a:fld>
            <a:endParaRPr lang="en-US" altLang="zh-CN" dirty="0"/>
          </a:p>
        </p:txBody>
      </p:sp>
      <p:sp>
        <p:nvSpPr>
          <p:cNvPr id="28675" name="Rectangle 4"/>
          <p:cNvSpPr>
            <a:spLocks noGrp="1"/>
          </p:cNvSpPr>
          <p:nvPr>
            <p:ph type="title" idx="4294967295"/>
          </p:nvPr>
        </p:nvSpPr>
        <p:spPr>
          <a:xfrm>
            <a:off x="1714950" y="307890"/>
            <a:ext cx="8038650" cy="681643"/>
          </a:xfrm>
        </p:spPr>
        <p:txBody>
          <a:bodyPr>
            <a:noAutofit/>
          </a:bodyPr>
          <a:lstStyle/>
          <a:p>
            <a:pPr algn="l"/>
            <a:r>
              <a:rPr lang="zh-CN" altLang="zh-CN" sz="3300" dirty="0">
                <a:latin typeface="Times New Roman" pitchFamily="18" charset="0"/>
              </a:rPr>
              <a:t>工程教育认证标准（</a:t>
            </a:r>
            <a:r>
              <a:rPr lang="en-US" altLang="zh-CN" sz="3300" dirty="0">
                <a:latin typeface="Times New Roman" pitchFamily="18" charset="0"/>
              </a:rPr>
              <a:t>2022</a:t>
            </a:r>
            <a:r>
              <a:rPr lang="zh-CN" altLang="zh-CN" sz="3300" dirty="0">
                <a:latin typeface="Times New Roman" pitchFamily="18" charset="0"/>
              </a:rPr>
              <a:t>版）</a:t>
            </a:r>
            <a:r>
              <a:rPr lang="zh-CN" altLang="en-US" sz="3300" dirty="0">
                <a:latin typeface="Times New Roman" pitchFamily="18" charset="0"/>
              </a:rPr>
              <a:t>：</a:t>
            </a:r>
            <a:r>
              <a:rPr lang="zh-CN" altLang="zh-CN" sz="3300" dirty="0">
                <a:latin typeface="Times New Roman" pitchFamily="18" charset="0"/>
              </a:rPr>
              <a:t>毕业要求</a:t>
            </a:r>
            <a:endParaRPr lang="zh-CN" altLang="en-US" sz="3300" dirty="0">
              <a:latin typeface="Times New Roman" pitchFamily="18" charset="0"/>
            </a:endParaRPr>
          </a:p>
        </p:txBody>
      </p:sp>
      <p:sp>
        <p:nvSpPr>
          <p:cNvPr id="28674" name="Text Box 2"/>
          <p:cNvSpPr txBox="1">
            <a:spLocks noChangeArrowheads="1"/>
          </p:cNvSpPr>
          <p:nvPr/>
        </p:nvSpPr>
        <p:spPr bwMode="auto">
          <a:xfrm>
            <a:off x="415636" y="1160463"/>
            <a:ext cx="11197244" cy="4283673"/>
          </a:xfrm>
          <a:prstGeom prst="rect">
            <a:avLst/>
          </a:prstGeom>
          <a:noFill/>
          <a:ln w="9525">
            <a:noFill/>
            <a:miter lim="800000"/>
            <a:headEnd/>
            <a:tailEnd/>
          </a:ln>
        </p:spPr>
        <p:txBody>
          <a:bodyPr wrap="square">
            <a:spAutoFit/>
          </a:bodyPr>
          <a:lstStyle/>
          <a:p>
            <a:pPr marL="342900" indent="-342900">
              <a:lnSpc>
                <a:spcPct val="115000"/>
              </a:lnSpc>
              <a:spcBef>
                <a:spcPts val="600"/>
              </a:spcBef>
              <a:buFont typeface="+mj-lt"/>
              <a:buAutoNum type="arabicPeriod"/>
            </a:pPr>
            <a:r>
              <a:rPr lang="zh-CN" altLang="en-US" sz="2000" b="1" dirty="0">
                <a:latin typeface="+mn-ea"/>
              </a:rPr>
              <a:t>工程知识：</a:t>
            </a:r>
            <a:r>
              <a:rPr lang="zh-CN" altLang="en-US" sz="1600" dirty="0">
                <a:latin typeface="+mn-ea"/>
              </a:rPr>
              <a:t>能够将数学、自然科学、工程基础和专业知识用于解决</a:t>
            </a:r>
            <a:r>
              <a:rPr lang="zh-CN" altLang="en-US" sz="1600" b="1" dirty="0">
                <a:solidFill>
                  <a:srgbClr val="FF0000"/>
                </a:solidFill>
                <a:latin typeface="+mn-ea"/>
              </a:rPr>
              <a:t>复杂工程问题</a:t>
            </a:r>
            <a:r>
              <a:rPr lang="zh-CN" altLang="en-US" sz="1600" dirty="0">
                <a:latin typeface="+mn-ea"/>
              </a:rPr>
              <a:t>。</a:t>
            </a:r>
            <a:endParaRPr lang="en-US" altLang="zh-CN" sz="1600" dirty="0">
              <a:latin typeface="+mn-ea"/>
            </a:endParaRPr>
          </a:p>
          <a:p>
            <a:pPr marL="342900" indent="-342900">
              <a:lnSpc>
                <a:spcPct val="115000"/>
              </a:lnSpc>
              <a:spcBef>
                <a:spcPts val="600"/>
              </a:spcBef>
              <a:buFont typeface="+mj-lt"/>
              <a:buAutoNum type="arabicPeriod"/>
            </a:pPr>
            <a:r>
              <a:rPr lang="zh-CN" altLang="en-US" sz="2000" b="1" dirty="0">
                <a:latin typeface="+mn-ea"/>
              </a:rPr>
              <a:t>问题分析：</a:t>
            </a:r>
            <a:r>
              <a:rPr lang="zh-CN" altLang="en-US" sz="1600" dirty="0">
                <a:latin typeface="+mn-ea"/>
              </a:rPr>
              <a:t>能够应用数学、自然科学和工程科学的基本原理，识别、表达、并通过文献研究分析</a:t>
            </a:r>
            <a:r>
              <a:rPr lang="zh-CN" altLang="en-US" sz="1600" b="1" dirty="0">
                <a:solidFill>
                  <a:srgbClr val="FF0000"/>
                </a:solidFill>
                <a:latin typeface="+mn-ea"/>
              </a:rPr>
              <a:t>复杂工程问题</a:t>
            </a:r>
            <a:r>
              <a:rPr lang="zh-CN" altLang="en-US" sz="1600" dirty="0">
                <a:latin typeface="+mn-ea"/>
              </a:rPr>
              <a:t>，以获得有效结论。</a:t>
            </a:r>
            <a:endParaRPr lang="en-US" altLang="zh-CN" sz="1600" dirty="0">
              <a:latin typeface="+mn-ea"/>
            </a:endParaRPr>
          </a:p>
          <a:p>
            <a:pPr marL="342900" indent="-342900">
              <a:lnSpc>
                <a:spcPct val="115000"/>
              </a:lnSpc>
              <a:spcBef>
                <a:spcPts val="600"/>
              </a:spcBef>
              <a:buFont typeface="+mj-lt"/>
              <a:buAutoNum type="arabicPeriod"/>
            </a:pPr>
            <a:r>
              <a:rPr lang="zh-CN" altLang="en-US" sz="2000" b="1" dirty="0">
                <a:latin typeface="+mn-ea"/>
              </a:rPr>
              <a:t>设计</a:t>
            </a:r>
            <a:r>
              <a:rPr lang="en-US" altLang="zh-CN" sz="2000" b="1" dirty="0">
                <a:latin typeface="+mn-ea"/>
              </a:rPr>
              <a:t>/</a:t>
            </a:r>
            <a:r>
              <a:rPr lang="zh-CN" altLang="en-US" sz="2000" b="1" dirty="0">
                <a:latin typeface="+mn-ea"/>
              </a:rPr>
              <a:t>开发解决方案：</a:t>
            </a:r>
            <a:r>
              <a:rPr lang="zh-CN" altLang="en-US" sz="1600" dirty="0">
                <a:latin typeface="+mn-ea"/>
              </a:rPr>
              <a:t>能够设计针对</a:t>
            </a:r>
            <a:r>
              <a:rPr lang="zh-CN" altLang="en-US" sz="1600" b="1" dirty="0">
                <a:solidFill>
                  <a:srgbClr val="FF0000"/>
                </a:solidFill>
                <a:latin typeface="+mn-ea"/>
              </a:rPr>
              <a:t>复杂工程问题</a:t>
            </a:r>
            <a:r>
              <a:rPr lang="zh-CN" altLang="en-US" sz="1600" dirty="0">
                <a:latin typeface="+mn-ea"/>
              </a:rPr>
              <a:t>的解决方案，设计满足特定需求的系统、单元（部件）或工艺流程，并能够在设计环节中体现创新意识，考虑社会、健康、安全、法律、文化以及环境等因素。</a:t>
            </a:r>
            <a:endParaRPr lang="en-US" altLang="zh-CN" sz="1600" dirty="0">
              <a:latin typeface="+mn-ea"/>
            </a:endParaRPr>
          </a:p>
          <a:p>
            <a:pPr marL="342900" indent="-342900">
              <a:lnSpc>
                <a:spcPct val="115000"/>
              </a:lnSpc>
              <a:spcBef>
                <a:spcPts val="600"/>
              </a:spcBef>
              <a:buFont typeface="+mj-lt"/>
              <a:buAutoNum type="arabicPeriod"/>
            </a:pPr>
            <a:r>
              <a:rPr lang="zh-CN" altLang="en-US" sz="2000" b="1" dirty="0">
                <a:latin typeface="+mn-ea"/>
              </a:rPr>
              <a:t>研究：</a:t>
            </a:r>
            <a:r>
              <a:rPr lang="zh-CN" altLang="en-US" sz="1600" dirty="0">
                <a:latin typeface="+mn-ea"/>
              </a:rPr>
              <a:t>能够基于科学原理并采用科学方法对</a:t>
            </a:r>
            <a:r>
              <a:rPr lang="zh-CN" altLang="en-US" sz="1600" b="1" dirty="0">
                <a:solidFill>
                  <a:srgbClr val="FF0000"/>
                </a:solidFill>
                <a:latin typeface="+mn-ea"/>
              </a:rPr>
              <a:t>复杂工程问题</a:t>
            </a:r>
            <a:r>
              <a:rPr lang="zh-CN" altLang="en-US" sz="1600" dirty="0">
                <a:latin typeface="+mn-ea"/>
              </a:rPr>
              <a:t>进行研究，包括设计实验、分析与解释数据、并通过信息综合得到合理有效的结论。</a:t>
            </a:r>
            <a:endParaRPr lang="en-US" altLang="zh-CN" sz="1600" dirty="0">
              <a:latin typeface="+mn-ea"/>
            </a:endParaRPr>
          </a:p>
          <a:p>
            <a:pPr marL="342900" indent="-342900">
              <a:lnSpc>
                <a:spcPct val="115000"/>
              </a:lnSpc>
              <a:spcBef>
                <a:spcPts val="600"/>
              </a:spcBef>
              <a:buFont typeface="+mj-lt"/>
              <a:buAutoNum type="arabicPeriod"/>
            </a:pPr>
            <a:r>
              <a:rPr lang="zh-CN" altLang="en-US" sz="2000" b="1" dirty="0">
                <a:latin typeface="+mn-ea"/>
              </a:rPr>
              <a:t>使用现代工具：</a:t>
            </a:r>
            <a:r>
              <a:rPr lang="zh-CN" altLang="en-US" sz="1600" dirty="0">
                <a:latin typeface="+mn-ea"/>
              </a:rPr>
              <a:t>能够针对</a:t>
            </a:r>
            <a:r>
              <a:rPr lang="zh-CN" altLang="en-US" sz="1600" b="1" dirty="0">
                <a:solidFill>
                  <a:srgbClr val="FF0000"/>
                </a:solidFill>
                <a:latin typeface="+mn-ea"/>
              </a:rPr>
              <a:t>复杂工程问题</a:t>
            </a:r>
            <a:r>
              <a:rPr lang="zh-CN" altLang="en-US" sz="1600" dirty="0">
                <a:latin typeface="+mn-ea"/>
              </a:rPr>
              <a:t>，开发、选择与使用恰当的技术、资源、现代工程工具和信息技术工具，包括对复杂工程问题的预测与模拟，并能够理解其局限性。</a:t>
            </a:r>
            <a:endParaRPr lang="en-US" altLang="zh-CN" sz="1600" dirty="0">
              <a:latin typeface="+mn-ea"/>
            </a:endParaRPr>
          </a:p>
          <a:p>
            <a:pPr marL="342900" indent="-342900">
              <a:lnSpc>
                <a:spcPct val="115000"/>
              </a:lnSpc>
              <a:spcBef>
                <a:spcPts val="600"/>
              </a:spcBef>
              <a:buFont typeface="+mj-lt"/>
              <a:buAutoNum type="arabicPeriod"/>
            </a:pPr>
            <a:r>
              <a:rPr lang="zh-CN" altLang="en-US" sz="2000" b="1" dirty="0">
                <a:latin typeface="+mn-ea"/>
              </a:rPr>
              <a:t>工程与社会：</a:t>
            </a:r>
            <a:r>
              <a:rPr lang="zh-CN" altLang="en-US" sz="1600" dirty="0">
                <a:latin typeface="+mn-ea"/>
              </a:rPr>
              <a:t>能够基于工程相关背景知识进行合理分析，评价专业工程实践和</a:t>
            </a:r>
            <a:r>
              <a:rPr lang="zh-CN" altLang="en-US" sz="1600" b="1" dirty="0">
                <a:solidFill>
                  <a:srgbClr val="FF0000"/>
                </a:solidFill>
                <a:latin typeface="+mn-ea"/>
              </a:rPr>
              <a:t>复杂工程问题</a:t>
            </a:r>
            <a:r>
              <a:rPr lang="zh-CN" altLang="en-US" sz="1600" dirty="0">
                <a:latin typeface="+mn-ea"/>
              </a:rPr>
              <a:t>解决方案对社会、健康、安全、法律以及文化的影响，并理解应承担的责任。</a:t>
            </a:r>
            <a:endParaRPr lang="en-US" altLang="zh-CN" sz="1600" dirty="0">
              <a:latin typeface="+mn-ea"/>
            </a:endParaRPr>
          </a:p>
          <a:p>
            <a:pPr marL="342900" indent="-342900">
              <a:lnSpc>
                <a:spcPct val="115000"/>
              </a:lnSpc>
              <a:buFont typeface="+mj-lt"/>
              <a:buAutoNum type="arabicPeriod"/>
            </a:pPr>
            <a:endParaRPr lang="en-US" altLang="zh-CN" sz="1600" dirty="0"/>
          </a:p>
        </p:txBody>
      </p:sp>
      <p:sp>
        <p:nvSpPr>
          <p:cNvPr id="5" name="文本框 4">
            <a:extLst>
              <a:ext uri="{FF2B5EF4-FFF2-40B4-BE49-F238E27FC236}">
                <a16:creationId xmlns:a16="http://schemas.microsoft.com/office/drawing/2014/main" id="{EBCDBED4-F3D3-4DC5-A86E-877E49DA23EC}"/>
              </a:ext>
            </a:extLst>
          </p:cNvPr>
          <p:cNvSpPr txBox="1"/>
          <p:nvPr/>
        </p:nvSpPr>
        <p:spPr>
          <a:xfrm>
            <a:off x="4251662" y="5700094"/>
            <a:ext cx="3325688" cy="452698"/>
          </a:xfrm>
          <a:prstGeom prst="rect">
            <a:avLst/>
          </a:prstGeom>
          <a:solidFill>
            <a:schemeClr val="accent6">
              <a:lumMod val="20000"/>
              <a:lumOff val="80000"/>
              <a:alpha val="83000"/>
            </a:schemeClr>
          </a:solidFill>
          <a:ln>
            <a:noFill/>
          </a:ln>
        </p:spPr>
        <p:txBody>
          <a:bodyPr wrap="square" lIns="18000" tIns="10800" rIns="18000" bIns="10800" rtlCol="0">
            <a:spAutoFit/>
          </a:bodyPr>
          <a:lstStyle/>
          <a:p>
            <a:pPr marL="0" lvl="1" algn="ctr"/>
            <a:r>
              <a:rPr lang="zh-CN" altLang="en-US" sz="2800" b="1" dirty="0">
                <a:latin typeface="+mn-ea"/>
                <a:sym typeface="+mn-ea"/>
              </a:rPr>
              <a:t>关键词一、实践问题</a:t>
            </a:r>
          </a:p>
        </p:txBody>
      </p:sp>
    </p:spTree>
    <p:extLst>
      <p:ext uri="{BB962C8B-B14F-4D97-AF65-F5344CB8AC3E}">
        <p14:creationId xmlns:p14="http://schemas.microsoft.com/office/powerpoint/2010/main" val="3111497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10312400" y="6400800"/>
            <a:ext cx="355600" cy="457200"/>
          </a:xfrm>
        </p:spPr>
        <p:txBody>
          <a:bodyPr/>
          <a:lstStyle/>
          <a:p>
            <a:pPr>
              <a:defRPr/>
            </a:pPr>
            <a:fld id="{4060A89F-C379-47F2-9CB4-4B0E46AA1E4B}" type="slidenum">
              <a:rPr lang="en-US" altLang="zh-CN"/>
              <a:pPr>
                <a:defRPr/>
              </a:pPr>
              <a:t>17</a:t>
            </a:fld>
            <a:endParaRPr lang="en-US" altLang="zh-CN" dirty="0"/>
          </a:p>
        </p:txBody>
      </p:sp>
      <p:sp>
        <p:nvSpPr>
          <p:cNvPr id="28674" name="Text Box 2"/>
          <p:cNvSpPr txBox="1">
            <a:spLocks noChangeArrowheads="1"/>
          </p:cNvSpPr>
          <p:nvPr/>
        </p:nvSpPr>
        <p:spPr bwMode="auto">
          <a:xfrm>
            <a:off x="359230" y="1253331"/>
            <a:ext cx="11005456" cy="2863926"/>
          </a:xfrm>
          <a:prstGeom prst="rect">
            <a:avLst/>
          </a:prstGeom>
          <a:noFill/>
          <a:ln w="9525">
            <a:noFill/>
            <a:miter lim="800000"/>
            <a:headEnd/>
            <a:tailEnd/>
          </a:ln>
        </p:spPr>
        <p:txBody>
          <a:bodyPr wrap="square">
            <a:spAutoFit/>
          </a:bodyPr>
          <a:lstStyle/>
          <a:p>
            <a:pPr marL="342900" indent="-342900">
              <a:lnSpc>
                <a:spcPct val="115000"/>
              </a:lnSpc>
              <a:spcBef>
                <a:spcPts val="600"/>
              </a:spcBef>
              <a:buFont typeface="+mj-lt"/>
              <a:buAutoNum type="arabicPeriod" startAt="7"/>
            </a:pPr>
            <a:r>
              <a:rPr lang="zh-CN" altLang="en-US" sz="2000" b="1" dirty="0">
                <a:latin typeface="+mn-ea"/>
              </a:rPr>
              <a:t>环境和可持续发展：</a:t>
            </a:r>
            <a:r>
              <a:rPr lang="zh-CN" altLang="en-US" sz="1600" dirty="0">
                <a:latin typeface="+mn-ea"/>
              </a:rPr>
              <a:t>能够理解和评价针对</a:t>
            </a:r>
            <a:r>
              <a:rPr lang="zh-CN" altLang="en-US" sz="1600" b="1" dirty="0">
                <a:solidFill>
                  <a:srgbClr val="FF0000"/>
                </a:solidFill>
                <a:latin typeface="+mn-ea"/>
              </a:rPr>
              <a:t>复杂工程问题</a:t>
            </a:r>
            <a:r>
              <a:rPr lang="zh-CN" altLang="en-US" sz="1600" dirty="0">
                <a:latin typeface="+mn-ea"/>
              </a:rPr>
              <a:t>的工程实践对环境、社会可持续发展的影响。</a:t>
            </a:r>
            <a:endParaRPr lang="en-US" altLang="zh-CN" dirty="0">
              <a:latin typeface="+mn-ea"/>
            </a:endParaRPr>
          </a:p>
          <a:p>
            <a:pPr marL="342900" indent="-342900">
              <a:lnSpc>
                <a:spcPct val="115000"/>
              </a:lnSpc>
              <a:spcBef>
                <a:spcPts val="600"/>
              </a:spcBef>
              <a:buFont typeface="+mj-lt"/>
              <a:buAutoNum type="arabicPeriod" startAt="7"/>
            </a:pPr>
            <a:r>
              <a:rPr lang="zh-CN" altLang="en-US" sz="2000" b="1" dirty="0">
                <a:latin typeface="+mn-ea"/>
              </a:rPr>
              <a:t>职业规范：</a:t>
            </a:r>
            <a:r>
              <a:rPr lang="zh-CN" altLang="en-US" sz="1600" dirty="0">
                <a:latin typeface="+mn-ea"/>
              </a:rPr>
              <a:t>具有人文社会科学素养、社会责任感，能够在工程实践中理解并遵守工程职业道德和规范，履行责任。</a:t>
            </a:r>
            <a:endParaRPr lang="en-US" altLang="zh-CN" sz="1600" dirty="0">
              <a:latin typeface="+mn-ea"/>
            </a:endParaRPr>
          </a:p>
          <a:p>
            <a:pPr marL="342900" indent="-342900">
              <a:lnSpc>
                <a:spcPct val="115000"/>
              </a:lnSpc>
              <a:spcBef>
                <a:spcPts val="600"/>
              </a:spcBef>
              <a:buFont typeface="+mj-lt"/>
              <a:buAutoNum type="arabicPeriod" startAt="7"/>
            </a:pPr>
            <a:r>
              <a:rPr lang="zh-CN" altLang="en-US" sz="2000" b="1" dirty="0">
                <a:latin typeface="+mn-ea"/>
              </a:rPr>
              <a:t>个人和团队：</a:t>
            </a:r>
            <a:r>
              <a:rPr lang="zh-CN" altLang="en-US" sz="1600" dirty="0">
                <a:latin typeface="+mn-ea"/>
              </a:rPr>
              <a:t>能够在多学科背景下的团队中承担个体、团队成员以及负责人的角色。</a:t>
            </a:r>
            <a:endParaRPr lang="en-US" altLang="zh-CN" sz="1600" dirty="0">
              <a:latin typeface="+mn-ea"/>
            </a:endParaRPr>
          </a:p>
          <a:p>
            <a:pPr marL="342900" indent="-342900">
              <a:lnSpc>
                <a:spcPct val="115000"/>
              </a:lnSpc>
              <a:spcBef>
                <a:spcPts val="600"/>
              </a:spcBef>
              <a:buFont typeface="+mj-lt"/>
              <a:buAutoNum type="arabicPeriod" startAt="7"/>
            </a:pPr>
            <a:r>
              <a:rPr lang="zh-CN" altLang="en-US" sz="2000" b="1" dirty="0">
                <a:latin typeface="+mn-ea"/>
              </a:rPr>
              <a:t>沟通：</a:t>
            </a:r>
            <a:r>
              <a:rPr lang="zh-CN" altLang="en-US" sz="1600" dirty="0">
                <a:latin typeface="+mn-ea"/>
              </a:rPr>
              <a:t>能够就</a:t>
            </a:r>
            <a:r>
              <a:rPr lang="zh-CN" altLang="en-US" sz="1600" b="1" dirty="0">
                <a:solidFill>
                  <a:srgbClr val="FF0000"/>
                </a:solidFill>
                <a:latin typeface="+mn-ea"/>
              </a:rPr>
              <a:t>复杂工程问题</a:t>
            </a:r>
            <a:r>
              <a:rPr lang="zh-CN" altLang="en-US" sz="1600" dirty="0">
                <a:latin typeface="+mn-ea"/>
              </a:rPr>
              <a:t>与业界同行及社会公众进行有效沟通和交流，包括撰写报告和设计文稿、陈述发言、清晰表达或回应指令。并具备一定的国际视野，能够在跨文化背景下进行沟通和交流。</a:t>
            </a:r>
            <a:endParaRPr lang="en-US" altLang="zh-CN" sz="1600" dirty="0">
              <a:latin typeface="+mn-ea"/>
            </a:endParaRPr>
          </a:p>
          <a:p>
            <a:pPr marL="342900" indent="-342900">
              <a:lnSpc>
                <a:spcPct val="115000"/>
              </a:lnSpc>
              <a:spcBef>
                <a:spcPts val="600"/>
              </a:spcBef>
              <a:buFont typeface="+mj-lt"/>
              <a:buAutoNum type="arabicPeriod" startAt="7"/>
            </a:pPr>
            <a:r>
              <a:rPr lang="zh-CN" altLang="en-US" sz="2000" b="1" dirty="0">
                <a:latin typeface="+mn-ea"/>
              </a:rPr>
              <a:t>项目管理：</a:t>
            </a:r>
            <a:r>
              <a:rPr lang="zh-CN" altLang="en-US" sz="1600" dirty="0">
                <a:latin typeface="+mn-ea"/>
              </a:rPr>
              <a:t>理解并掌握工程管理原理与经济决策方法，并能在多学科环境中应用。</a:t>
            </a:r>
            <a:endParaRPr lang="en-US" altLang="zh-CN" sz="1600" dirty="0">
              <a:latin typeface="+mn-ea"/>
            </a:endParaRPr>
          </a:p>
          <a:p>
            <a:pPr marL="342900" indent="-342900">
              <a:lnSpc>
                <a:spcPct val="115000"/>
              </a:lnSpc>
              <a:spcBef>
                <a:spcPts val="600"/>
              </a:spcBef>
              <a:buFont typeface="+mj-lt"/>
              <a:buAutoNum type="arabicPeriod" startAt="7"/>
            </a:pPr>
            <a:r>
              <a:rPr lang="zh-CN" altLang="en-US" sz="2000" b="1" dirty="0">
                <a:latin typeface="+mn-ea"/>
              </a:rPr>
              <a:t>终身学习：</a:t>
            </a:r>
            <a:r>
              <a:rPr lang="zh-CN" altLang="en-US" sz="1600" dirty="0">
                <a:latin typeface="+mn-ea"/>
              </a:rPr>
              <a:t>具有自主学习和终身学习的意识，有不断学习和适应发展的能力。</a:t>
            </a:r>
            <a:endParaRPr lang="en-US" altLang="zh-CN" sz="1600" dirty="0">
              <a:latin typeface="+mn-ea"/>
            </a:endParaRPr>
          </a:p>
        </p:txBody>
      </p:sp>
      <p:sp>
        <p:nvSpPr>
          <p:cNvPr id="5" name="Rectangle 4">
            <a:extLst>
              <a:ext uri="{FF2B5EF4-FFF2-40B4-BE49-F238E27FC236}">
                <a16:creationId xmlns:a16="http://schemas.microsoft.com/office/drawing/2014/main" id="{7A01F229-E36E-4A6C-8714-F88A4F0A552D}"/>
              </a:ext>
            </a:extLst>
          </p:cNvPr>
          <p:cNvSpPr txBox="1">
            <a:spLocks/>
          </p:cNvSpPr>
          <p:nvPr/>
        </p:nvSpPr>
        <p:spPr>
          <a:xfrm>
            <a:off x="1692189" y="383496"/>
            <a:ext cx="7789268" cy="68164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zh-CN" sz="3300" dirty="0">
                <a:latin typeface="Times New Roman" pitchFamily="18" charset="0"/>
              </a:rPr>
              <a:t>工程教育认证标准（</a:t>
            </a:r>
            <a:r>
              <a:rPr lang="en-US" altLang="zh-CN" sz="3300" dirty="0">
                <a:latin typeface="Times New Roman" pitchFamily="18" charset="0"/>
              </a:rPr>
              <a:t>2022</a:t>
            </a:r>
            <a:r>
              <a:rPr lang="zh-CN" altLang="zh-CN" sz="3300" dirty="0">
                <a:latin typeface="Times New Roman" pitchFamily="18" charset="0"/>
              </a:rPr>
              <a:t>版）</a:t>
            </a:r>
            <a:r>
              <a:rPr lang="zh-CN" altLang="en-US" sz="3300" dirty="0">
                <a:latin typeface="Times New Roman" pitchFamily="18" charset="0"/>
              </a:rPr>
              <a:t>：</a:t>
            </a:r>
            <a:r>
              <a:rPr lang="zh-CN" altLang="zh-CN" sz="3300" dirty="0">
                <a:latin typeface="Times New Roman" pitchFamily="18" charset="0"/>
              </a:rPr>
              <a:t>毕业要求</a:t>
            </a:r>
            <a:endParaRPr lang="zh-CN" altLang="en-US" sz="3300" dirty="0">
              <a:latin typeface="Times New Roman" pitchFamily="18" charset="0"/>
            </a:endParaRPr>
          </a:p>
        </p:txBody>
      </p:sp>
      <p:sp>
        <p:nvSpPr>
          <p:cNvPr id="6" name="文本框 5">
            <a:extLst>
              <a:ext uri="{FF2B5EF4-FFF2-40B4-BE49-F238E27FC236}">
                <a16:creationId xmlns:a16="http://schemas.microsoft.com/office/drawing/2014/main" id="{A0F2498D-2417-4BC5-8073-45AA19E71896}"/>
              </a:ext>
            </a:extLst>
          </p:cNvPr>
          <p:cNvSpPr txBox="1"/>
          <p:nvPr/>
        </p:nvSpPr>
        <p:spPr>
          <a:xfrm>
            <a:off x="4251662" y="5700094"/>
            <a:ext cx="3325688" cy="452698"/>
          </a:xfrm>
          <a:prstGeom prst="rect">
            <a:avLst/>
          </a:prstGeom>
          <a:solidFill>
            <a:schemeClr val="accent6">
              <a:lumMod val="20000"/>
              <a:lumOff val="80000"/>
              <a:alpha val="83000"/>
            </a:schemeClr>
          </a:solidFill>
          <a:ln>
            <a:noFill/>
          </a:ln>
        </p:spPr>
        <p:txBody>
          <a:bodyPr wrap="square" lIns="18000" tIns="10800" rIns="18000" bIns="10800" rtlCol="0">
            <a:spAutoFit/>
          </a:bodyPr>
          <a:lstStyle/>
          <a:p>
            <a:pPr marL="0" lvl="1" algn="ctr"/>
            <a:r>
              <a:rPr lang="zh-CN" altLang="en-US" sz="2800" b="1" dirty="0">
                <a:latin typeface="+mn-ea"/>
                <a:sym typeface="+mn-ea"/>
              </a:rPr>
              <a:t>关键词一、实践问题</a:t>
            </a:r>
          </a:p>
        </p:txBody>
      </p:sp>
    </p:spTree>
    <p:extLst>
      <p:ext uri="{BB962C8B-B14F-4D97-AF65-F5344CB8AC3E}">
        <p14:creationId xmlns:p14="http://schemas.microsoft.com/office/powerpoint/2010/main" val="27103747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AF9C0A1-A41A-43DA-867A-C3BF8FB4EE4B}"/>
              </a:ext>
            </a:extLst>
          </p:cNvPr>
          <p:cNvSpPr/>
          <p:nvPr/>
        </p:nvSpPr>
        <p:spPr>
          <a:xfrm>
            <a:off x="449580" y="1277446"/>
            <a:ext cx="9936480" cy="3471143"/>
          </a:xfrm>
          <a:prstGeom prst="rect">
            <a:avLst/>
          </a:prstGeom>
        </p:spPr>
        <p:txBody>
          <a:bodyPr wrap="square">
            <a:spAutoFit/>
          </a:bodyPr>
          <a:lstStyle/>
          <a:p>
            <a:pPr indent="266700" algn="just">
              <a:lnSpc>
                <a:spcPct val="150000"/>
              </a:lnSpc>
              <a:spcAft>
                <a:spcPts val="0"/>
              </a:spcAft>
            </a:pPr>
            <a:r>
              <a:rPr lang="zh-CN" altLang="zh-CN" sz="2000" b="1" kern="100" dirty="0">
                <a:latin typeface="+mn-ea"/>
                <a:cs typeface="Arial" panose="020B0604020202020204" pitchFamily="34" charset="0"/>
              </a:rPr>
              <a:t>复杂工程问题</a:t>
            </a:r>
            <a:r>
              <a:rPr lang="zh-CN" altLang="en-US" sz="2000" b="1" kern="100" dirty="0">
                <a:latin typeface="+mn-ea"/>
                <a:cs typeface="Arial" panose="020B0604020202020204" pitchFamily="34" charset="0"/>
              </a:rPr>
              <a:t>：</a:t>
            </a:r>
            <a:endParaRPr lang="zh-CN" altLang="zh-CN" sz="2000" b="1" kern="100" dirty="0">
              <a:latin typeface="+mn-ea"/>
              <a:cs typeface="Times New Roman" panose="02020603050405020304" pitchFamily="18" charset="0"/>
            </a:endParaRPr>
          </a:p>
          <a:p>
            <a:pPr marL="800100" lvl="1" indent="-342900" algn="just">
              <a:lnSpc>
                <a:spcPct val="150000"/>
              </a:lnSpc>
              <a:buFont typeface="+mj-lt"/>
              <a:buAutoNum type="arabicPeriod"/>
            </a:pPr>
            <a:r>
              <a:rPr lang="zh-CN" altLang="zh-CN" sz="1600" kern="100" dirty="0">
                <a:latin typeface="+mn-ea"/>
                <a:cs typeface="Arial" panose="020B0604020202020204" pitchFamily="34" charset="0"/>
              </a:rPr>
              <a:t>必须有深入的工程知识才能解决；</a:t>
            </a:r>
            <a:endParaRPr lang="zh-CN" altLang="zh-CN" sz="1600" kern="100" dirty="0">
              <a:latin typeface="+mn-ea"/>
              <a:cs typeface="Times New Roman" panose="02020603050405020304" pitchFamily="18" charset="0"/>
            </a:endParaRPr>
          </a:p>
          <a:p>
            <a:pPr marL="800100" lvl="1" indent="-342900" algn="just">
              <a:lnSpc>
                <a:spcPct val="150000"/>
              </a:lnSpc>
              <a:buFont typeface="+mj-lt"/>
              <a:buAutoNum type="arabicPeriod"/>
            </a:pPr>
            <a:r>
              <a:rPr lang="zh-CN" altLang="zh-CN" sz="1600" kern="100" dirty="0">
                <a:latin typeface="+mn-ea"/>
                <a:cs typeface="Arial" panose="020B0604020202020204" pitchFamily="34" charset="0"/>
              </a:rPr>
              <a:t>涉及大范围的</a:t>
            </a:r>
            <a:r>
              <a:rPr lang="zh-CN" altLang="en-US" sz="1600" kern="100" dirty="0">
                <a:latin typeface="+mn-ea"/>
                <a:cs typeface="Arial" panose="020B0604020202020204" pitchFamily="34" charset="0"/>
              </a:rPr>
              <a:t>和</a:t>
            </a:r>
            <a:r>
              <a:rPr lang="en-US" altLang="zh-CN" sz="1600" kern="100" dirty="0">
                <a:latin typeface="+mn-ea"/>
                <a:cs typeface="Arial" panose="020B0604020202020204" pitchFamily="34" charset="0"/>
              </a:rPr>
              <a:t>/</a:t>
            </a:r>
            <a:r>
              <a:rPr lang="zh-CN" altLang="zh-CN" sz="1600" kern="100" dirty="0">
                <a:latin typeface="+mn-ea"/>
                <a:cs typeface="Arial" panose="020B0604020202020204" pitchFamily="34" charset="0"/>
              </a:rPr>
              <a:t>或有冲突的技术、工程和其他问题；</a:t>
            </a:r>
            <a:endParaRPr lang="zh-CN" altLang="zh-CN" sz="1600" kern="100" dirty="0">
              <a:latin typeface="+mn-ea"/>
              <a:cs typeface="Times New Roman" panose="02020603050405020304" pitchFamily="18" charset="0"/>
            </a:endParaRPr>
          </a:p>
          <a:p>
            <a:pPr marL="800100" lvl="1" indent="-342900" algn="just">
              <a:lnSpc>
                <a:spcPct val="150000"/>
              </a:lnSpc>
              <a:buFont typeface="+mj-lt"/>
              <a:buAutoNum type="arabicPeriod"/>
            </a:pPr>
            <a:r>
              <a:rPr lang="zh-CN" altLang="zh-CN" sz="1600" kern="100" dirty="0">
                <a:highlight>
                  <a:srgbClr val="FF0000"/>
                </a:highlight>
                <a:latin typeface="+mn-ea"/>
                <a:cs typeface="Arial" panose="020B0604020202020204" pitchFamily="34" charset="0"/>
              </a:rPr>
              <a:t>没有明显的解决方案</a:t>
            </a:r>
            <a:r>
              <a:rPr lang="zh-CN" altLang="zh-CN" sz="1600" kern="100" dirty="0">
                <a:latin typeface="+mn-ea"/>
                <a:cs typeface="Arial" panose="020B0604020202020204" pitchFamily="34" charset="0"/>
              </a:rPr>
              <a:t>，需要抽象思维</a:t>
            </a:r>
            <a:r>
              <a:rPr lang="zh-CN" altLang="en-US" sz="1600" kern="100" dirty="0">
                <a:latin typeface="+mn-ea"/>
                <a:cs typeface="Arial" panose="020B0604020202020204" pitchFamily="34" charset="0"/>
              </a:rPr>
              <a:t>、创造性</a:t>
            </a:r>
            <a:r>
              <a:rPr lang="zh-CN" altLang="zh-CN" sz="1600" kern="100" dirty="0">
                <a:latin typeface="+mn-ea"/>
                <a:cs typeface="Arial" panose="020B0604020202020204" pitchFamily="34" charset="0"/>
              </a:rPr>
              <a:t>及原创分析以</a:t>
            </a:r>
            <a:r>
              <a:rPr lang="zh-CN" altLang="en-US" sz="1600" kern="100" dirty="0">
                <a:latin typeface="+mn-ea"/>
                <a:cs typeface="Arial" panose="020B0604020202020204" pitchFamily="34" charset="0"/>
              </a:rPr>
              <a:t>构建</a:t>
            </a:r>
            <a:r>
              <a:rPr lang="zh-CN" altLang="zh-CN" sz="1600" kern="100" dirty="0">
                <a:latin typeface="+mn-ea"/>
                <a:cs typeface="Arial" panose="020B0604020202020204" pitchFamily="34" charset="0"/>
              </a:rPr>
              <a:t>合适的模型；</a:t>
            </a:r>
            <a:endParaRPr lang="zh-CN" altLang="zh-CN" sz="1600" kern="100" dirty="0">
              <a:latin typeface="+mn-ea"/>
              <a:cs typeface="Times New Roman" panose="02020603050405020304" pitchFamily="18" charset="0"/>
            </a:endParaRPr>
          </a:p>
          <a:p>
            <a:pPr marL="800100" lvl="1" indent="-342900" algn="just">
              <a:lnSpc>
                <a:spcPct val="150000"/>
              </a:lnSpc>
              <a:buFont typeface="+mj-lt"/>
              <a:buAutoNum type="arabicPeriod"/>
            </a:pPr>
            <a:r>
              <a:rPr lang="zh-CN" altLang="zh-CN" sz="1600" kern="100" dirty="0">
                <a:latin typeface="+mn-ea"/>
                <a:cs typeface="Arial" panose="020B0604020202020204" pitchFamily="34" charset="0"/>
              </a:rPr>
              <a:t>涉及</a:t>
            </a:r>
            <a:r>
              <a:rPr lang="zh-CN" altLang="zh-CN" sz="1600" kern="100" dirty="0">
                <a:highlight>
                  <a:srgbClr val="FF0000"/>
                </a:highlight>
                <a:latin typeface="+mn-ea"/>
                <a:cs typeface="Arial" panose="020B0604020202020204" pitchFamily="34" charset="0"/>
              </a:rPr>
              <a:t>不太常见</a:t>
            </a:r>
            <a:r>
              <a:rPr lang="zh-CN" altLang="zh-CN" sz="1600" kern="100" dirty="0">
                <a:latin typeface="+mn-ea"/>
                <a:cs typeface="Arial" panose="020B0604020202020204" pitchFamily="34" charset="0"/>
              </a:rPr>
              <a:t>的问题</a:t>
            </a:r>
            <a:r>
              <a:rPr lang="zh-CN" altLang="en-US" sz="1600" kern="100" dirty="0">
                <a:latin typeface="+mn-ea"/>
                <a:cs typeface="Arial" panose="020B0604020202020204" pitchFamily="34" charset="0"/>
              </a:rPr>
              <a:t>或新问题</a:t>
            </a:r>
            <a:r>
              <a:rPr lang="zh-CN" altLang="zh-CN" sz="1600" kern="100" dirty="0">
                <a:latin typeface="+mn-ea"/>
                <a:cs typeface="Arial" panose="020B0604020202020204" pitchFamily="34" charset="0"/>
              </a:rPr>
              <a:t>；</a:t>
            </a:r>
            <a:endParaRPr lang="zh-CN" altLang="zh-CN" sz="1600" kern="100" dirty="0">
              <a:latin typeface="+mn-ea"/>
              <a:cs typeface="Times New Roman" panose="02020603050405020304" pitchFamily="18" charset="0"/>
            </a:endParaRPr>
          </a:p>
          <a:p>
            <a:pPr marL="800100" lvl="1" indent="-342900" algn="just">
              <a:lnSpc>
                <a:spcPct val="150000"/>
              </a:lnSpc>
              <a:buFont typeface="+mj-lt"/>
              <a:buAutoNum type="arabicPeriod"/>
            </a:pPr>
            <a:r>
              <a:rPr lang="zh-CN" altLang="en-US" sz="1600" kern="100" dirty="0">
                <a:latin typeface="+mn-ea"/>
                <a:cs typeface="Arial" panose="020B0604020202020204" pitchFamily="34" charset="0"/>
              </a:rPr>
              <a:t>涉及</a:t>
            </a:r>
            <a:r>
              <a:rPr lang="zh-CN" altLang="zh-CN" sz="1600" kern="100" dirty="0">
                <a:latin typeface="+mn-ea"/>
                <a:cs typeface="Arial" panose="020B0604020202020204" pitchFamily="34" charset="0"/>
              </a:rPr>
              <a:t>专业工程实践标准和规范涵盖范围之外的问题；</a:t>
            </a:r>
            <a:endParaRPr lang="zh-CN" altLang="zh-CN" sz="1600" kern="100" dirty="0">
              <a:latin typeface="+mn-ea"/>
              <a:cs typeface="Times New Roman" panose="02020603050405020304" pitchFamily="18" charset="0"/>
            </a:endParaRPr>
          </a:p>
          <a:p>
            <a:pPr marL="800100" lvl="1" indent="-342900" algn="just">
              <a:lnSpc>
                <a:spcPct val="150000"/>
              </a:lnSpc>
              <a:buFont typeface="+mj-lt"/>
              <a:buAutoNum type="arabicPeriod"/>
            </a:pPr>
            <a:r>
              <a:rPr lang="zh-CN" altLang="zh-CN" sz="1600" kern="100" dirty="0">
                <a:latin typeface="+mn-ea"/>
                <a:cs typeface="Arial" panose="020B0604020202020204" pitchFamily="34" charset="0"/>
              </a:rPr>
              <a:t>涉及</a:t>
            </a:r>
            <a:r>
              <a:rPr lang="zh-CN" altLang="en-US" sz="1600" kern="100" dirty="0">
                <a:latin typeface="+mn-ea"/>
                <a:cs typeface="Arial" panose="020B0604020202020204" pitchFamily="34" charset="0"/>
              </a:rPr>
              <a:t>跨专业学科、其他领域和</a:t>
            </a:r>
            <a:r>
              <a:rPr lang="en-US" altLang="zh-CN" sz="1600" kern="100" dirty="0">
                <a:latin typeface="+mn-ea"/>
                <a:cs typeface="Arial" panose="020B0604020202020204" pitchFamily="34" charset="0"/>
              </a:rPr>
              <a:t>/</a:t>
            </a:r>
            <a:r>
              <a:rPr lang="zh-CN" altLang="en-US" sz="1600" kern="100" dirty="0">
                <a:latin typeface="+mn-ea"/>
                <a:cs typeface="Arial" panose="020B0604020202020204" pitchFamily="34" charset="0"/>
              </a:rPr>
              <a:t>或</a:t>
            </a:r>
            <a:r>
              <a:rPr lang="zh-CN" altLang="zh-CN" sz="1600" kern="100" dirty="0">
                <a:latin typeface="+mn-ea"/>
                <a:cs typeface="Arial" panose="020B0604020202020204" pitchFamily="34" charset="0"/>
              </a:rPr>
              <a:t>多种不同的利益相关者群体</a:t>
            </a:r>
            <a:r>
              <a:rPr lang="zh-CN" altLang="en-US" sz="1600" kern="100" dirty="0">
                <a:latin typeface="+mn-ea"/>
                <a:cs typeface="Arial" panose="020B0604020202020204" pitchFamily="34" charset="0"/>
              </a:rPr>
              <a:t>协作</a:t>
            </a:r>
            <a:r>
              <a:rPr lang="zh-CN" altLang="zh-CN" sz="1600" kern="100" dirty="0">
                <a:latin typeface="+mn-ea"/>
                <a:cs typeface="Arial" panose="020B0604020202020204" pitchFamily="34" charset="0"/>
              </a:rPr>
              <a:t>，</a:t>
            </a:r>
            <a:r>
              <a:rPr lang="zh-CN" altLang="en-US" sz="1600" kern="100" dirty="0">
                <a:latin typeface="+mn-ea"/>
                <a:cs typeface="Arial" panose="020B0604020202020204" pitchFamily="34" charset="0"/>
              </a:rPr>
              <a:t>群体</a:t>
            </a:r>
            <a:r>
              <a:rPr lang="zh-CN" altLang="zh-CN" sz="1600" kern="100" dirty="0">
                <a:latin typeface="+mn-ea"/>
                <a:cs typeface="Arial" panose="020B0604020202020204" pitchFamily="34" charset="0"/>
              </a:rPr>
              <a:t>具有广泛变化的需求；</a:t>
            </a:r>
            <a:endParaRPr lang="zh-CN" altLang="zh-CN" sz="1600" kern="100" dirty="0">
              <a:latin typeface="+mn-ea"/>
              <a:cs typeface="Times New Roman" panose="02020603050405020304" pitchFamily="18" charset="0"/>
            </a:endParaRPr>
          </a:p>
          <a:p>
            <a:pPr marL="800100" lvl="1" indent="-342900" algn="just">
              <a:lnSpc>
                <a:spcPct val="150000"/>
              </a:lnSpc>
              <a:buFont typeface="+mj-lt"/>
              <a:buAutoNum type="arabicPeriod"/>
            </a:pPr>
            <a:r>
              <a:rPr lang="zh-CN" altLang="en-US" sz="1600" kern="100" dirty="0">
                <a:latin typeface="+mn-ea"/>
                <a:cs typeface="Arial" panose="020B0604020202020204" pitchFamily="34" charset="0"/>
              </a:rPr>
              <a:t>应对</a:t>
            </a:r>
            <a:r>
              <a:rPr lang="zh-CN" altLang="zh-CN" sz="1600" kern="100" dirty="0">
                <a:latin typeface="+mn-ea"/>
                <a:cs typeface="Arial" panose="020B0604020202020204" pitchFamily="34" charset="0"/>
              </a:rPr>
              <a:t>包含许多组成部分或子问题</a:t>
            </a:r>
            <a:r>
              <a:rPr lang="zh-CN" altLang="en-US" sz="1600" kern="100" dirty="0">
                <a:latin typeface="+mn-ea"/>
                <a:cs typeface="Arial" panose="020B0604020202020204" pitchFamily="34" charset="0"/>
              </a:rPr>
              <a:t>，并需要系统方法的高层级问题</a:t>
            </a:r>
            <a:r>
              <a:rPr lang="zh-CN" altLang="zh-CN" sz="1600" kern="100" dirty="0">
                <a:latin typeface="+mn-ea"/>
                <a:cs typeface="Arial" panose="020B0604020202020204" pitchFamily="34" charset="0"/>
              </a:rPr>
              <a:t>。</a:t>
            </a:r>
            <a:endParaRPr lang="zh-CN" altLang="zh-CN" sz="1600" kern="100" dirty="0">
              <a:latin typeface="+mn-ea"/>
              <a:cs typeface="Times New Roman" panose="02020603050405020304" pitchFamily="18" charset="0"/>
            </a:endParaRPr>
          </a:p>
          <a:p>
            <a:pPr marL="800100" lvl="1" indent="-342900" algn="just">
              <a:lnSpc>
                <a:spcPct val="150000"/>
              </a:lnSpc>
              <a:buFont typeface="+mj-lt"/>
              <a:buAutoNum type="arabicPeriod"/>
            </a:pPr>
            <a:endParaRPr lang="zh-CN" altLang="zh-CN" sz="1600" kern="100" dirty="0">
              <a:latin typeface="+mn-ea"/>
              <a:cs typeface="Times New Roman" panose="02020603050405020304" pitchFamily="18" charset="0"/>
            </a:endParaRPr>
          </a:p>
        </p:txBody>
      </p:sp>
      <p:sp>
        <p:nvSpPr>
          <p:cNvPr id="3" name="矩形 2">
            <a:extLst>
              <a:ext uri="{FF2B5EF4-FFF2-40B4-BE49-F238E27FC236}">
                <a16:creationId xmlns:a16="http://schemas.microsoft.com/office/drawing/2014/main" id="{C10B50B9-5FC1-4804-8643-6533D0277A00}"/>
              </a:ext>
            </a:extLst>
          </p:cNvPr>
          <p:cNvSpPr/>
          <p:nvPr/>
        </p:nvSpPr>
        <p:spPr>
          <a:xfrm>
            <a:off x="646613" y="5880854"/>
            <a:ext cx="1620957" cy="338554"/>
          </a:xfrm>
          <a:prstGeom prst="rect">
            <a:avLst/>
          </a:prstGeom>
        </p:spPr>
        <p:txBody>
          <a:bodyPr wrap="none">
            <a:spAutoFit/>
          </a:bodyPr>
          <a:lstStyle/>
          <a:p>
            <a:r>
              <a:rPr lang="zh-CN" altLang="zh-CN" sz="1600" kern="100" dirty="0">
                <a:latin typeface="+mn-ea"/>
                <a:cs typeface="Arial" panose="020B0604020202020204" pitchFamily="34" charset="0"/>
              </a:rPr>
              <a:t>《华盛顿协议》</a:t>
            </a:r>
            <a:endParaRPr lang="zh-CN" altLang="en-US" sz="1600" dirty="0">
              <a:latin typeface="+mn-ea"/>
            </a:endParaRPr>
          </a:p>
        </p:txBody>
      </p:sp>
      <p:sp>
        <p:nvSpPr>
          <p:cNvPr id="4" name="矩形 3">
            <a:extLst>
              <a:ext uri="{FF2B5EF4-FFF2-40B4-BE49-F238E27FC236}">
                <a16:creationId xmlns:a16="http://schemas.microsoft.com/office/drawing/2014/main" id="{A8C67A3E-88B9-4289-9449-F33C54472327}"/>
              </a:ext>
            </a:extLst>
          </p:cNvPr>
          <p:cNvSpPr/>
          <p:nvPr/>
        </p:nvSpPr>
        <p:spPr>
          <a:xfrm>
            <a:off x="1689805" y="435660"/>
            <a:ext cx="4286452" cy="549381"/>
          </a:xfrm>
          <a:prstGeom prst="rect">
            <a:avLst/>
          </a:prstGeom>
        </p:spPr>
        <p:txBody>
          <a:bodyPr wrap="square">
            <a:spAutoFit/>
          </a:bodyPr>
          <a:lstStyle/>
          <a:p>
            <a:pPr>
              <a:lnSpc>
                <a:spcPct val="90000"/>
              </a:lnSpc>
              <a:spcBef>
                <a:spcPct val="0"/>
              </a:spcBef>
            </a:pPr>
            <a:r>
              <a:rPr lang="zh-CN" altLang="en-US" sz="3300" dirty="0">
                <a:latin typeface="+mj-ea"/>
                <a:ea typeface="+mj-ea"/>
                <a:cs typeface="+mj-cs"/>
              </a:rPr>
              <a:t>复杂工程问题</a:t>
            </a:r>
          </a:p>
        </p:txBody>
      </p:sp>
    </p:spTree>
    <p:extLst>
      <p:ext uri="{BB962C8B-B14F-4D97-AF65-F5344CB8AC3E}">
        <p14:creationId xmlns:p14="http://schemas.microsoft.com/office/powerpoint/2010/main" val="6940076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等腰三角形 9"/>
          <p:cNvSpPr/>
          <p:nvPr/>
        </p:nvSpPr>
        <p:spPr>
          <a:xfrm>
            <a:off x="3837170" y="2489279"/>
            <a:ext cx="3456384" cy="2304256"/>
          </a:xfrm>
          <a:prstGeom prst="triangle">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1" name="TextBox 10"/>
          <p:cNvSpPr txBox="1"/>
          <p:nvPr/>
        </p:nvSpPr>
        <p:spPr>
          <a:xfrm>
            <a:off x="3715789" y="1565530"/>
            <a:ext cx="3937805" cy="892552"/>
          </a:xfrm>
          <a:prstGeom prst="rect">
            <a:avLst/>
          </a:prstGeom>
          <a:noFill/>
        </p:spPr>
        <p:txBody>
          <a:bodyPr wrap="square" rtlCol="0">
            <a:spAutoFit/>
          </a:bodyPr>
          <a:lstStyle/>
          <a:p>
            <a:r>
              <a:rPr lang="zh-CN" altLang="zh-CN" sz="2800" b="1" dirty="0">
                <a:solidFill>
                  <a:srgbClr val="FF0000"/>
                </a:solidFill>
                <a:latin typeface="+mj-ea"/>
                <a:ea typeface="+mj-ea"/>
              </a:rPr>
              <a:t>艺术性</a:t>
            </a:r>
            <a:r>
              <a:rPr lang="zh-CN" altLang="en-US" sz="2800" dirty="0">
                <a:latin typeface="+mj-ea"/>
                <a:ea typeface="+mj-ea"/>
              </a:rPr>
              <a:t>：</a:t>
            </a:r>
            <a:r>
              <a:rPr lang="zh-CN" altLang="zh-CN" sz="2400" dirty="0">
                <a:latin typeface="+mj-ea"/>
                <a:ea typeface="+mj-ea"/>
              </a:rPr>
              <a:t>基于创造性的思维和想象进行系统综合</a:t>
            </a:r>
            <a:endParaRPr lang="zh-CN" altLang="en-US" sz="2400" dirty="0">
              <a:latin typeface="+mj-ea"/>
              <a:ea typeface="+mj-ea"/>
            </a:endParaRPr>
          </a:p>
        </p:txBody>
      </p:sp>
      <p:sp>
        <p:nvSpPr>
          <p:cNvPr id="12" name="TextBox 11"/>
          <p:cNvSpPr txBox="1"/>
          <p:nvPr/>
        </p:nvSpPr>
        <p:spPr>
          <a:xfrm>
            <a:off x="7005521" y="4859200"/>
            <a:ext cx="3842587" cy="892552"/>
          </a:xfrm>
          <a:prstGeom prst="rect">
            <a:avLst/>
          </a:prstGeom>
          <a:noFill/>
        </p:spPr>
        <p:txBody>
          <a:bodyPr wrap="square" rtlCol="0">
            <a:spAutoFit/>
          </a:bodyPr>
          <a:lstStyle/>
          <a:p>
            <a:r>
              <a:rPr lang="zh-CN" altLang="zh-CN" sz="2800" b="1" dirty="0">
                <a:solidFill>
                  <a:srgbClr val="FF0000"/>
                </a:solidFill>
                <a:latin typeface="+mj-ea"/>
                <a:ea typeface="+mj-ea"/>
              </a:rPr>
              <a:t>科学性</a:t>
            </a:r>
            <a:r>
              <a:rPr lang="zh-CN" altLang="en-US" sz="2000" dirty="0">
                <a:latin typeface="+mj-ea"/>
                <a:ea typeface="+mj-ea"/>
              </a:rPr>
              <a:t>：</a:t>
            </a:r>
            <a:r>
              <a:rPr lang="zh-CN" altLang="zh-CN" sz="2400" dirty="0">
                <a:latin typeface="+mj-ea"/>
                <a:ea typeface="+mj-ea"/>
              </a:rPr>
              <a:t>强调分析性，寻求客观规律及机理</a:t>
            </a:r>
          </a:p>
        </p:txBody>
      </p:sp>
      <p:sp>
        <p:nvSpPr>
          <p:cNvPr id="13" name="TextBox 12"/>
          <p:cNvSpPr txBox="1"/>
          <p:nvPr/>
        </p:nvSpPr>
        <p:spPr>
          <a:xfrm>
            <a:off x="990710" y="4849517"/>
            <a:ext cx="4214612" cy="892552"/>
          </a:xfrm>
          <a:prstGeom prst="rect">
            <a:avLst/>
          </a:prstGeom>
          <a:noFill/>
        </p:spPr>
        <p:txBody>
          <a:bodyPr wrap="square" rtlCol="0">
            <a:spAutoFit/>
          </a:bodyPr>
          <a:lstStyle/>
          <a:p>
            <a:r>
              <a:rPr lang="zh-CN" altLang="zh-CN" sz="2800" b="1" dirty="0">
                <a:solidFill>
                  <a:srgbClr val="FF0000"/>
                </a:solidFill>
                <a:latin typeface="+mj-ea"/>
                <a:ea typeface="+mj-ea"/>
              </a:rPr>
              <a:t>工艺性</a:t>
            </a:r>
            <a:r>
              <a:rPr lang="zh-CN" altLang="en-US" sz="2800" dirty="0">
                <a:latin typeface="+mj-ea"/>
                <a:ea typeface="+mj-ea"/>
              </a:rPr>
              <a:t>：</a:t>
            </a:r>
            <a:r>
              <a:rPr lang="zh-CN" altLang="zh-CN" sz="2400" dirty="0">
                <a:latin typeface="+mj-ea"/>
                <a:ea typeface="+mj-ea"/>
              </a:rPr>
              <a:t>注重实践经验，强调迭代性的决策与动态学习</a:t>
            </a:r>
          </a:p>
        </p:txBody>
      </p:sp>
      <p:sp>
        <p:nvSpPr>
          <p:cNvPr id="3" name="矩形 2"/>
          <p:cNvSpPr/>
          <p:nvPr/>
        </p:nvSpPr>
        <p:spPr>
          <a:xfrm>
            <a:off x="9579769" y="6186749"/>
            <a:ext cx="2087366" cy="369332"/>
          </a:xfrm>
          <a:prstGeom prst="rect">
            <a:avLst/>
          </a:prstGeom>
        </p:spPr>
        <p:txBody>
          <a:bodyPr wrap="none">
            <a:spAutoFit/>
          </a:bodyPr>
          <a:lstStyle/>
          <a:p>
            <a:r>
              <a:rPr lang="en-US" altLang="zh-CN" dirty="0" err="1">
                <a:latin typeface="微软雅黑" panose="020B0503020204020204" pitchFamily="34" charset="-122"/>
                <a:ea typeface="微软雅黑" panose="020B0503020204020204" pitchFamily="34" charset="-122"/>
              </a:rPr>
              <a:t>Mintzberg</a:t>
            </a:r>
            <a:r>
              <a:rPr lang="en-US" altLang="zh-CN" dirty="0">
                <a:latin typeface="微软雅黑" panose="020B0503020204020204" pitchFamily="34" charset="-122"/>
                <a:ea typeface="微软雅黑" panose="020B0503020204020204" pitchFamily="34" charset="-122"/>
              </a:rPr>
              <a:t> (2004)</a:t>
            </a:r>
            <a:endParaRPr lang="zh-CN" altLang="en-US" dirty="0">
              <a:latin typeface="微软雅黑" panose="020B0503020204020204" pitchFamily="34" charset="-122"/>
              <a:ea typeface="微软雅黑" panose="020B0503020204020204" pitchFamily="34" charset="-122"/>
            </a:endParaRPr>
          </a:p>
        </p:txBody>
      </p:sp>
      <p:sp>
        <p:nvSpPr>
          <p:cNvPr id="14" name="内容占位符 2"/>
          <p:cNvSpPr txBox="1">
            <a:spLocks/>
          </p:cNvSpPr>
          <p:nvPr/>
        </p:nvSpPr>
        <p:spPr>
          <a:xfrm>
            <a:off x="8085602" y="2578521"/>
            <a:ext cx="2988334" cy="720080"/>
          </a:xfrm>
          <a:prstGeom prst="rect">
            <a:avLst/>
          </a:prstGeom>
          <a:solidFill>
            <a:schemeClr val="accent6">
              <a:lumMod val="40000"/>
              <a:lumOff val="60000"/>
            </a:schemeClr>
          </a:solidFill>
          <a:ln w="38100">
            <a:solidFill>
              <a:schemeClr val="accent6"/>
            </a:solidFill>
          </a:ln>
        </p:spPr>
        <p:txBody>
          <a:bodyPr vert="horz" lIns="91440" tIns="45720" rIns="91440" bIns="45720" rtlCol="0">
            <a:normAutofit fontScale="47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spcBef>
                <a:spcPts val="0"/>
              </a:spcBef>
              <a:buNone/>
            </a:pPr>
            <a:r>
              <a:rPr lang="zh-CN" altLang="en-US" sz="8000" b="1" dirty="0">
                <a:latin typeface="+mj-ea"/>
                <a:ea typeface="+mj-ea"/>
              </a:rPr>
              <a:t>管理是实践</a:t>
            </a:r>
          </a:p>
        </p:txBody>
      </p:sp>
      <p:sp>
        <p:nvSpPr>
          <p:cNvPr id="9" name="标题 1">
            <a:extLst>
              <a:ext uri="{FF2B5EF4-FFF2-40B4-BE49-F238E27FC236}">
                <a16:creationId xmlns:a16="http://schemas.microsoft.com/office/drawing/2014/main" id="{9E3680DE-BA0E-4E0B-865E-7A3D0C84249E}"/>
              </a:ext>
            </a:extLst>
          </p:cNvPr>
          <p:cNvSpPr txBox="1">
            <a:spLocks noChangeArrowheads="1"/>
          </p:cNvSpPr>
          <p:nvPr/>
        </p:nvSpPr>
        <p:spPr>
          <a:xfrm>
            <a:off x="1748938" y="418034"/>
            <a:ext cx="9567603" cy="54624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工程管理设计的必要性：管理活动研究的基本特征</a:t>
            </a:r>
          </a:p>
          <a:p>
            <a:endParaRPr lang="zh-CN" altLang="en-US" sz="3300" dirty="0">
              <a:latin typeface="+mn-ea"/>
              <a:ea typeface="+mn-ea"/>
            </a:endParaRPr>
          </a:p>
        </p:txBody>
      </p:sp>
      <p:sp>
        <p:nvSpPr>
          <p:cNvPr id="15" name="文本框 14">
            <a:extLst>
              <a:ext uri="{FF2B5EF4-FFF2-40B4-BE49-F238E27FC236}">
                <a16:creationId xmlns:a16="http://schemas.microsoft.com/office/drawing/2014/main" id="{B9F12BBE-32EB-4865-B64A-7180D7A9B22C}"/>
              </a:ext>
            </a:extLst>
          </p:cNvPr>
          <p:cNvSpPr txBox="1"/>
          <p:nvPr/>
        </p:nvSpPr>
        <p:spPr>
          <a:xfrm>
            <a:off x="3837170" y="6092189"/>
            <a:ext cx="2896139" cy="452698"/>
          </a:xfrm>
          <a:prstGeom prst="rect">
            <a:avLst/>
          </a:prstGeom>
          <a:solidFill>
            <a:schemeClr val="accent6">
              <a:lumMod val="20000"/>
              <a:lumOff val="80000"/>
              <a:alpha val="83000"/>
            </a:schemeClr>
          </a:solidFill>
          <a:ln>
            <a:noFill/>
          </a:ln>
        </p:spPr>
        <p:txBody>
          <a:bodyPr wrap="square" lIns="18000" tIns="10800" rIns="18000" bIns="10800" rtlCol="0">
            <a:spAutoFit/>
          </a:bodyPr>
          <a:lstStyle/>
          <a:p>
            <a:pPr marL="0" lvl="1"/>
            <a:r>
              <a:rPr lang="zh-CN" altLang="en-US" sz="2800" b="1" dirty="0">
                <a:latin typeface="+mn-ea"/>
                <a:sym typeface="+mn-ea"/>
              </a:rPr>
              <a:t>关键词二、设计</a:t>
            </a:r>
          </a:p>
        </p:txBody>
      </p:sp>
    </p:spTree>
    <p:extLst>
      <p:ext uri="{BB962C8B-B14F-4D97-AF65-F5344CB8AC3E}">
        <p14:creationId xmlns:p14="http://schemas.microsoft.com/office/powerpoint/2010/main" val="31655010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id="{9E3680DE-BA0E-4E0B-865E-7A3D0C84249E}"/>
              </a:ext>
            </a:extLst>
          </p:cNvPr>
          <p:cNvSpPr txBox="1">
            <a:spLocks noChangeArrowheads="1"/>
          </p:cNvSpPr>
          <p:nvPr/>
        </p:nvSpPr>
        <p:spPr>
          <a:xfrm>
            <a:off x="1748938" y="418034"/>
            <a:ext cx="9567603" cy="54624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工程管理设计的必要性：管理活动的复杂性</a:t>
            </a:r>
          </a:p>
          <a:p>
            <a:endParaRPr lang="zh-CN" altLang="en-US" sz="3300" dirty="0">
              <a:latin typeface="+mn-ea"/>
              <a:ea typeface="+mn-ea"/>
            </a:endParaRPr>
          </a:p>
        </p:txBody>
      </p:sp>
      <p:sp>
        <p:nvSpPr>
          <p:cNvPr id="15" name="内容占位符 2">
            <a:extLst>
              <a:ext uri="{FF2B5EF4-FFF2-40B4-BE49-F238E27FC236}">
                <a16:creationId xmlns:a16="http://schemas.microsoft.com/office/drawing/2014/main" id="{B2A6196D-942D-4D82-8414-28396E2E1E73}"/>
              </a:ext>
            </a:extLst>
          </p:cNvPr>
          <p:cNvSpPr txBox="1">
            <a:spLocks/>
          </p:cNvSpPr>
          <p:nvPr/>
        </p:nvSpPr>
        <p:spPr>
          <a:xfrm>
            <a:off x="343741" y="1252913"/>
            <a:ext cx="10972800" cy="4997152"/>
          </a:xfrm>
          <a:prstGeom prst="rect">
            <a:avLst/>
          </a:prstGeom>
          <a:ln>
            <a:noFill/>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zh-CN" sz="2200" b="1" dirty="0">
                <a:latin typeface="+mj-ea"/>
                <a:ea typeface="+mj-ea"/>
              </a:rPr>
              <a:t>管理活动是面向</a:t>
            </a:r>
            <a:r>
              <a:rPr lang="zh-CN" altLang="zh-CN" sz="2200" b="1" dirty="0">
                <a:solidFill>
                  <a:srgbClr val="FF0000"/>
                </a:solidFill>
                <a:latin typeface="+mj-ea"/>
                <a:ea typeface="+mj-ea"/>
              </a:rPr>
              <a:t>未来</a:t>
            </a:r>
            <a:r>
              <a:rPr lang="zh-CN" altLang="zh-CN" sz="2200" b="1" dirty="0">
                <a:latin typeface="+mj-ea"/>
                <a:ea typeface="+mj-ea"/>
              </a:rPr>
              <a:t>、且新颖的活动</a:t>
            </a:r>
          </a:p>
          <a:p>
            <a:pPr lvl="1">
              <a:lnSpc>
                <a:spcPct val="100000"/>
              </a:lnSpc>
              <a:spcBef>
                <a:spcPts val="1000"/>
              </a:spcBef>
            </a:pPr>
            <a:r>
              <a:rPr lang="zh-CN" altLang="en-US" sz="2200" dirty="0">
                <a:latin typeface="+mj-ea"/>
                <a:ea typeface="+mj-ea"/>
              </a:rPr>
              <a:t>解释性</a:t>
            </a:r>
            <a:r>
              <a:rPr lang="zh-CN" altLang="zh-CN" sz="2200" dirty="0">
                <a:latin typeface="+mj-ea"/>
                <a:ea typeface="+mj-ea"/>
              </a:rPr>
              <a:t>思维依赖已</a:t>
            </a:r>
            <a:r>
              <a:rPr lang="zh-CN" altLang="en-US" sz="2200" dirty="0">
                <a:latin typeface="+mj-ea"/>
                <a:ea typeface="+mj-ea"/>
              </a:rPr>
              <a:t>有</a:t>
            </a:r>
            <a:r>
              <a:rPr lang="zh-CN" altLang="zh-CN" sz="2200" dirty="0">
                <a:latin typeface="+mj-ea"/>
                <a:ea typeface="+mj-ea"/>
              </a:rPr>
              <a:t>知识，以及手头拥有的数据进行分析</a:t>
            </a:r>
            <a:endParaRPr lang="en-US" altLang="zh-CN" sz="2200" dirty="0">
              <a:latin typeface="+mj-ea"/>
              <a:ea typeface="+mj-ea"/>
            </a:endParaRPr>
          </a:p>
          <a:p>
            <a:pPr lvl="1">
              <a:lnSpc>
                <a:spcPct val="100000"/>
              </a:lnSpc>
              <a:spcBef>
                <a:spcPts val="1000"/>
              </a:spcBef>
            </a:pPr>
            <a:r>
              <a:rPr lang="zh-CN" altLang="en-US" sz="2200" dirty="0">
                <a:latin typeface="+mj-ea"/>
                <a:ea typeface="+mj-ea"/>
              </a:rPr>
              <a:t>难以</a:t>
            </a:r>
            <a:r>
              <a:rPr lang="zh-CN" altLang="zh-CN" sz="2200" dirty="0">
                <a:latin typeface="+mj-ea"/>
                <a:ea typeface="+mj-ea"/>
              </a:rPr>
              <a:t>适应面向未来，以具有一定程度新颖性的管理活动</a:t>
            </a:r>
          </a:p>
          <a:p>
            <a:pPr>
              <a:lnSpc>
                <a:spcPct val="100000"/>
              </a:lnSpc>
            </a:pPr>
            <a:r>
              <a:rPr lang="zh-CN" altLang="zh-CN" sz="2200" b="1" dirty="0">
                <a:latin typeface="+mj-ea"/>
                <a:ea typeface="+mj-ea"/>
              </a:rPr>
              <a:t>管理环境的</a:t>
            </a:r>
            <a:r>
              <a:rPr lang="zh-CN" altLang="zh-CN" sz="2200" b="1" dirty="0">
                <a:solidFill>
                  <a:srgbClr val="FF0000"/>
                </a:solidFill>
                <a:latin typeface="+mj-ea"/>
                <a:ea typeface="+mj-ea"/>
              </a:rPr>
              <a:t>复杂多变</a:t>
            </a:r>
          </a:p>
          <a:p>
            <a:pPr lvl="1">
              <a:lnSpc>
                <a:spcPct val="100000"/>
              </a:lnSpc>
              <a:spcBef>
                <a:spcPts val="1000"/>
              </a:spcBef>
            </a:pPr>
            <a:r>
              <a:rPr lang="zh-CN" altLang="en-US" sz="2200" dirty="0">
                <a:latin typeface="+mj-ea"/>
                <a:ea typeface="+mj-ea"/>
              </a:rPr>
              <a:t>解释性</a:t>
            </a:r>
            <a:r>
              <a:rPr lang="zh-CN" altLang="zh-CN" sz="2200" dirty="0">
                <a:latin typeface="+mj-ea"/>
                <a:ea typeface="+mj-ea"/>
              </a:rPr>
              <a:t>思维的假设之一是现实情况是容易进行分析和定义</a:t>
            </a:r>
            <a:endParaRPr lang="en-US" altLang="zh-CN" sz="2200" dirty="0">
              <a:latin typeface="+mj-ea"/>
              <a:ea typeface="+mj-ea"/>
            </a:endParaRPr>
          </a:p>
          <a:p>
            <a:pPr lvl="1">
              <a:lnSpc>
                <a:spcPct val="100000"/>
              </a:lnSpc>
              <a:spcBef>
                <a:spcPts val="1000"/>
              </a:spcBef>
            </a:pPr>
            <a:r>
              <a:rPr lang="zh-CN" altLang="zh-CN" sz="2200" dirty="0">
                <a:latin typeface="+mj-ea"/>
                <a:ea typeface="+mj-ea"/>
              </a:rPr>
              <a:t>但现实是，管理环境往往是混乱，缺乏充分定义</a:t>
            </a:r>
          </a:p>
          <a:p>
            <a:pPr>
              <a:lnSpc>
                <a:spcPct val="100000"/>
              </a:lnSpc>
            </a:pPr>
            <a:r>
              <a:rPr lang="zh-CN" altLang="zh-CN" sz="2200" b="1" dirty="0">
                <a:latin typeface="+mj-ea"/>
                <a:ea typeface="+mj-ea"/>
              </a:rPr>
              <a:t>管理活动设计需要</a:t>
            </a:r>
            <a:r>
              <a:rPr lang="zh-CN" altLang="zh-CN" sz="2200" b="1" dirty="0">
                <a:solidFill>
                  <a:srgbClr val="FF0000"/>
                </a:solidFill>
                <a:latin typeface="+mj-ea"/>
                <a:ea typeface="+mj-ea"/>
              </a:rPr>
              <a:t>系统集成思维</a:t>
            </a:r>
          </a:p>
          <a:p>
            <a:pPr lvl="1">
              <a:lnSpc>
                <a:spcPct val="100000"/>
              </a:lnSpc>
              <a:spcBef>
                <a:spcPts val="1000"/>
              </a:spcBef>
            </a:pPr>
            <a:r>
              <a:rPr lang="zh-CN" altLang="zh-CN" sz="2200" dirty="0">
                <a:latin typeface="+mj-ea"/>
                <a:ea typeface="+mj-ea"/>
              </a:rPr>
              <a:t>管理者需关注的是全局性、系统层面问题</a:t>
            </a:r>
          </a:p>
          <a:p>
            <a:endParaRPr lang="zh-CN" altLang="en-US" dirty="0"/>
          </a:p>
        </p:txBody>
      </p:sp>
      <p:sp>
        <p:nvSpPr>
          <p:cNvPr id="4" name="文本框 3">
            <a:extLst>
              <a:ext uri="{FF2B5EF4-FFF2-40B4-BE49-F238E27FC236}">
                <a16:creationId xmlns:a16="http://schemas.microsoft.com/office/drawing/2014/main" id="{FC1516A2-8B6A-4E1F-8FCA-754B08747300}"/>
              </a:ext>
            </a:extLst>
          </p:cNvPr>
          <p:cNvSpPr txBox="1"/>
          <p:nvPr/>
        </p:nvSpPr>
        <p:spPr>
          <a:xfrm>
            <a:off x="3837170" y="6092189"/>
            <a:ext cx="2896139" cy="452698"/>
          </a:xfrm>
          <a:prstGeom prst="rect">
            <a:avLst/>
          </a:prstGeom>
          <a:solidFill>
            <a:schemeClr val="accent6">
              <a:lumMod val="20000"/>
              <a:lumOff val="80000"/>
              <a:alpha val="83000"/>
            </a:schemeClr>
          </a:solidFill>
          <a:ln>
            <a:noFill/>
          </a:ln>
        </p:spPr>
        <p:txBody>
          <a:bodyPr wrap="square" lIns="18000" tIns="10800" rIns="18000" bIns="10800" rtlCol="0">
            <a:spAutoFit/>
          </a:bodyPr>
          <a:lstStyle/>
          <a:p>
            <a:pPr marL="0" lvl="1"/>
            <a:r>
              <a:rPr lang="zh-CN" altLang="en-US" sz="2800" b="1" dirty="0">
                <a:latin typeface="+mn-ea"/>
                <a:sym typeface="+mn-ea"/>
              </a:rPr>
              <a:t>关键词二、设计</a:t>
            </a:r>
          </a:p>
        </p:txBody>
      </p:sp>
    </p:spTree>
    <p:extLst>
      <p:ext uri="{BB962C8B-B14F-4D97-AF65-F5344CB8AC3E}">
        <p14:creationId xmlns:p14="http://schemas.microsoft.com/office/powerpoint/2010/main" val="34581768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FAF5F0C-C111-483E-B00A-8FF846C4443B}"/>
              </a:ext>
            </a:extLst>
          </p:cNvPr>
          <p:cNvSpPr>
            <a:spLocks noGrp="1"/>
          </p:cNvSpPr>
          <p:nvPr>
            <p:ph idx="1"/>
          </p:nvPr>
        </p:nvSpPr>
        <p:spPr>
          <a:xfrm>
            <a:off x="838200" y="1825625"/>
            <a:ext cx="10210800" cy="4351338"/>
          </a:xfrm>
        </p:spPr>
        <p:txBody>
          <a:bodyPr>
            <a:normAutofit/>
          </a:bodyPr>
          <a:lstStyle/>
          <a:p>
            <a:pPr marL="0" indent="0">
              <a:buNone/>
            </a:pPr>
            <a:r>
              <a:rPr lang="zh-CN" altLang="en-US" sz="4400" dirty="0">
                <a:highlight>
                  <a:srgbClr val="FF0000"/>
                </a:highlight>
              </a:rPr>
              <a:t>第二个问题：</a:t>
            </a:r>
            <a:endParaRPr lang="en-US" altLang="zh-CN" sz="4400" dirty="0">
              <a:highlight>
                <a:srgbClr val="FF0000"/>
              </a:highlight>
            </a:endParaRPr>
          </a:p>
          <a:p>
            <a:pPr>
              <a:buFont typeface="Wingdings" panose="05000000000000000000" pitchFamily="2" charset="2"/>
              <a:buChar char="ü"/>
            </a:pPr>
            <a:r>
              <a:rPr lang="zh-CN" altLang="en-US" sz="4400" dirty="0"/>
              <a:t>如何在解决实践问题的同时，产生理论贡献？</a:t>
            </a:r>
          </a:p>
        </p:txBody>
      </p:sp>
    </p:spTree>
    <p:extLst>
      <p:ext uri="{BB962C8B-B14F-4D97-AF65-F5344CB8AC3E}">
        <p14:creationId xmlns:p14="http://schemas.microsoft.com/office/powerpoint/2010/main" val="27457279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图示 3">
            <a:extLst>
              <a:ext uri="{FF2B5EF4-FFF2-40B4-BE49-F238E27FC236}">
                <a16:creationId xmlns:a16="http://schemas.microsoft.com/office/drawing/2014/main" id="{B9502C9F-EDD9-4147-98B6-9166660CB2D4}"/>
              </a:ext>
            </a:extLst>
          </p:cNvPr>
          <p:cNvGraphicFramePr/>
          <p:nvPr>
            <p:extLst>
              <p:ext uri="{D42A27DB-BD31-4B8C-83A1-F6EECF244321}">
                <p14:modId xmlns:p14="http://schemas.microsoft.com/office/powerpoint/2010/main" val="2830722734"/>
              </p:ext>
            </p:extLst>
          </p:nvPr>
        </p:nvGraphicFramePr>
        <p:xfrm>
          <a:off x="453569" y="1393372"/>
          <a:ext cx="9833429" cy="365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标题 1">
            <a:extLst>
              <a:ext uri="{FF2B5EF4-FFF2-40B4-BE49-F238E27FC236}">
                <a16:creationId xmlns:a16="http://schemas.microsoft.com/office/drawing/2014/main" id="{73AFFB4F-84C9-4E1D-9942-CC6045F328A1}"/>
              </a:ext>
            </a:extLst>
          </p:cNvPr>
          <p:cNvSpPr txBox="1">
            <a:spLocks noChangeArrowheads="1"/>
          </p:cNvSpPr>
          <p:nvPr/>
        </p:nvSpPr>
        <p:spPr>
          <a:xfrm>
            <a:off x="1762743" y="49296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t>研究中的理论与理论贡献</a:t>
            </a:r>
            <a:endParaRPr lang="zh-CN" altLang="en-US" sz="3300" dirty="0">
              <a:latin typeface="+mn-ea"/>
              <a:ea typeface="+mn-ea"/>
            </a:endParaRPr>
          </a:p>
        </p:txBody>
      </p:sp>
      <p:sp>
        <p:nvSpPr>
          <p:cNvPr id="5" name="矩形 4">
            <a:extLst>
              <a:ext uri="{FF2B5EF4-FFF2-40B4-BE49-F238E27FC236}">
                <a16:creationId xmlns:a16="http://schemas.microsoft.com/office/drawing/2014/main" id="{FFF6CFEA-099B-4811-A67B-6D78135F13C8}"/>
              </a:ext>
            </a:extLst>
          </p:cNvPr>
          <p:cNvSpPr/>
          <p:nvPr/>
        </p:nvSpPr>
        <p:spPr>
          <a:xfrm>
            <a:off x="3755570" y="5164120"/>
            <a:ext cx="1411135" cy="6008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200" b="1" dirty="0">
                <a:solidFill>
                  <a:schemeClr val="tx1"/>
                </a:solidFill>
                <a:highlight>
                  <a:srgbClr val="FFFF00"/>
                </a:highlight>
              </a:rPr>
              <a:t>森林</a:t>
            </a:r>
            <a:endParaRPr lang="en-US" altLang="zh-CN" sz="3200" b="1" dirty="0">
              <a:solidFill>
                <a:schemeClr val="tx1"/>
              </a:solidFill>
              <a:highlight>
                <a:srgbClr val="FFFF00"/>
              </a:highlight>
            </a:endParaRPr>
          </a:p>
        </p:txBody>
      </p:sp>
      <p:sp>
        <p:nvSpPr>
          <p:cNvPr id="6" name="矩形 5">
            <a:extLst>
              <a:ext uri="{FF2B5EF4-FFF2-40B4-BE49-F238E27FC236}">
                <a16:creationId xmlns:a16="http://schemas.microsoft.com/office/drawing/2014/main" id="{5CC11C17-C4E0-4726-A789-9FF7421DCF52}"/>
              </a:ext>
            </a:extLst>
          </p:cNvPr>
          <p:cNvSpPr/>
          <p:nvPr/>
        </p:nvSpPr>
        <p:spPr>
          <a:xfrm>
            <a:off x="5943599" y="5221270"/>
            <a:ext cx="1411135" cy="6008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200" b="1" dirty="0">
                <a:solidFill>
                  <a:schemeClr val="tx1"/>
                </a:solidFill>
                <a:highlight>
                  <a:srgbClr val="FFFF00"/>
                </a:highlight>
              </a:rPr>
              <a:t>树</a:t>
            </a:r>
            <a:endParaRPr lang="en-US" altLang="zh-CN" sz="3200" b="1" dirty="0">
              <a:solidFill>
                <a:schemeClr val="tx1"/>
              </a:solidFill>
              <a:highlight>
                <a:srgbClr val="FFFF00"/>
              </a:highlight>
            </a:endParaRPr>
          </a:p>
        </p:txBody>
      </p:sp>
    </p:spTree>
    <p:extLst>
      <p:ext uri="{BB962C8B-B14F-4D97-AF65-F5344CB8AC3E}">
        <p14:creationId xmlns:p14="http://schemas.microsoft.com/office/powerpoint/2010/main" val="37704901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46AA43E8-4EC6-43BA-AA4D-615A1586A298}"/>
              </a:ext>
            </a:extLst>
          </p:cNvPr>
          <p:cNvGraphicFramePr>
            <a:graphicFrameLocks noChangeAspect="1"/>
          </p:cNvGraphicFramePr>
          <p:nvPr>
            <p:extLst>
              <p:ext uri="{D42A27DB-BD31-4B8C-83A1-F6EECF244321}">
                <p14:modId xmlns:p14="http://schemas.microsoft.com/office/powerpoint/2010/main" val="73203599"/>
              </p:ext>
            </p:extLst>
          </p:nvPr>
        </p:nvGraphicFramePr>
        <p:xfrm>
          <a:off x="2094214" y="2077437"/>
          <a:ext cx="6291943" cy="3201889"/>
        </p:xfrm>
        <a:graphic>
          <a:graphicData uri="http://schemas.openxmlformats.org/presentationml/2006/ole">
            <mc:AlternateContent xmlns:mc="http://schemas.openxmlformats.org/markup-compatibility/2006">
              <mc:Choice xmlns:v="urn:schemas-microsoft-com:vml" Requires="v">
                <p:oleObj spid="_x0000_s1026" name="Visio" r:id="rId3" imgW="2607185" imgH="1333585" progId="Visio.Drawing.15">
                  <p:embed/>
                </p:oleObj>
              </mc:Choice>
              <mc:Fallback>
                <p:oleObj name="Visio" r:id="rId3" imgW="2607185" imgH="1333585" progId="Visio.Drawing.15">
                  <p:embed/>
                  <p:pic>
                    <p:nvPicPr>
                      <p:cNvPr id="2" name="对象 1">
                        <a:extLst>
                          <a:ext uri="{FF2B5EF4-FFF2-40B4-BE49-F238E27FC236}">
                            <a16:creationId xmlns:a16="http://schemas.microsoft.com/office/drawing/2014/main" id="{46AA43E8-4EC6-43BA-AA4D-615A1586A2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4214" y="2077437"/>
                        <a:ext cx="6291943" cy="3201889"/>
                      </a:xfrm>
                      <a:prstGeom prst="rect">
                        <a:avLst/>
                      </a:prstGeom>
                      <a:noFill/>
                    </p:spPr>
                  </p:pic>
                </p:oleObj>
              </mc:Fallback>
            </mc:AlternateContent>
          </a:graphicData>
        </a:graphic>
      </p:graphicFrame>
      <p:sp>
        <p:nvSpPr>
          <p:cNvPr id="3" name="矩形 2">
            <a:extLst>
              <a:ext uri="{FF2B5EF4-FFF2-40B4-BE49-F238E27FC236}">
                <a16:creationId xmlns:a16="http://schemas.microsoft.com/office/drawing/2014/main" id="{E8D32F0F-BD4F-4B21-96DD-FE20AE71E746}"/>
              </a:ext>
            </a:extLst>
          </p:cNvPr>
          <p:cNvSpPr/>
          <p:nvPr/>
        </p:nvSpPr>
        <p:spPr>
          <a:xfrm>
            <a:off x="8288186" y="3295205"/>
            <a:ext cx="2503714" cy="6008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200" b="1" dirty="0">
                <a:solidFill>
                  <a:schemeClr val="tx1"/>
                </a:solidFill>
                <a:highlight>
                  <a:srgbClr val="FFFF00"/>
                </a:highlight>
              </a:rPr>
              <a:t>考虑特殊性</a:t>
            </a:r>
            <a:endParaRPr lang="en-US" altLang="zh-CN" sz="3200" b="1" dirty="0">
              <a:solidFill>
                <a:schemeClr val="tx1"/>
              </a:solidFill>
              <a:highlight>
                <a:srgbClr val="FFFF00"/>
              </a:highlight>
            </a:endParaRPr>
          </a:p>
        </p:txBody>
      </p:sp>
      <p:sp>
        <p:nvSpPr>
          <p:cNvPr id="4" name="矩形 3">
            <a:extLst>
              <a:ext uri="{FF2B5EF4-FFF2-40B4-BE49-F238E27FC236}">
                <a16:creationId xmlns:a16="http://schemas.microsoft.com/office/drawing/2014/main" id="{001A903F-DF6A-45D6-825A-BDB80433F9FF}"/>
              </a:ext>
            </a:extLst>
          </p:cNvPr>
          <p:cNvSpPr/>
          <p:nvPr/>
        </p:nvSpPr>
        <p:spPr>
          <a:xfrm>
            <a:off x="1027415" y="3377935"/>
            <a:ext cx="2503714" cy="6008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200" b="1" dirty="0">
                <a:solidFill>
                  <a:schemeClr val="tx1"/>
                </a:solidFill>
                <a:highlight>
                  <a:srgbClr val="FFFF00"/>
                </a:highlight>
              </a:rPr>
              <a:t>考虑一般性</a:t>
            </a:r>
            <a:endParaRPr lang="en-US" altLang="zh-CN" sz="3200" b="1" dirty="0">
              <a:solidFill>
                <a:schemeClr val="tx1"/>
              </a:solidFill>
              <a:highlight>
                <a:srgbClr val="FFFF00"/>
              </a:highlight>
            </a:endParaRPr>
          </a:p>
        </p:txBody>
      </p:sp>
      <p:sp>
        <p:nvSpPr>
          <p:cNvPr id="5" name="标题 1">
            <a:extLst>
              <a:ext uri="{FF2B5EF4-FFF2-40B4-BE49-F238E27FC236}">
                <a16:creationId xmlns:a16="http://schemas.microsoft.com/office/drawing/2014/main" id="{4990DC83-2B36-4B0E-BAC1-8D8A959DEEA9}"/>
              </a:ext>
            </a:extLst>
          </p:cNvPr>
          <p:cNvSpPr txBox="1">
            <a:spLocks noChangeArrowheads="1"/>
          </p:cNvSpPr>
          <p:nvPr/>
        </p:nvSpPr>
        <p:spPr>
          <a:xfrm>
            <a:off x="436155" y="1183781"/>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latin typeface="+mj-ea"/>
              </a:rPr>
              <a:t>实践问题</a:t>
            </a:r>
            <a:r>
              <a:rPr lang="en-US" altLang="zh-CN" sz="2800" b="1" dirty="0">
                <a:latin typeface="+mj-ea"/>
                <a:sym typeface="Wingdings" panose="05000000000000000000" pitchFamily="2" charset="2"/>
              </a:rPr>
              <a:t></a:t>
            </a:r>
            <a:r>
              <a:rPr lang="zh-CN" altLang="en-US" sz="2800" b="1" dirty="0">
                <a:latin typeface="+mj-ea"/>
                <a:sym typeface="Wingdings" panose="05000000000000000000" pitchFamily="2" charset="2"/>
              </a:rPr>
              <a:t>一类理论问题</a:t>
            </a:r>
            <a:endParaRPr lang="zh-CN" altLang="en-US" sz="2800" b="1" dirty="0">
              <a:latin typeface="+mj-ea"/>
            </a:endParaRPr>
          </a:p>
        </p:txBody>
      </p:sp>
      <p:sp>
        <p:nvSpPr>
          <p:cNvPr id="7" name="标题 1">
            <a:extLst>
              <a:ext uri="{FF2B5EF4-FFF2-40B4-BE49-F238E27FC236}">
                <a16:creationId xmlns:a16="http://schemas.microsoft.com/office/drawing/2014/main" id="{F4B22DE8-5854-4159-AECD-B35234AE65E4}"/>
              </a:ext>
            </a:extLst>
          </p:cNvPr>
          <p:cNvSpPr txBox="1">
            <a:spLocks noChangeArrowheads="1"/>
          </p:cNvSpPr>
          <p:nvPr/>
        </p:nvSpPr>
        <p:spPr>
          <a:xfrm>
            <a:off x="1762743" y="49296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t>关键：实践问题的理论化</a:t>
            </a:r>
            <a:endParaRPr lang="zh-CN" altLang="en-US" sz="3300" dirty="0"/>
          </a:p>
          <a:p>
            <a:endParaRPr lang="zh-CN" altLang="en-US" sz="3300" dirty="0">
              <a:latin typeface="+mn-ea"/>
              <a:ea typeface="+mn-ea"/>
            </a:endParaRPr>
          </a:p>
        </p:txBody>
      </p:sp>
    </p:spTree>
    <p:extLst>
      <p:ext uri="{BB962C8B-B14F-4D97-AF65-F5344CB8AC3E}">
        <p14:creationId xmlns:p14="http://schemas.microsoft.com/office/powerpoint/2010/main" val="15146999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a:extLst>
              <a:ext uri="{FF2B5EF4-FFF2-40B4-BE49-F238E27FC236}">
                <a16:creationId xmlns:a16="http://schemas.microsoft.com/office/drawing/2014/main" id="{F7608C8A-02C2-4316-B85B-D68EC1E54075}"/>
              </a:ext>
            </a:extLst>
          </p:cNvPr>
          <p:cNvGraphicFramePr>
            <a:graphicFrameLocks noChangeAspect="1"/>
          </p:cNvGraphicFramePr>
          <p:nvPr/>
        </p:nvGraphicFramePr>
        <p:xfrm>
          <a:off x="2695749" y="2216200"/>
          <a:ext cx="4854633" cy="4284374"/>
        </p:xfrm>
        <a:graphic>
          <a:graphicData uri="http://schemas.openxmlformats.org/presentationml/2006/ole">
            <mc:AlternateContent xmlns:mc="http://schemas.openxmlformats.org/markup-compatibility/2006">
              <mc:Choice xmlns:v="urn:schemas-microsoft-com:vml" Requires="v">
                <p:oleObj spid="_x0000_s2050" name="Visio" r:id="rId3" imgW="3064346" imgH="2852083" progId="Visio.Drawing.15">
                  <p:embed/>
                </p:oleObj>
              </mc:Choice>
              <mc:Fallback>
                <p:oleObj name="Visio" r:id="rId3" imgW="3064346" imgH="2852083" progId="Visio.Drawing.15">
                  <p:embed/>
                  <p:pic>
                    <p:nvPicPr>
                      <p:cNvPr id="5" name="对象 4">
                        <a:extLst>
                          <a:ext uri="{FF2B5EF4-FFF2-40B4-BE49-F238E27FC236}">
                            <a16:creationId xmlns:a16="http://schemas.microsoft.com/office/drawing/2014/main" id="{F7608C8A-02C2-4316-B85B-D68EC1E540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5749" y="2216200"/>
                        <a:ext cx="4854633" cy="4284374"/>
                      </a:xfrm>
                      <a:prstGeom prst="rect">
                        <a:avLst/>
                      </a:prstGeom>
                      <a:noFill/>
                    </p:spPr>
                  </p:pic>
                </p:oleObj>
              </mc:Fallback>
            </mc:AlternateContent>
          </a:graphicData>
        </a:graphic>
      </p:graphicFrame>
      <p:sp>
        <p:nvSpPr>
          <p:cNvPr id="6" name="矩形 5">
            <a:extLst>
              <a:ext uri="{FF2B5EF4-FFF2-40B4-BE49-F238E27FC236}">
                <a16:creationId xmlns:a16="http://schemas.microsoft.com/office/drawing/2014/main" id="{35DFD62C-6388-4747-AF79-2A188AA71737}"/>
              </a:ext>
            </a:extLst>
          </p:cNvPr>
          <p:cNvSpPr/>
          <p:nvPr/>
        </p:nvSpPr>
        <p:spPr>
          <a:xfrm>
            <a:off x="829739" y="3274789"/>
            <a:ext cx="1866009" cy="465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相关的理论基础</a:t>
            </a:r>
            <a:endParaRPr lang="zh-CN" altLang="en-US" dirty="0"/>
          </a:p>
        </p:txBody>
      </p:sp>
      <p:sp>
        <p:nvSpPr>
          <p:cNvPr id="7" name="矩形 6">
            <a:extLst>
              <a:ext uri="{FF2B5EF4-FFF2-40B4-BE49-F238E27FC236}">
                <a16:creationId xmlns:a16="http://schemas.microsoft.com/office/drawing/2014/main" id="{A85E5336-F595-4016-8FD3-40BFCD383EA9}"/>
              </a:ext>
            </a:extLst>
          </p:cNvPr>
          <p:cNvSpPr/>
          <p:nvPr/>
        </p:nvSpPr>
        <p:spPr>
          <a:xfrm>
            <a:off x="7550382" y="2743200"/>
            <a:ext cx="3211583" cy="179876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rPr>
              <a:t>实践问题</a:t>
            </a:r>
            <a:endParaRPr lang="en-US" altLang="zh-CN" sz="1600" dirty="0">
              <a:solidFill>
                <a:schemeClr val="tx1"/>
              </a:solidFill>
            </a:endParaRPr>
          </a:p>
          <a:p>
            <a:pPr marL="0" lvl="2">
              <a:lnSpc>
                <a:spcPct val="110000"/>
              </a:lnSpc>
            </a:pPr>
            <a:r>
              <a:rPr lang="zh-CN" altLang="en-US" sz="1600" dirty="0">
                <a:solidFill>
                  <a:schemeClr val="tx1"/>
                </a:solidFill>
              </a:rPr>
              <a:t>示例：咨询服务考核的问题：</a:t>
            </a:r>
            <a:endParaRPr lang="en-US" altLang="zh-CN" sz="1600" dirty="0">
              <a:solidFill>
                <a:schemeClr val="tx1"/>
              </a:solidFill>
            </a:endParaRPr>
          </a:p>
          <a:p>
            <a:pPr marL="285750" lvl="2" indent="-285750">
              <a:lnSpc>
                <a:spcPct val="110000"/>
              </a:lnSpc>
              <a:buFont typeface="Arial" panose="020B0604020202020204" pitchFamily="34" charset="0"/>
              <a:buChar char="•"/>
            </a:pPr>
            <a:r>
              <a:rPr lang="zh-CN" altLang="en-US" sz="1600" dirty="0">
                <a:solidFill>
                  <a:schemeClr val="tx1"/>
                </a:solidFill>
              </a:rPr>
              <a:t>考核组织方面</a:t>
            </a:r>
            <a:endParaRPr lang="en-US" altLang="zh-CN" sz="1600" dirty="0">
              <a:solidFill>
                <a:schemeClr val="tx1"/>
              </a:solidFill>
            </a:endParaRPr>
          </a:p>
          <a:p>
            <a:pPr marL="285750" lvl="2" indent="-285750">
              <a:lnSpc>
                <a:spcPct val="110000"/>
              </a:lnSpc>
              <a:buFont typeface="Arial" panose="020B0604020202020204" pitchFamily="34" charset="0"/>
              <a:buChar char="•"/>
            </a:pPr>
            <a:r>
              <a:rPr lang="zh-CN" altLang="en-US" sz="1600" dirty="0">
                <a:solidFill>
                  <a:schemeClr val="tx1"/>
                </a:solidFill>
              </a:rPr>
              <a:t>考核流程方面</a:t>
            </a:r>
            <a:endParaRPr lang="en-US" altLang="zh-CN" sz="1600" dirty="0">
              <a:solidFill>
                <a:schemeClr val="tx1"/>
              </a:solidFill>
            </a:endParaRPr>
          </a:p>
          <a:p>
            <a:pPr marL="285750" lvl="2" indent="-285750">
              <a:lnSpc>
                <a:spcPct val="110000"/>
              </a:lnSpc>
              <a:buFont typeface="Arial" panose="020B0604020202020204" pitchFamily="34" charset="0"/>
              <a:buChar char="•"/>
            </a:pPr>
            <a:r>
              <a:rPr lang="zh-CN" altLang="en-US" sz="1600" dirty="0">
                <a:solidFill>
                  <a:schemeClr val="tx1"/>
                </a:solidFill>
              </a:rPr>
              <a:t>考核指标方面</a:t>
            </a:r>
            <a:endParaRPr lang="en-US" altLang="zh-CN" sz="1600" dirty="0">
              <a:solidFill>
                <a:schemeClr val="tx1"/>
              </a:solidFill>
            </a:endParaRPr>
          </a:p>
          <a:p>
            <a:pPr marL="285750" lvl="2" indent="-285750">
              <a:lnSpc>
                <a:spcPct val="110000"/>
              </a:lnSpc>
              <a:buFont typeface="Arial" panose="020B0604020202020204" pitchFamily="34" charset="0"/>
              <a:buChar char="•"/>
            </a:pPr>
            <a:r>
              <a:rPr lang="zh-CN" altLang="en-US" sz="1600" dirty="0">
                <a:solidFill>
                  <a:schemeClr val="tx1"/>
                </a:solidFill>
              </a:rPr>
              <a:t>考核奖惩等</a:t>
            </a:r>
            <a:endParaRPr lang="en-US" altLang="zh-CN" sz="1600" dirty="0">
              <a:solidFill>
                <a:schemeClr val="tx1"/>
              </a:solidFill>
            </a:endParaRPr>
          </a:p>
        </p:txBody>
      </p:sp>
      <p:sp>
        <p:nvSpPr>
          <p:cNvPr id="9" name="标题 1">
            <a:extLst>
              <a:ext uri="{FF2B5EF4-FFF2-40B4-BE49-F238E27FC236}">
                <a16:creationId xmlns:a16="http://schemas.microsoft.com/office/drawing/2014/main" id="{2BBDF954-0378-4720-B2BB-81033C38B004}"/>
              </a:ext>
            </a:extLst>
          </p:cNvPr>
          <p:cNvSpPr txBox="1">
            <a:spLocks noChangeArrowheads="1"/>
          </p:cNvSpPr>
          <p:nvPr/>
        </p:nvSpPr>
        <p:spPr>
          <a:xfrm>
            <a:off x="1762743" y="49296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t>关键：实践问题的理论化</a:t>
            </a:r>
            <a:endParaRPr lang="zh-CN" altLang="en-US" sz="3300" dirty="0"/>
          </a:p>
          <a:p>
            <a:endParaRPr lang="zh-CN" altLang="en-US" sz="3300" dirty="0">
              <a:latin typeface="+mn-ea"/>
              <a:ea typeface="+mn-ea"/>
            </a:endParaRPr>
          </a:p>
        </p:txBody>
      </p:sp>
      <p:sp>
        <p:nvSpPr>
          <p:cNvPr id="10" name="标题 1">
            <a:extLst>
              <a:ext uri="{FF2B5EF4-FFF2-40B4-BE49-F238E27FC236}">
                <a16:creationId xmlns:a16="http://schemas.microsoft.com/office/drawing/2014/main" id="{63E18242-70B9-4900-907E-C67F9ED093D8}"/>
              </a:ext>
            </a:extLst>
          </p:cNvPr>
          <p:cNvSpPr txBox="1">
            <a:spLocks noChangeArrowheads="1"/>
          </p:cNvSpPr>
          <p:nvPr/>
        </p:nvSpPr>
        <p:spPr>
          <a:xfrm>
            <a:off x="447041" y="1212356"/>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latin typeface="+mj-ea"/>
              </a:rPr>
              <a:t>实践问题</a:t>
            </a:r>
            <a:r>
              <a:rPr lang="en-US" altLang="zh-CN" sz="2800" b="1" dirty="0">
                <a:latin typeface="+mj-ea"/>
                <a:sym typeface="Wingdings" panose="05000000000000000000" pitchFamily="2" charset="2"/>
              </a:rPr>
              <a:t></a:t>
            </a:r>
            <a:r>
              <a:rPr lang="zh-CN" altLang="en-US" sz="2800" b="1" dirty="0">
                <a:latin typeface="+mj-ea"/>
                <a:sym typeface="Wingdings" panose="05000000000000000000" pitchFamily="2" charset="2"/>
              </a:rPr>
              <a:t>一类理论问题</a:t>
            </a:r>
            <a:endParaRPr lang="zh-CN" altLang="en-US" sz="2800" b="1" dirty="0">
              <a:latin typeface="+mj-ea"/>
            </a:endParaRPr>
          </a:p>
        </p:txBody>
      </p:sp>
    </p:spTree>
    <p:extLst>
      <p:ext uri="{BB962C8B-B14F-4D97-AF65-F5344CB8AC3E}">
        <p14:creationId xmlns:p14="http://schemas.microsoft.com/office/powerpoint/2010/main" val="35567052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FAF5F0C-C111-483E-B00A-8FF846C4443B}"/>
              </a:ext>
            </a:extLst>
          </p:cNvPr>
          <p:cNvSpPr>
            <a:spLocks noGrp="1"/>
          </p:cNvSpPr>
          <p:nvPr>
            <p:ph idx="1"/>
          </p:nvPr>
        </p:nvSpPr>
        <p:spPr>
          <a:xfrm>
            <a:off x="838200" y="1654629"/>
            <a:ext cx="10210800" cy="2547257"/>
          </a:xfrm>
          <a:ln>
            <a:solidFill>
              <a:schemeClr val="accent1"/>
            </a:solidFill>
          </a:ln>
        </p:spPr>
        <p:txBody>
          <a:bodyPr>
            <a:normAutofit/>
          </a:bodyPr>
          <a:lstStyle/>
          <a:p>
            <a:pPr marL="0" indent="0">
              <a:buNone/>
            </a:pPr>
            <a:r>
              <a:rPr lang="zh-CN" altLang="en-US" sz="3600" dirty="0">
                <a:highlight>
                  <a:srgbClr val="FF0000"/>
                </a:highlight>
              </a:rPr>
              <a:t>第一个问题：</a:t>
            </a:r>
            <a:endParaRPr lang="en-US" altLang="zh-CN" sz="3600" dirty="0">
              <a:highlight>
                <a:srgbClr val="FF0000"/>
              </a:highlight>
            </a:endParaRPr>
          </a:p>
          <a:p>
            <a:pPr>
              <a:buFont typeface="Wingdings" panose="05000000000000000000" pitchFamily="2" charset="2"/>
              <a:buChar char="ü"/>
            </a:pPr>
            <a:r>
              <a:rPr lang="zh-CN" altLang="en-US" sz="3200" dirty="0"/>
              <a:t>如何通过学位论文研究促进实践问题解决？</a:t>
            </a:r>
          </a:p>
          <a:p>
            <a:pPr marL="0" indent="0">
              <a:buNone/>
            </a:pPr>
            <a:r>
              <a:rPr lang="zh-CN" altLang="en-US" sz="3600" dirty="0">
                <a:highlight>
                  <a:srgbClr val="FF0000"/>
                </a:highlight>
              </a:rPr>
              <a:t>第二个问题：</a:t>
            </a:r>
            <a:endParaRPr lang="en-US" altLang="zh-CN" sz="3600" dirty="0">
              <a:highlight>
                <a:srgbClr val="FF0000"/>
              </a:highlight>
            </a:endParaRPr>
          </a:p>
          <a:p>
            <a:pPr>
              <a:buFont typeface="Wingdings" panose="05000000000000000000" pitchFamily="2" charset="2"/>
              <a:buChar char="ü"/>
            </a:pPr>
            <a:r>
              <a:rPr lang="zh-CN" altLang="en-US" sz="3200" dirty="0"/>
              <a:t>如何在解决实践问题的同时，有理论贡献？</a:t>
            </a:r>
          </a:p>
        </p:txBody>
      </p:sp>
      <p:sp>
        <p:nvSpPr>
          <p:cNvPr id="4" name="文本框 3">
            <a:extLst>
              <a:ext uri="{FF2B5EF4-FFF2-40B4-BE49-F238E27FC236}">
                <a16:creationId xmlns:a16="http://schemas.microsoft.com/office/drawing/2014/main" id="{3E0D6588-09A2-4E3F-A14D-09D604565182}"/>
              </a:ext>
            </a:extLst>
          </p:cNvPr>
          <p:cNvSpPr txBox="1"/>
          <p:nvPr/>
        </p:nvSpPr>
        <p:spPr>
          <a:xfrm>
            <a:off x="3590427" y="5483833"/>
            <a:ext cx="4544830" cy="575809"/>
          </a:xfrm>
          <a:prstGeom prst="rect">
            <a:avLst/>
          </a:prstGeom>
          <a:solidFill>
            <a:schemeClr val="accent6">
              <a:lumMod val="20000"/>
              <a:lumOff val="80000"/>
              <a:alpha val="83000"/>
            </a:schemeClr>
          </a:solidFill>
          <a:ln>
            <a:noFill/>
          </a:ln>
        </p:spPr>
        <p:txBody>
          <a:bodyPr wrap="square" lIns="18000" tIns="10800" rIns="18000" bIns="10800" rtlCol="0">
            <a:spAutoFit/>
          </a:bodyPr>
          <a:lstStyle/>
          <a:p>
            <a:pPr marL="0" lvl="1" algn="ctr"/>
            <a:r>
              <a:rPr lang="zh-CN" altLang="en-US" sz="3600" b="1" dirty="0">
                <a:latin typeface="+mn-ea"/>
                <a:sym typeface="+mn-ea"/>
              </a:rPr>
              <a:t>工程管理设计研究</a:t>
            </a:r>
            <a:r>
              <a:rPr lang="zh-CN" altLang="en-US" sz="3600" dirty="0">
                <a:solidFill>
                  <a:srgbClr val="FF0000"/>
                </a:solidFill>
              </a:rPr>
              <a:t>？</a:t>
            </a:r>
            <a:endParaRPr lang="zh-CN" altLang="en-US" sz="3600" b="1" dirty="0">
              <a:latin typeface="+mn-ea"/>
              <a:sym typeface="+mn-ea"/>
            </a:endParaRPr>
          </a:p>
        </p:txBody>
      </p:sp>
      <p:sp>
        <p:nvSpPr>
          <p:cNvPr id="6" name="虚尾箭头 13">
            <a:extLst>
              <a:ext uri="{FF2B5EF4-FFF2-40B4-BE49-F238E27FC236}">
                <a16:creationId xmlns:a16="http://schemas.microsoft.com/office/drawing/2014/main" id="{F836DEE2-39A3-46EB-8B21-31A00652B2FF}"/>
              </a:ext>
            </a:extLst>
          </p:cNvPr>
          <p:cNvSpPr/>
          <p:nvPr/>
        </p:nvSpPr>
        <p:spPr>
          <a:xfrm rot="5400000">
            <a:off x="5196971" y="4773057"/>
            <a:ext cx="613945" cy="427510"/>
          </a:xfrm>
          <a:prstGeom prst="stripedRightArrow">
            <a:avLst/>
          </a:prstGeom>
          <a:gradFill>
            <a:gsLst>
              <a:gs pos="0">
                <a:schemeClr val="accent4">
                  <a:lumMod val="20000"/>
                  <a:lumOff val="8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3185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mn-ea"/>
            </a:endParaRPr>
          </a:p>
        </p:txBody>
      </p:sp>
    </p:spTree>
    <p:extLst>
      <p:ext uri="{BB962C8B-B14F-4D97-AF65-F5344CB8AC3E}">
        <p14:creationId xmlns:p14="http://schemas.microsoft.com/office/powerpoint/2010/main" val="31937713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extLst>
              <a:ext uri="{FF2B5EF4-FFF2-40B4-BE49-F238E27FC236}">
                <a16:creationId xmlns:a16="http://schemas.microsoft.com/office/drawing/2014/main" id="{0BED8D74-7BC2-4E0A-B9D1-0804D833C0D0}"/>
              </a:ext>
            </a:extLst>
          </p:cNvPr>
          <p:cNvGraphicFramePr>
            <a:graphicFrameLocks noChangeAspect="1"/>
          </p:cNvGraphicFramePr>
          <p:nvPr>
            <p:extLst>
              <p:ext uri="{D42A27DB-BD31-4B8C-83A1-F6EECF244321}">
                <p14:modId xmlns:p14="http://schemas.microsoft.com/office/powerpoint/2010/main" val="3013506018"/>
              </p:ext>
            </p:extLst>
          </p:nvPr>
        </p:nvGraphicFramePr>
        <p:xfrm>
          <a:off x="2368135" y="1060744"/>
          <a:ext cx="3864429" cy="5328557"/>
        </p:xfrm>
        <a:graphic>
          <a:graphicData uri="http://schemas.openxmlformats.org/presentationml/2006/ole">
            <mc:AlternateContent xmlns:mc="http://schemas.openxmlformats.org/markup-compatibility/2006">
              <mc:Choice xmlns:v="urn:schemas-microsoft-com:vml" Requires="v">
                <p:oleObj spid="_x0000_s3074" name="Visio" r:id="rId3" imgW="2111730" imgH="3265793" progId="Visio.Drawing.15">
                  <p:embed/>
                </p:oleObj>
              </mc:Choice>
              <mc:Fallback>
                <p:oleObj name="Visio" r:id="rId3" imgW="2111730" imgH="3265793" progId="Visio.Drawing.15">
                  <p:embed/>
                  <p:pic>
                    <p:nvPicPr>
                      <p:cNvPr id="3" name="对象 2">
                        <a:extLst>
                          <a:ext uri="{FF2B5EF4-FFF2-40B4-BE49-F238E27FC236}">
                            <a16:creationId xmlns:a16="http://schemas.microsoft.com/office/drawing/2014/main" id="{0BED8D74-7BC2-4E0A-B9D1-0804D833C0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8135" y="1060744"/>
                        <a:ext cx="3864429" cy="5328557"/>
                      </a:xfrm>
                      <a:prstGeom prst="rect">
                        <a:avLst/>
                      </a:prstGeom>
                      <a:noFill/>
                    </p:spPr>
                  </p:pic>
                </p:oleObj>
              </mc:Fallback>
            </mc:AlternateContent>
          </a:graphicData>
        </a:graphic>
      </p:graphicFrame>
      <p:sp>
        <p:nvSpPr>
          <p:cNvPr id="4" name="标题 1">
            <a:extLst>
              <a:ext uri="{FF2B5EF4-FFF2-40B4-BE49-F238E27FC236}">
                <a16:creationId xmlns:a16="http://schemas.microsoft.com/office/drawing/2014/main" id="{128A7C94-F099-4A0A-AF19-917F61C033B3}"/>
              </a:ext>
            </a:extLst>
          </p:cNvPr>
          <p:cNvSpPr txBox="1">
            <a:spLocks noChangeArrowheads="1"/>
          </p:cNvSpPr>
          <p:nvPr/>
        </p:nvSpPr>
        <p:spPr>
          <a:xfrm>
            <a:off x="1748939" y="41803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工程管理设计研究的三个步骤</a:t>
            </a:r>
          </a:p>
        </p:txBody>
      </p:sp>
      <p:sp>
        <p:nvSpPr>
          <p:cNvPr id="5" name="文本框 4">
            <a:extLst>
              <a:ext uri="{FF2B5EF4-FFF2-40B4-BE49-F238E27FC236}">
                <a16:creationId xmlns:a16="http://schemas.microsoft.com/office/drawing/2014/main" id="{9A45DB6E-3B1F-4697-BC5C-F5D6B248819E}"/>
              </a:ext>
            </a:extLst>
          </p:cNvPr>
          <p:cNvSpPr txBox="1"/>
          <p:nvPr/>
        </p:nvSpPr>
        <p:spPr>
          <a:xfrm>
            <a:off x="6897582" y="3210769"/>
            <a:ext cx="4544830" cy="514253"/>
          </a:xfrm>
          <a:prstGeom prst="rect">
            <a:avLst/>
          </a:prstGeom>
          <a:solidFill>
            <a:schemeClr val="accent6">
              <a:lumMod val="20000"/>
              <a:lumOff val="80000"/>
              <a:alpha val="83000"/>
            </a:schemeClr>
          </a:solidFill>
          <a:ln>
            <a:noFill/>
          </a:ln>
        </p:spPr>
        <p:txBody>
          <a:bodyPr wrap="square" lIns="18000" tIns="10800" rIns="18000" bIns="10800" rtlCol="0">
            <a:spAutoFit/>
          </a:bodyPr>
          <a:lstStyle/>
          <a:p>
            <a:pPr marL="0" lvl="1" algn="ctr"/>
            <a:r>
              <a:rPr lang="zh-CN" altLang="en-US" sz="3200" b="1" dirty="0">
                <a:latin typeface="+mn-ea"/>
                <a:sym typeface="+mn-ea"/>
              </a:rPr>
              <a:t>工程管理设计研究</a:t>
            </a:r>
          </a:p>
        </p:txBody>
      </p:sp>
    </p:spTree>
    <p:extLst>
      <p:ext uri="{BB962C8B-B14F-4D97-AF65-F5344CB8AC3E}">
        <p14:creationId xmlns:p14="http://schemas.microsoft.com/office/powerpoint/2010/main" val="4988560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5FD57E7-A3DC-470D-9434-861FA8D52272}"/>
              </a:ext>
            </a:extLst>
          </p:cNvPr>
          <p:cNvSpPr/>
          <p:nvPr/>
        </p:nvSpPr>
        <p:spPr>
          <a:xfrm>
            <a:off x="320221" y="1111907"/>
            <a:ext cx="10951029" cy="1077218"/>
          </a:xfrm>
          <a:prstGeom prst="rect">
            <a:avLst/>
          </a:prstGeom>
        </p:spPr>
        <p:txBody>
          <a:bodyPr wrap="square">
            <a:spAutoFit/>
          </a:bodyPr>
          <a:lstStyle/>
          <a:p>
            <a:pPr marL="0" lvl="2" algn="just">
              <a:spcBef>
                <a:spcPts val="600"/>
              </a:spcBef>
            </a:pPr>
            <a:r>
              <a:rPr lang="zh-CN" altLang="zh-CN" b="1" dirty="0">
                <a:latin typeface="+mj-ea"/>
                <a:ea typeface="+mj-ea"/>
              </a:rPr>
              <a:t>问题</a:t>
            </a:r>
            <a:r>
              <a:rPr lang="zh-CN" altLang="en-US" b="1" dirty="0">
                <a:latin typeface="+mj-ea"/>
                <a:ea typeface="+mj-ea"/>
              </a:rPr>
              <a:t>：</a:t>
            </a:r>
            <a:endParaRPr lang="en-US" altLang="zh-CN" b="1" dirty="0">
              <a:latin typeface="+mj-ea"/>
              <a:ea typeface="+mj-ea"/>
            </a:endParaRPr>
          </a:p>
          <a:p>
            <a:pPr marL="285750" lvl="2" indent="-285750" algn="just">
              <a:spcBef>
                <a:spcPts val="600"/>
              </a:spcBef>
              <a:buFont typeface="Arial" panose="020B0604020202020204" pitchFamily="34" charset="0"/>
              <a:buChar char="•"/>
            </a:pPr>
            <a:r>
              <a:rPr lang="zh-CN" altLang="zh-CN" dirty="0">
                <a:latin typeface="+mj-ea"/>
                <a:ea typeface="+mj-ea"/>
              </a:rPr>
              <a:t>与期望的某一具体（或某一范围内）可接受条件的偏差，该偏差引发了一系列需要解决的症状</a:t>
            </a:r>
            <a:endParaRPr lang="en-US" altLang="zh-CN" dirty="0">
              <a:latin typeface="+mj-ea"/>
              <a:ea typeface="+mj-ea"/>
            </a:endParaRPr>
          </a:p>
          <a:p>
            <a:pPr marL="285750" lvl="2" indent="-285750" algn="just">
              <a:spcBef>
                <a:spcPts val="600"/>
              </a:spcBef>
              <a:buFont typeface="Arial" panose="020B0604020202020204" pitchFamily="34" charset="0"/>
              <a:buChar char="•"/>
            </a:pPr>
            <a:r>
              <a:rPr lang="zh-CN" altLang="zh-CN" dirty="0">
                <a:latin typeface="+mj-ea"/>
                <a:ea typeface="+mj-ea"/>
              </a:rPr>
              <a:t>问题解决即为将现状转换到期望状态的处理过程。</a:t>
            </a:r>
            <a:endParaRPr lang="en-US" altLang="zh-CN" dirty="0">
              <a:latin typeface="+mj-ea"/>
              <a:ea typeface="+mj-ea"/>
            </a:endParaRPr>
          </a:p>
        </p:txBody>
      </p:sp>
      <p:sp>
        <p:nvSpPr>
          <p:cNvPr id="3" name="矩形 2">
            <a:extLst>
              <a:ext uri="{FF2B5EF4-FFF2-40B4-BE49-F238E27FC236}">
                <a16:creationId xmlns:a16="http://schemas.microsoft.com/office/drawing/2014/main" id="{7B937065-532E-4B91-A5DB-4D2C362B5BD9}"/>
              </a:ext>
            </a:extLst>
          </p:cNvPr>
          <p:cNvSpPr/>
          <p:nvPr/>
        </p:nvSpPr>
        <p:spPr>
          <a:xfrm>
            <a:off x="511985" y="4488995"/>
            <a:ext cx="10198963" cy="1452449"/>
          </a:xfrm>
          <a:prstGeom prst="rect">
            <a:avLst/>
          </a:prstGeom>
          <a:ln>
            <a:solidFill>
              <a:schemeClr val="accent1"/>
            </a:solidFill>
          </a:ln>
        </p:spPr>
        <p:txBody>
          <a:bodyPr wrap="square">
            <a:spAutoFit/>
          </a:bodyPr>
          <a:lstStyle/>
          <a:p>
            <a:pPr algn="just">
              <a:lnSpc>
                <a:spcPct val="125000"/>
              </a:lnSpc>
            </a:pPr>
            <a:r>
              <a:rPr lang="zh-CN" altLang="en-US" b="1" dirty="0">
                <a:solidFill>
                  <a:srgbClr val="7030A0"/>
                </a:solidFill>
                <a:latin typeface="+mj-ea"/>
                <a:ea typeface="+mj-ea"/>
              </a:rPr>
              <a:t>现状与预期</a:t>
            </a:r>
            <a:r>
              <a:rPr lang="zh-CN" altLang="en-US" dirty="0">
                <a:latin typeface="+mj-ea"/>
                <a:ea typeface="+mj-ea"/>
              </a:rPr>
              <a:t>：</a:t>
            </a:r>
            <a:r>
              <a:rPr lang="zh-CN" altLang="zh-CN" dirty="0">
                <a:latin typeface="+mj-ea"/>
                <a:ea typeface="+mj-ea"/>
              </a:rPr>
              <a:t>人体正常温度</a:t>
            </a:r>
            <a:r>
              <a:rPr lang="en-US" altLang="zh-CN" dirty="0">
                <a:latin typeface="+mj-ea"/>
                <a:ea typeface="+mj-ea"/>
              </a:rPr>
              <a:t>37</a:t>
            </a:r>
            <a:r>
              <a:rPr lang="zh-CN" altLang="zh-CN" dirty="0">
                <a:latin typeface="+mj-ea"/>
                <a:ea typeface="+mj-ea"/>
              </a:rPr>
              <a:t>℃，现状</a:t>
            </a:r>
            <a:r>
              <a:rPr lang="en-US" altLang="zh-CN" dirty="0">
                <a:latin typeface="+mj-ea"/>
                <a:ea typeface="+mj-ea"/>
              </a:rPr>
              <a:t>38.5</a:t>
            </a:r>
            <a:r>
              <a:rPr lang="zh-CN" altLang="zh-CN" dirty="0">
                <a:latin typeface="+mj-ea"/>
                <a:ea typeface="+mj-ea"/>
              </a:rPr>
              <a:t>℃，</a:t>
            </a:r>
            <a:r>
              <a:rPr lang="zh-CN" altLang="en-US" dirty="0">
                <a:latin typeface="+mj-ea"/>
                <a:ea typeface="+mj-ea"/>
              </a:rPr>
              <a:t>问题是</a:t>
            </a:r>
            <a:r>
              <a:rPr lang="zh-CN" altLang="zh-CN" dirty="0">
                <a:latin typeface="+mj-ea"/>
                <a:ea typeface="+mj-ea"/>
              </a:rPr>
              <a:t>如何降至</a:t>
            </a:r>
            <a:r>
              <a:rPr lang="en-US" altLang="zh-CN" dirty="0">
                <a:latin typeface="+mj-ea"/>
                <a:ea typeface="+mj-ea"/>
              </a:rPr>
              <a:t> 37</a:t>
            </a:r>
            <a:r>
              <a:rPr lang="zh-CN" altLang="zh-CN" dirty="0">
                <a:latin typeface="+mj-ea"/>
                <a:ea typeface="+mj-ea"/>
              </a:rPr>
              <a:t>℃？</a:t>
            </a:r>
          </a:p>
          <a:p>
            <a:pPr algn="just">
              <a:lnSpc>
                <a:spcPct val="125000"/>
              </a:lnSpc>
            </a:pPr>
            <a:r>
              <a:rPr lang="zh-CN" altLang="en-US" b="1" dirty="0">
                <a:solidFill>
                  <a:srgbClr val="7030A0"/>
                </a:solidFill>
                <a:latin typeface="+mj-ea"/>
                <a:ea typeface="+mj-ea"/>
              </a:rPr>
              <a:t>状态转换的路径</a:t>
            </a:r>
            <a:r>
              <a:rPr lang="zh-CN" altLang="en-US" dirty="0">
                <a:latin typeface="+mj-ea"/>
                <a:ea typeface="+mj-ea"/>
              </a:rPr>
              <a:t>：</a:t>
            </a:r>
            <a:r>
              <a:rPr lang="zh-CN" altLang="zh-CN" dirty="0">
                <a:latin typeface="+mj-ea"/>
                <a:ea typeface="+mj-ea"/>
              </a:rPr>
              <a:t>冰敷，直接对头部降温；或者吃大量的冰块，把体温降下来</a:t>
            </a:r>
          </a:p>
          <a:p>
            <a:pPr algn="just">
              <a:lnSpc>
                <a:spcPct val="125000"/>
              </a:lnSpc>
            </a:pPr>
            <a:r>
              <a:rPr lang="zh-CN" altLang="en-US" b="1" dirty="0">
                <a:solidFill>
                  <a:srgbClr val="7030A0"/>
                </a:solidFill>
                <a:latin typeface="+mj-ea"/>
                <a:ea typeface="+mj-ea"/>
              </a:rPr>
              <a:t>问题与症状</a:t>
            </a:r>
            <a:r>
              <a:rPr lang="zh-CN" altLang="en-US" dirty="0">
                <a:latin typeface="+mj-ea"/>
                <a:ea typeface="+mj-ea"/>
              </a:rPr>
              <a:t>：</a:t>
            </a:r>
            <a:r>
              <a:rPr lang="zh-CN" altLang="zh-CN" dirty="0">
                <a:latin typeface="+mj-ea"/>
                <a:ea typeface="+mj-ea"/>
              </a:rPr>
              <a:t>发烧是</a:t>
            </a:r>
            <a:r>
              <a:rPr lang="zh-CN" altLang="en-US" dirty="0">
                <a:latin typeface="+mj-ea"/>
                <a:ea typeface="+mj-ea"/>
              </a:rPr>
              <a:t>症状</a:t>
            </a:r>
            <a:r>
              <a:rPr lang="zh-CN" altLang="zh-CN" dirty="0">
                <a:latin typeface="+mj-ea"/>
                <a:ea typeface="+mj-ea"/>
              </a:rPr>
              <a:t>，</a:t>
            </a:r>
            <a:r>
              <a:rPr lang="zh-CN" altLang="en-US" dirty="0">
                <a:latin typeface="+mj-ea"/>
                <a:ea typeface="+mj-ea"/>
              </a:rPr>
              <a:t>而症状</a:t>
            </a:r>
            <a:r>
              <a:rPr lang="zh-CN" altLang="zh-CN" dirty="0">
                <a:latin typeface="+mj-ea"/>
                <a:ea typeface="+mj-ea"/>
              </a:rPr>
              <a:t>是由问题导致的</a:t>
            </a:r>
            <a:r>
              <a:rPr lang="zh-CN" altLang="en-US" dirty="0">
                <a:latin typeface="+mj-ea"/>
                <a:ea typeface="+mj-ea"/>
              </a:rPr>
              <a:t>，如细菌感染</a:t>
            </a:r>
            <a:endParaRPr lang="en-US" altLang="zh-CN" dirty="0">
              <a:latin typeface="+mj-ea"/>
              <a:ea typeface="+mj-ea"/>
            </a:endParaRPr>
          </a:p>
          <a:p>
            <a:pPr algn="just">
              <a:lnSpc>
                <a:spcPct val="125000"/>
              </a:lnSpc>
            </a:pPr>
            <a:r>
              <a:rPr lang="zh-CN" altLang="en-US" b="1" dirty="0">
                <a:solidFill>
                  <a:srgbClr val="7030A0"/>
                </a:solidFill>
                <a:latin typeface="+mj-ea"/>
                <a:ea typeface="+mj-ea"/>
              </a:rPr>
              <a:t>情境</a:t>
            </a:r>
            <a:r>
              <a:rPr lang="zh-CN" altLang="en-US" dirty="0">
                <a:latin typeface="+mj-ea"/>
                <a:ea typeface="+mj-ea"/>
              </a:rPr>
              <a:t>：年龄、性别、体质等</a:t>
            </a:r>
            <a:endParaRPr lang="zh-CN" altLang="zh-CN" dirty="0">
              <a:latin typeface="+mj-ea"/>
              <a:ea typeface="+mj-ea"/>
            </a:endParaRPr>
          </a:p>
        </p:txBody>
      </p:sp>
      <p:sp>
        <p:nvSpPr>
          <p:cNvPr id="4" name="标题 1">
            <a:extLst>
              <a:ext uri="{FF2B5EF4-FFF2-40B4-BE49-F238E27FC236}">
                <a16:creationId xmlns:a16="http://schemas.microsoft.com/office/drawing/2014/main" id="{15FA92F6-D574-4FB2-8DD0-98DCECEC36F5}"/>
              </a:ext>
            </a:extLst>
          </p:cNvPr>
          <p:cNvSpPr txBox="1">
            <a:spLocks noChangeArrowheads="1"/>
          </p:cNvSpPr>
          <p:nvPr/>
        </p:nvSpPr>
        <p:spPr>
          <a:xfrm>
            <a:off x="1727200" y="467554"/>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t>第一步：问题研究</a:t>
            </a:r>
            <a:endParaRPr lang="zh-CN" altLang="en-US" sz="3300" b="1" dirty="0">
              <a:latin typeface="+mj-ea"/>
            </a:endParaRPr>
          </a:p>
        </p:txBody>
      </p:sp>
      <p:pic>
        <p:nvPicPr>
          <p:cNvPr id="5" name="图片 4">
            <a:extLst>
              <a:ext uri="{FF2B5EF4-FFF2-40B4-BE49-F238E27FC236}">
                <a16:creationId xmlns:a16="http://schemas.microsoft.com/office/drawing/2014/main" id="{978BD7F4-4732-4260-8D64-E62391777ED1}"/>
              </a:ext>
            </a:extLst>
          </p:cNvPr>
          <p:cNvPicPr>
            <a:picLocks noChangeAspect="1"/>
          </p:cNvPicPr>
          <p:nvPr/>
        </p:nvPicPr>
        <p:blipFill>
          <a:blip r:embed="rId2"/>
          <a:stretch>
            <a:fillRect/>
          </a:stretch>
        </p:blipFill>
        <p:spPr>
          <a:xfrm>
            <a:off x="2856857" y="2635331"/>
            <a:ext cx="5239657" cy="1726273"/>
          </a:xfrm>
          <a:prstGeom prst="rect">
            <a:avLst/>
          </a:prstGeom>
        </p:spPr>
      </p:pic>
    </p:spTree>
    <p:extLst>
      <p:ext uri="{BB962C8B-B14F-4D97-AF65-F5344CB8AC3E}">
        <p14:creationId xmlns:p14="http://schemas.microsoft.com/office/powerpoint/2010/main" val="1369493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C39C7CFE-8836-45B9-BE84-A78BCD346A8C}"/>
              </a:ext>
            </a:extLst>
          </p:cNvPr>
          <p:cNvSpPr/>
          <p:nvPr/>
        </p:nvSpPr>
        <p:spPr>
          <a:xfrm>
            <a:off x="3420321" y="6209133"/>
            <a:ext cx="4083169" cy="461665"/>
          </a:xfrm>
          <a:prstGeom prst="rect">
            <a:avLst/>
          </a:prstGeom>
        </p:spPr>
        <p:txBody>
          <a:bodyPr wrap="none">
            <a:spAutoFit/>
          </a:bodyPr>
          <a:lstStyle/>
          <a:p>
            <a:r>
              <a:rPr lang="zh-CN" altLang="en-US" sz="2400" b="1" dirty="0">
                <a:latin typeface="+mj-ea"/>
                <a:ea typeface="+mj-ea"/>
              </a:rPr>
              <a:t>“从实践中来，回到实践中去”</a:t>
            </a:r>
            <a:endParaRPr lang="zh-CN" altLang="en-US" sz="2500" b="1" dirty="0">
              <a:latin typeface="+mj-ea"/>
              <a:ea typeface="+mj-ea"/>
              <a:cs typeface="+mj-cs"/>
            </a:endParaRPr>
          </a:p>
        </p:txBody>
      </p:sp>
      <p:graphicFrame>
        <p:nvGraphicFramePr>
          <p:cNvPr id="6" name="对象 5">
            <a:extLst>
              <a:ext uri="{FF2B5EF4-FFF2-40B4-BE49-F238E27FC236}">
                <a16:creationId xmlns:a16="http://schemas.microsoft.com/office/drawing/2014/main" id="{EDF7E717-18AB-4323-BB0B-32C613CA1F21}"/>
              </a:ext>
            </a:extLst>
          </p:cNvPr>
          <p:cNvGraphicFramePr>
            <a:graphicFrameLocks noChangeAspect="1"/>
          </p:cNvGraphicFramePr>
          <p:nvPr>
            <p:extLst>
              <p:ext uri="{D42A27DB-BD31-4B8C-83A1-F6EECF244321}">
                <p14:modId xmlns:p14="http://schemas.microsoft.com/office/powerpoint/2010/main" val="3427449280"/>
              </p:ext>
            </p:extLst>
          </p:nvPr>
        </p:nvGraphicFramePr>
        <p:xfrm>
          <a:off x="1039585" y="1499640"/>
          <a:ext cx="9563100" cy="4272742"/>
        </p:xfrm>
        <a:graphic>
          <a:graphicData uri="http://schemas.openxmlformats.org/presentationml/2006/ole">
            <mc:AlternateContent xmlns:mc="http://schemas.openxmlformats.org/markup-compatibility/2006">
              <mc:Choice xmlns:v="urn:schemas-microsoft-com:vml" Requires="v">
                <p:oleObj spid="_x0000_s4098" name="Visio" r:id="rId3" imgW="4038575" imgH="1899590" progId="Visio.Drawing.15">
                  <p:embed/>
                </p:oleObj>
              </mc:Choice>
              <mc:Fallback>
                <p:oleObj name="Visio" r:id="rId3" imgW="4038575" imgH="1899590" progId="Visio.Drawing.15">
                  <p:embed/>
                  <p:pic>
                    <p:nvPicPr>
                      <p:cNvPr id="6" name="对象 5">
                        <a:extLst>
                          <a:ext uri="{FF2B5EF4-FFF2-40B4-BE49-F238E27FC236}">
                            <a16:creationId xmlns:a16="http://schemas.microsoft.com/office/drawing/2014/main" id="{EDF7E717-18AB-4323-BB0B-32C613CA1F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9585" y="1499640"/>
                        <a:ext cx="9563100" cy="4272742"/>
                      </a:xfrm>
                      <a:prstGeom prst="rect">
                        <a:avLst/>
                      </a:prstGeom>
                      <a:noFill/>
                    </p:spPr>
                  </p:pic>
                </p:oleObj>
              </mc:Fallback>
            </mc:AlternateContent>
          </a:graphicData>
        </a:graphic>
      </p:graphicFrame>
      <p:sp>
        <p:nvSpPr>
          <p:cNvPr id="5" name="标题 1">
            <a:extLst>
              <a:ext uri="{FF2B5EF4-FFF2-40B4-BE49-F238E27FC236}">
                <a16:creationId xmlns:a16="http://schemas.microsoft.com/office/drawing/2014/main" id="{D4594FCB-E8E1-4064-8D15-0E14495D8806}"/>
              </a:ext>
            </a:extLst>
          </p:cNvPr>
          <p:cNvSpPr txBox="1">
            <a:spLocks noChangeArrowheads="1"/>
          </p:cNvSpPr>
          <p:nvPr/>
        </p:nvSpPr>
        <p:spPr>
          <a:xfrm>
            <a:off x="1748939" y="41803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第二步：解决方案设计</a:t>
            </a:r>
          </a:p>
        </p:txBody>
      </p:sp>
      <p:sp>
        <p:nvSpPr>
          <p:cNvPr id="7" name="标题 1">
            <a:extLst>
              <a:ext uri="{FF2B5EF4-FFF2-40B4-BE49-F238E27FC236}">
                <a16:creationId xmlns:a16="http://schemas.microsoft.com/office/drawing/2014/main" id="{8141F130-EAE9-4A13-8E12-2CB26CEF64E4}"/>
              </a:ext>
            </a:extLst>
          </p:cNvPr>
          <p:cNvSpPr txBox="1">
            <a:spLocks noChangeArrowheads="1"/>
          </p:cNvSpPr>
          <p:nvPr/>
        </p:nvSpPr>
        <p:spPr>
          <a:xfrm>
            <a:off x="333796" y="1190919"/>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dirty="0">
                <a:latin typeface="+mn-ea"/>
                <a:ea typeface="+mn-ea"/>
              </a:rPr>
              <a:t>依赖已有理论与方法</a:t>
            </a:r>
          </a:p>
        </p:txBody>
      </p:sp>
    </p:spTree>
    <p:extLst>
      <p:ext uri="{BB962C8B-B14F-4D97-AF65-F5344CB8AC3E}">
        <p14:creationId xmlns:p14="http://schemas.microsoft.com/office/powerpoint/2010/main" val="5472544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87E1BA04-C7E5-4A62-8E76-6A564A1B9FE2}"/>
              </a:ext>
            </a:extLst>
          </p:cNvPr>
          <p:cNvSpPr txBox="1">
            <a:spLocks noChangeArrowheads="1"/>
          </p:cNvSpPr>
          <p:nvPr/>
        </p:nvSpPr>
        <p:spPr>
          <a:xfrm>
            <a:off x="1748939" y="41803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第三步：解决方案评估</a:t>
            </a:r>
          </a:p>
        </p:txBody>
      </p:sp>
      <p:sp>
        <p:nvSpPr>
          <p:cNvPr id="3" name="矩形 2">
            <a:extLst>
              <a:ext uri="{FF2B5EF4-FFF2-40B4-BE49-F238E27FC236}">
                <a16:creationId xmlns:a16="http://schemas.microsoft.com/office/drawing/2014/main" id="{6F3EC068-E435-4818-BABD-49B79F0766E2}"/>
              </a:ext>
            </a:extLst>
          </p:cNvPr>
          <p:cNvSpPr/>
          <p:nvPr/>
        </p:nvSpPr>
        <p:spPr>
          <a:xfrm>
            <a:off x="3602437" y="1139362"/>
            <a:ext cx="1487445" cy="50051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000" dirty="0">
                <a:solidFill>
                  <a:schemeClr val="tx1"/>
                </a:solidFill>
              </a:rPr>
              <a:t>评估</a:t>
            </a:r>
            <a:r>
              <a:rPr lang="zh-CN" altLang="en-US" sz="2000" dirty="0">
                <a:solidFill>
                  <a:schemeClr val="tx1"/>
                </a:solidFill>
              </a:rPr>
              <a:t>目标</a:t>
            </a:r>
          </a:p>
        </p:txBody>
      </p:sp>
      <p:sp>
        <p:nvSpPr>
          <p:cNvPr id="5" name="矩形 4">
            <a:extLst>
              <a:ext uri="{FF2B5EF4-FFF2-40B4-BE49-F238E27FC236}">
                <a16:creationId xmlns:a16="http://schemas.microsoft.com/office/drawing/2014/main" id="{CDA1DAF1-85E2-4228-8857-653730021245}"/>
              </a:ext>
            </a:extLst>
          </p:cNvPr>
          <p:cNvSpPr/>
          <p:nvPr/>
        </p:nvSpPr>
        <p:spPr>
          <a:xfrm>
            <a:off x="2767485" y="1983288"/>
            <a:ext cx="3092866" cy="5549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000" dirty="0">
                <a:solidFill>
                  <a:schemeClr val="tx1"/>
                </a:solidFill>
              </a:rPr>
              <a:t>范围界定</a:t>
            </a:r>
            <a:r>
              <a:rPr lang="zh-CN" altLang="en-US" sz="2000" dirty="0">
                <a:solidFill>
                  <a:schemeClr val="tx1"/>
                </a:solidFill>
              </a:rPr>
              <a:t>（边界、对象）</a:t>
            </a:r>
          </a:p>
        </p:txBody>
      </p:sp>
      <p:sp>
        <p:nvSpPr>
          <p:cNvPr id="6" name="下箭头 3">
            <a:extLst>
              <a:ext uri="{FF2B5EF4-FFF2-40B4-BE49-F238E27FC236}">
                <a16:creationId xmlns:a16="http://schemas.microsoft.com/office/drawing/2014/main" id="{E6A6D5D7-357B-41EB-9E11-D5F2226690CC}"/>
              </a:ext>
            </a:extLst>
          </p:cNvPr>
          <p:cNvSpPr/>
          <p:nvPr/>
        </p:nvSpPr>
        <p:spPr>
          <a:xfrm>
            <a:off x="4168856" y="1639876"/>
            <a:ext cx="297930" cy="328275"/>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7" name="矩形 6">
            <a:extLst>
              <a:ext uri="{FF2B5EF4-FFF2-40B4-BE49-F238E27FC236}">
                <a16:creationId xmlns:a16="http://schemas.microsoft.com/office/drawing/2014/main" id="{E6C4B644-434B-45F9-A734-E1017383194C}"/>
              </a:ext>
            </a:extLst>
          </p:cNvPr>
          <p:cNvSpPr/>
          <p:nvPr/>
        </p:nvSpPr>
        <p:spPr>
          <a:xfrm>
            <a:off x="2507550" y="2954041"/>
            <a:ext cx="3615266" cy="104680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总体策略</a:t>
            </a:r>
            <a:endParaRPr lang="en-US" altLang="zh-CN" sz="2000" dirty="0">
              <a:solidFill>
                <a:schemeClr val="tx1"/>
              </a:solidFill>
            </a:endParaRPr>
          </a:p>
          <a:p>
            <a:pPr algn="ctr"/>
            <a:r>
              <a:rPr lang="zh-CN" altLang="en-US" sz="2000" dirty="0">
                <a:solidFill>
                  <a:schemeClr val="tx1"/>
                </a:solidFill>
              </a:rPr>
              <a:t>（评估方法、排除干扰措施、评估指标、数据来源等）</a:t>
            </a:r>
          </a:p>
        </p:txBody>
      </p:sp>
      <p:sp>
        <p:nvSpPr>
          <p:cNvPr id="8" name="下箭头 7">
            <a:extLst>
              <a:ext uri="{FF2B5EF4-FFF2-40B4-BE49-F238E27FC236}">
                <a16:creationId xmlns:a16="http://schemas.microsoft.com/office/drawing/2014/main" id="{118FA82C-51FD-4449-97B6-8108C0E748A7}"/>
              </a:ext>
            </a:extLst>
          </p:cNvPr>
          <p:cNvSpPr/>
          <p:nvPr/>
        </p:nvSpPr>
        <p:spPr>
          <a:xfrm>
            <a:off x="4168856" y="2581999"/>
            <a:ext cx="297930" cy="328275"/>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9" name="矩形 8">
            <a:extLst>
              <a:ext uri="{FF2B5EF4-FFF2-40B4-BE49-F238E27FC236}">
                <a16:creationId xmlns:a16="http://schemas.microsoft.com/office/drawing/2014/main" id="{135C32FF-7B89-4420-8DE9-74B23CACD455}"/>
              </a:ext>
            </a:extLst>
          </p:cNvPr>
          <p:cNvSpPr/>
          <p:nvPr/>
        </p:nvSpPr>
        <p:spPr>
          <a:xfrm>
            <a:off x="3100216" y="4405552"/>
            <a:ext cx="2472268" cy="5549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收集数据进行评估</a:t>
            </a:r>
          </a:p>
        </p:txBody>
      </p:sp>
      <p:sp>
        <p:nvSpPr>
          <p:cNvPr id="10" name="矩形 9">
            <a:extLst>
              <a:ext uri="{FF2B5EF4-FFF2-40B4-BE49-F238E27FC236}">
                <a16:creationId xmlns:a16="http://schemas.microsoft.com/office/drawing/2014/main" id="{B7A32C80-615E-4204-88F3-2FC9C8D700F1}"/>
              </a:ext>
            </a:extLst>
          </p:cNvPr>
          <p:cNvSpPr/>
          <p:nvPr/>
        </p:nvSpPr>
        <p:spPr>
          <a:xfrm>
            <a:off x="3371150" y="5405997"/>
            <a:ext cx="1981200" cy="4564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检验评估结果</a:t>
            </a:r>
          </a:p>
        </p:txBody>
      </p:sp>
      <p:sp>
        <p:nvSpPr>
          <p:cNvPr id="11" name="矩形 10">
            <a:extLst>
              <a:ext uri="{FF2B5EF4-FFF2-40B4-BE49-F238E27FC236}">
                <a16:creationId xmlns:a16="http://schemas.microsoft.com/office/drawing/2014/main" id="{16509759-4915-4210-AAF9-54A5C8046185}"/>
              </a:ext>
            </a:extLst>
          </p:cNvPr>
          <p:cNvSpPr/>
          <p:nvPr/>
        </p:nvSpPr>
        <p:spPr>
          <a:xfrm>
            <a:off x="3497525" y="6198237"/>
            <a:ext cx="1781423" cy="5549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形成结论</a:t>
            </a:r>
          </a:p>
        </p:txBody>
      </p:sp>
      <p:sp>
        <p:nvSpPr>
          <p:cNvPr id="12" name="下箭头 12">
            <a:extLst>
              <a:ext uri="{FF2B5EF4-FFF2-40B4-BE49-F238E27FC236}">
                <a16:creationId xmlns:a16="http://schemas.microsoft.com/office/drawing/2014/main" id="{5279991E-F6C3-406B-8BBA-5EE5E259F1ED}"/>
              </a:ext>
            </a:extLst>
          </p:cNvPr>
          <p:cNvSpPr/>
          <p:nvPr/>
        </p:nvSpPr>
        <p:spPr>
          <a:xfrm>
            <a:off x="4168856" y="4034935"/>
            <a:ext cx="297930" cy="328275"/>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3" name="下箭头 13">
            <a:extLst>
              <a:ext uri="{FF2B5EF4-FFF2-40B4-BE49-F238E27FC236}">
                <a16:creationId xmlns:a16="http://schemas.microsoft.com/office/drawing/2014/main" id="{6DC9579A-9E89-4610-8169-681331F52885}"/>
              </a:ext>
            </a:extLst>
          </p:cNvPr>
          <p:cNvSpPr/>
          <p:nvPr/>
        </p:nvSpPr>
        <p:spPr>
          <a:xfrm>
            <a:off x="4233548" y="5002838"/>
            <a:ext cx="297930" cy="328275"/>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4" name="下箭头 14">
            <a:extLst>
              <a:ext uri="{FF2B5EF4-FFF2-40B4-BE49-F238E27FC236}">
                <a16:creationId xmlns:a16="http://schemas.microsoft.com/office/drawing/2014/main" id="{1DF809BF-8286-45F4-B25C-F8C02C1FEC80}"/>
              </a:ext>
            </a:extLst>
          </p:cNvPr>
          <p:cNvSpPr/>
          <p:nvPr/>
        </p:nvSpPr>
        <p:spPr>
          <a:xfrm>
            <a:off x="4236446" y="5869962"/>
            <a:ext cx="297930" cy="328275"/>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cxnSp>
        <p:nvCxnSpPr>
          <p:cNvPr id="15" name="直接连接符 14">
            <a:extLst>
              <a:ext uri="{FF2B5EF4-FFF2-40B4-BE49-F238E27FC236}">
                <a16:creationId xmlns:a16="http://schemas.microsoft.com/office/drawing/2014/main" id="{C1D53E34-F716-48AC-ABC9-51FFC25E3148}"/>
              </a:ext>
            </a:extLst>
          </p:cNvPr>
          <p:cNvCxnSpPr/>
          <p:nvPr/>
        </p:nvCxnSpPr>
        <p:spPr>
          <a:xfrm>
            <a:off x="2507550" y="1080655"/>
            <a:ext cx="568205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D310F2E8-5D0F-4225-ABE6-28B369331703}"/>
              </a:ext>
            </a:extLst>
          </p:cNvPr>
          <p:cNvCxnSpPr>
            <a:cxnSpLocks/>
          </p:cNvCxnSpPr>
          <p:nvPr/>
        </p:nvCxnSpPr>
        <p:spPr>
          <a:xfrm>
            <a:off x="2198054" y="4164677"/>
            <a:ext cx="60497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D81FF3FF-FEDB-45EC-91C5-43EBF84564B9}"/>
              </a:ext>
            </a:extLst>
          </p:cNvPr>
          <p:cNvCxnSpPr>
            <a:cxnSpLocks/>
          </p:cNvCxnSpPr>
          <p:nvPr/>
        </p:nvCxnSpPr>
        <p:spPr>
          <a:xfrm>
            <a:off x="2014212" y="6691746"/>
            <a:ext cx="60497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0179FA5B-A0FD-4FA9-8103-A88D229FF82A}"/>
              </a:ext>
            </a:extLst>
          </p:cNvPr>
          <p:cNvCxnSpPr>
            <a:cxnSpLocks/>
          </p:cNvCxnSpPr>
          <p:nvPr/>
        </p:nvCxnSpPr>
        <p:spPr>
          <a:xfrm flipH="1" flipV="1">
            <a:off x="6794132" y="1080792"/>
            <a:ext cx="6350" cy="5726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6495A2B7-9421-4C46-8DD6-C3B8817F8F46}"/>
              </a:ext>
            </a:extLst>
          </p:cNvPr>
          <p:cNvSpPr/>
          <p:nvPr/>
        </p:nvSpPr>
        <p:spPr>
          <a:xfrm>
            <a:off x="6253544" y="1645660"/>
            <a:ext cx="1008731" cy="49190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rPr>
              <a:t>准备</a:t>
            </a:r>
          </a:p>
        </p:txBody>
      </p:sp>
      <p:cxnSp>
        <p:nvCxnSpPr>
          <p:cNvPr id="20" name="直接箭头连接符 19">
            <a:extLst>
              <a:ext uri="{FF2B5EF4-FFF2-40B4-BE49-F238E27FC236}">
                <a16:creationId xmlns:a16="http://schemas.microsoft.com/office/drawing/2014/main" id="{9D2B1867-246E-479F-B33A-AC618ECE52DC}"/>
              </a:ext>
            </a:extLst>
          </p:cNvPr>
          <p:cNvCxnSpPr>
            <a:cxnSpLocks/>
          </p:cNvCxnSpPr>
          <p:nvPr/>
        </p:nvCxnSpPr>
        <p:spPr>
          <a:xfrm>
            <a:off x="6800482" y="2130899"/>
            <a:ext cx="0" cy="570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AD09BA69-00E0-426A-891C-12710A6B8238}"/>
              </a:ext>
            </a:extLst>
          </p:cNvPr>
          <p:cNvCxnSpPr>
            <a:cxnSpLocks/>
          </p:cNvCxnSpPr>
          <p:nvPr/>
        </p:nvCxnSpPr>
        <p:spPr>
          <a:xfrm>
            <a:off x="2198054" y="5331113"/>
            <a:ext cx="60497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D1EA2203-AE75-4789-B1A9-2C66D737F457}"/>
              </a:ext>
            </a:extLst>
          </p:cNvPr>
          <p:cNvCxnSpPr>
            <a:cxnSpLocks/>
          </p:cNvCxnSpPr>
          <p:nvPr/>
        </p:nvCxnSpPr>
        <p:spPr>
          <a:xfrm flipV="1">
            <a:off x="6800482" y="4168289"/>
            <a:ext cx="0" cy="349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FFCF4657-7B24-4388-AA89-8ADA56CC4FED}"/>
              </a:ext>
            </a:extLst>
          </p:cNvPr>
          <p:cNvSpPr/>
          <p:nvPr/>
        </p:nvSpPr>
        <p:spPr>
          <a:xfrm>
            <a:off x="6240845" y="4517737"/>
            <a:ext cx="1008731" cy="49190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rPr>
              <a:t>实施</a:t>
            </a:r>
          </a:p>
        </p:txBody>
      </p:sp>
      <p:cxnSp>
        <p:nvCxnSpPr>
          <p:cNvPr id="24" name="直接箭头连接符 23">
            <a:extLst>
              <a:ext uri="{FF2B5EF4-FFF2-40B4-BE49-F238E27FC236}">
                <a16:creationId xmlns:a16="http://schemas.microsoft.com/office/drawing/2014/main" id="{0503C0AB-5D51-40E6-AB11-57B039B1D497}"/>
              </a:ext>
            </a:extLst>
          </p:cNvPr>
          <p:cNvCxnSpPr>
            <a:cxnSpLocks/>
          </p:cNvCxnSpPr>
          <p:nvPr/>
        </p:nvCxnSpPr>
        <p:spPr>
          <a:xfrm>
            <a:off x="6800482" y="4995218"/>
            <a:ext cx="0" cy="3287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340A8C64-D6EB-4D8F-8703-A4B3CE51E07D}"/>
              </a:ext>
            </a:extLst>
          </p:cNvPr>
          <p:cNvCxnSpPr>
            <a:cxnSpLocks/>
          </p:cNvCxnSpPr>
          <p:nvPr/>
        </p:nvCxnSpPr>
        <p:spPr>
          <a:xfrm flipV="1">
            <a:off x="6800482" y="5323493"/>
            <a:ext cx="0" cy="2721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矩形 25">
            <a:extLst>
              <a:ext uri="{FF2B5EF4-FFF2-40B4-BE49-F238E27FC236}">
                <a16:creationId xmlns:a16="http://schemas.microsoft.com/office/drawing/2014/main" id="{75A9055C-AF10-4D59-BC13-A1B6CC189569}"/>
              </a:ext>
            </a:extLst>
          </p:cNvPr>
          <p:cNvSpPr/>
          <p:nvPr/>
        </p:nvSpPr>
        <p:spPr>
          <a:xfrm>
            <a:off x="6253544" y="5592993"/>
            <a:ext cx="1008731" cy="49190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rPr>
              <a:t>结论</a:t>
            </a:r>
          </a:p>
        </p:txBody>
      </p:sp>
      <p:cxnSp>
        <p:nvCxnSpPr>
          <p:cNvPr id="27" name="直接箭头连接符 26">
            <a:extLst>
              <a:ext uri="{FF2B5EF4-FFF2-40B4-BE49-F238E27FC236}">
                <a16:creationId xmlns:a16="http://schemas.microsoft.com/office/drawing/2014/main" id="{E9820F7A-A6CB-46E3-8966-C1FF715D1834}"/>
              </a:ext>
            </a:extLst>
          </p:cNvPr>
          <p:cNvCxnSpPr>
            <a:cxnSpLocks/>
          </p:cNvCxnSpPr>
          <p:nvPr/>
        </p:nvCxnSpPr>
        <p:spPr>
          <a:xfrm>
            <a:off x="6800482" y="6084896"/>
            <a:ext cx="12700" cy="599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7D4C1D14-5113-40F3-9651-9DACCCABA2F6}"/>
              </a:ext>
            </a:extLst>
          </p:cNvPr>
          <p:cNvCxnSpPr>
            <a:cxnSpLocks/>
          </p:cNvCxnSpPr>
          <p:nvPr/>
        </p:nvCxnSpPr>
        <p:spPr>
          <a:xfrm>
            <a:off x="2254077" y="2708927"/>
            <a:ext cx="6049742" cy="0"/>
          </a:xfrm>
          <a:prstGeom prst="line">
            <a:avLst/>
          </a:prstGeom>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BA04541D-DBBB-4DA1-BEF1-1E5F78FEFA3A}"/>
              </a:ext>
            </a:extLst>
          </p:cNvPr>
          <p:cNvSpPr/>
          <p:nvPr/>
        </p:nvSpPr>
        <p:spPr>
          <a:xfrm>
            <a:off x="6296868" y="3108201"/>
            <a:ext cx="1008731" cy="491903"/>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rPr>
              <a:t>策略</a:t>
            </a:r>
          </a:p>
        </p:txBody>
      </p:sp>
      <p:cxnSp>
        <p:nvCxnSpPr>
          <p:cNvPr id="30" name="直接箭头连接符 29">
            <a:extLst>
              <a:ext uri="{FF2B5EF4-FFF2-40B4-BE49-F238E27FC236}">
                <a16:creationId xmlns:a16="http://schemas.microsoft.com/office/drawing/2014/main" id="{080F8128-C78C-4FE1-8C29-23DBC1086793}"/>
              </a:ext>
            </a:extLst>
          </p:cNvPr>
          <p:cNvCxnSpPr>
            <a:cxnSpLocks/>
            <a:stCxn id="29" idx="0"/>
          </p:cNvCxnSpPr>
          <p:nvPr/>
        </p:nvCxnSpPr>
        <p:spPr>
          <a:xfrm flipV="1">
            <a:off x="6801234" y="2701309"/>
            <a:ext cx="0" cy="4068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E41EBA72-7634-4524-A667-FC68B6957C22}"/>
              </a:ext>
            </a:extLst>
          </p:cNvPr>
          <p:cNvCxnSpPr>
            <a:cxnSpLocks/>
          </p:cNvCxnSpPr>
          <p:nvPr/>
        </p:nvCxnSpPr>
        <p:spPr>
          <a:xfrm>
            <a:off x="6805670" y="3600104"/>
            <a:ext cx="0" cy="570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82617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CD66060-D66C-4FE6-9A52-448F3A9E2FF7}"/>
              </a:ext>
            </a:extLst>
          </p:cNvPr>
          <p:cNvSpPr/>
          <p:nvPr/>
        </p:nvSpPr>
        <p:spPr>
          <a:xfrm>
            <a:off x="2529840" y="2437584"/>
            <a:ext cx="6977744" cy="1575881"/>
          </a:xfrm>
          <a:prstGeom prst="rect">
            <a:avLst/>
          </a:prstGeom>
        </p:spPr>
        <p:txBody>
          <a:bodyPr wrap="square">
            <a:spAutoFit/>
          </a:bodyPr>
          <a:lstStyle/>
          <a:p>
            <a:pPr algn="ctr">
              <a:lnSpc>
                <a:spcPct val="125000"/>
              </a:lnSpc>
              <a:spcBef>
                <a:spcPts val="1000"/>
              </a:spcBef>
            </a:pPr>
            <a:r>
              <a:rPr lang="zh-CN" altLang="en-US" sz="4000" b="1" kern="0" dirty="0">
                <a:solidFill>
                  <a:srgbClr val="000000"/>
                </a:solidFill>
                <a:highlight>
                  <a:srgbClr val="FF0000"/>
                </a:highlight>
                <a:latin typeface="+mj-ea"/>
                <a:ea typeface="+mj-ea"/>
              </a:rPr>
              <a:t>解决实践问题导向下的知识、能力、素质培养</a:t>
            </a:r>
            <a:endParaRPr lang="zh-CN" altLang="en-US" sz="4000" dirty="0">
              <a:highlight>
                <a:srgbClr val="FF0000"/>
              </a:highlight>
              <a:latin typeface="+mj-ea"/>
              <a:ea typeface="+mj-ea"/>
            </a:endParaRPr>
          </a:p>
        </p:txBody>
      </p:sp>
    </p:spTree>
    <p:extLst>
      <p:ext uri="{BB962C8B-B14F-4D97-AF65-F5344CB8AC3E}">
        <p14:creationId xmlns:p14="http://schemas.microsoft.com/office/powerpoint/2010/main" val="10940460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a:extLst>
              <a:ext uri="{FF2B5EF4-FFF2-40B4-BE49-F238E27FC236}">
                <a16:creationId xmlns:a16="http://schemas.microsoft.com/office/drawing/2014/main" id="{C16E7561-79B5-4BB3-A264-FA7019E27406}"/>
              </a:ext>
            </a:extLst>
          </p:cNvPr>
          <p:cNvSpPr/>
          <p:nvPr/>
        </p:nvSpPr>
        <p:spPr>
          <a:xfrm rot="5400000">
            <a:off x="1844757" y="2814329"/>
            <a:ext cx="1600944" cy="2830285"/>
          </a:xfrm>
          <a:prstGeom prst="ellipse">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AA2F015C-5ED5-461D-B122-4181AF6018C6}"/>
              </a:ext>
            </a:extLst>
          </p:cNvPr>
          <p:cNvSpPr/>
          <p:nvPr/>
        </p:nvSpPr>
        <p:spPr>
          <a:xfrm rot="5400000">
            <a:off x="3437709" y="-1257446"/>
            <a:ext cx="1959430" cy="7272690"/>
          </a:xfrm>
          <a:prstGeom prst="ellipse">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 name="对象 1">
            <a:extLst>
              <a:ext uri="{FF2B5EF4-FFF2-40B4-BE49-F238E27FC236}">
                <a16:creationId xmlns:a16="http://schemas.microsoft.com/office/drawing/2014/main" id="{46AA43E8-4EC6-43BA-AA4D-615A1586A298}"/>
              </a:ext>
            </a:extLst>
          </p:cNvPr>
          <p:cNvGraphicFramePr>
            <a:graphicFrameLocks noChangeAspect="1"/>
          </p:cNvGraphicFramePr>
          <p:nvPr>
            <p:extLst>
              <p:ext uri="{D42A27DB-BD31-4B8C-83A1-F6EECF244321}">
                <p14:modId xmlns:p14="http://schemas.microsoft.com/office/powerpoint/2010/main" val="4291711476"/>
              </p:ext>
            </p:extLst>
          </p:nvPr>
        </p:nvGraphicFramePr>
        <p:xfrm>
          <a:off x="1580605" y="1828055"/>
          <a:ext cx="6291943" cy="3201889"/>
        </p:xfrm>
        <a:graphic>
          <a:graphicData uri="http://schemas.openxmlformats.org/presentationml/2006/ole">
            <mc:AlternateContent xmlns:mc="http://schemas.openxmlformats.org/markup-compatibility/2006">
              <mc:Choice xmlns:v="urn:schemas-microsoft-com:vml" Requires="v">
                <p:oleObj spid="_x0000_s5122" name="Visio" r:id="rId3" imgW="2607185" imgH="1333585" progId="Visio.Drawing.15">
                  <p:embed/>
                </p:oleObj>
              </mc:Choice>
              <mc:Fallback>
                <p:oleObj name="Visio" r:id="rId3" imgW="2607185" imgH="1333585" progId="Visio.Drawing.15">
                  <p:embed/>
                  <p:pic>
                    <p:nvPicPr>
                      <p:cNvPr id="2" name="对象 1">
                        <a:extLst>
                          <a:ext uri="{FF2B5EF4-FFF2-40B4-BE49-F238E27FC236}">
                            <a16:creationId xmlns:a16="http://schemas.microsoft.com/office/drawing/2014/main" id="{46AA43E8-4EC6-43BA-AA4D-615A1586A2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0605" y="1828055"/>
                        <a:ext cx="6291943" cy="3201889"/>
                      </a:xfrm>
                      <a:prstGeom prst="rect">
                        <a:avLst/>
                      </a:prstGeom>
                      <a:noFill/>
                    </p:spPr>
                  </p:pic>
                </p:oleObj>
              </mc:Fallback>
            </mc:AlternateContent>
          </a:graphicData>
        </a:graphic>
      </p:graphicFrame>
      <p:sp>
        <p:nvSpPr>
          <p:cNvPr id="4" name="矩形 3">
            <a:extLst>
              <a:ext uri="{FF2B5EF4-FFF2-40B4-BE49-F238E27FC236}">
                <a16:creationId xmlns:a16="http://schemas.microsoft.com/office/drawing/2014/main" id="{001A903F-DF6A-45D6-825A-BDB80433F9FF}"/>
              </a:ext>
            </a:extLst>
          </p:cNvPr>
          <p:cNvSpPr/>
          <p:nvPr/>
        </p:nvSpPr>
        <p:spPr>
          <a:xfrm>
            <a:off x="2592976" y="1399184"/>
            <a:ext cx="4267200" cy="6008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dirty="0">
                <a:solidFill>
                  <a:schemeClr val="tx1"/>
                </a:solidFill>
                <a:highlight>
                  <a:srgbClr val="FFFF00"/>
                </a:highlight>
              </a:rPr>
              <a:t>②具备科学、工程、专业知识</a:t>
            </a:r>
            <a:endParaRPr lang="en-US" altLang="zh-CN" sz="2400" b="1" dirty="0">
              <a:solidFill>
                <a:schemeClr val="tx1"/>
              </a:solidFill>
              <a:highlight>
                <a:srgbClr val="FFFF00"/>
              </a:highlight>
            </a:endParaRPr>
          </a:p>
        </p:txBody>
      </p:sp>
      <p:sp>
        <p:nvSpPr>
          <p:cNvPr id="5" name="标题 1">
            <a:extLst>
              <a:ext uri="{FF2B5EF4-FFF2-40B4-BE49-F238E27FC236}">
                <a16:creationId xmlns:a16="http://schemas.microsoft.com/office/drawing/2014/main" id="{835E7243-6D5A-4EA0-B8D9-A93D7AC1BDA4}"/>
              </a:ext>
            </a:extLst>
          </p:cNvPr>
          <p:cNvSpPr txBox="1">
            <a:spLocks noChangeArrowheads="1"/>
          </p:cNvSpPr>
          <p:nvPr/>
        </p:nvSpPr>
        <p:spPr>
          <a:xfrm>
            <a:off x="1748939" y="41803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工程管理设计研究</a:t>
            </a:r>
          </a:p>
        </p:txBody>
      </p:sp>
      <p:sp>
        <p:nvSpPr>
          <p:cNvPr id="10" name="矩形 9">
            <a:extLst>
              <a:ext uri="{FF2B5EF4-FFF2-40B4-BE49-F238E27FC236}">
                <a16:creationId xmlns:a16="http://schemas.microsoft.com/office/drawing/2014/main" id="{555E5924-692B-4347-B1DB-C0DCD3335B76}"/>
              </a:ext>
            </a:extLst>
          </p:cNvPr>
          <p:cNvSpPr/>
          <p:nvPr/>
        </p:nvSpPr>
        <p:spPr>
          <a:xfrm>
            <a:off x="1502229" y="4229471"/>
            <a:ext cx="2473494" cy="6008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dirty="0">
                <a:solidFill>
                  <a:schemeClr val="tx1"/>
                </a:solidFill>
                <a:highlight>
                  <a:srgbClr val="FFFF00"/>
                </a:highlight>
              </a:rPr>
              <a:t>①</a:t>
            </a:r>
            <a:r>
              <a:rPr lang="zh-CN" altLang="en-US" sz="2400" b="1" dirty="0">
                <a:solidFill>
                  <a:schemeClr val="tx1"/>
                </a:solidFill>
                <a:highlight>
                  <a:srgbClr val="FFFF00"/>
                </a:highlight>
              </a:rPr>
              <a:t>理解实践问题</a:t>
            </a:r>
            <a:endParaRPr lang="en-US" altLang="zh-CN" sz="2400" b="1" dirty="0">
              <a:solidFill>
                <a:schemeClr val="tx1"/>
              </a:solidFill>
              <a:highlight>
                <a:srgbClr val="FFFF00"/>
              </a:highlight>
            </a:endParaRPr>
          </a:p>
        </p:txBody>
      </p:sp>
      <p:cxnSp>
        <p:nvCxnSpPr>
          <p:cNvPr id="12" name="直接箭头连接符 11">
            <a:extLst>
              <a:ext uri="{FF2B5EF4-FFF2-40B4-BE49-F238E27FC236}">
                <a16:creationId xmlns:a16="http://schemas.microsoft.com/office/drawing/2014/main" id="{4F84D2B1-6602-42D7-AF28-6720DF3DF1D1}"/>
              </a:ext>
            </a:extLst>
          </p:cNvPr>
          <p:cNvCxnSpPr>
            <a:cxnSpLocks/>
          </p:cNvCxnSpPr>
          <p:nvPr/>
        </p:nvCxnSpPr>
        <p:spPr>
          <a:xfrm flipV="1">
            <a:off x="5353396" y="1828055"/>
            <a:ext cx="4131426" cy="3083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CE888E97-FAC2-4990-BEEE-89604A731991}"/>
              </a:ext>
            </a:extLst>
          </p:cNvPr>
          <p:cNvCxnSpPr>
            <a:cxnSpLocks/>
          </p:cNvCxnSpPr>
          <p:nvPr/>
        </p:nvCxnSpPr>
        <p:spPr>
          <a:xfrm flipV="1">
            <a:off x="4415957" y="1866207"/>
            <a:ext cx="5127054" cy="1489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C3166A4A-23FB-478E-8F51-8EB9CCB8B592}"/>
              </a:ext>
            </a:extLst>
          </p:cNvPr>
          <p:cNvCxnSpPr>
            <a:cxnSpLocks/>
          </p:cNvCxnSpPr>
          <p:nvPr/>
        </p:nvCxnSpPr>
        <p:spPr>
          <a:xfrm flipV="1">
            <a:off x="7797615" y="1909230"/>
            <a:ext cx="1745396" cy="1489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9062359E-12BD-4498-8924-C7F0DEA2525F}"/>
              </a:ext>
            </a:extLst>
          </p:cNvPr>
          <p:cNvSpPr/>
          <p:nvPr/>
        </p:nvSpPr>
        <p:spPr>
          <a:xfrm>
            <a:off x="9556400" y="1226100"/>
            <a:ext cx="2430830" cy="94705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dirty="0">
                <a:solidFill>
                  <a:schemeClr val="tx1"/>
                </a:solidFill>
                <a:highlight>
                  <a:srgbClr val="FFFF00"/>
                </a:highlight>
              </a:rPr>
              <a:t>③</a:t>
            </a:r>
            <a:r>
              <a:rPr lang="zh-CN" altLang="en-US" sz="2400" b="1" dirty="0">
                <a:solidFill>
                  <a:schemeClr val="tx1"/>
                </a:solidFill>
                <a:highlight>
                  <a:srgbClr val="FFFF00"/>
                </a:highlight>
              </a:rPr>
              <a:t>利用知识，解决问题的能力</a:t>
            </a:r>
            <a:endParaRPr lang="en-US" altLang="zh-CN" sz="2400" b="1" dirty="0">
              <a:solidFill>
                <a:schemeClr val="tx1"/>
              </a:solidFill>
              <a:highlight>
                <a:srgbClr val="FFFF00"/>
              </a:highlight>
            </a:endParaRPr>
          </a:p>
        </p:txBody>
      </p:sp>
    </p:spTree>
    <p:extLst>
      <p:ext uri="{BB962C8B-B14F-4D97-AF65-F5344CB8AC3E}">
        <p14:creationId xmlns:p14="http://schemas.microsoft.com/office/powerpoint/2010/main" val="38669536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示 1">
            <a:extLst>
              <a:ext uri="{FF2B5EF4-FFF2-40B4-BE49-F238E27FC236}">
                <a16:creationId xmlns:a16="http://schemas.microsoft.com/office/drawing/2014/main" id="{E53CEA2E-5D0F-443D-B6C2-1E55CC2E66D5}"/>
              </a:ext>
            </a:extLst>
          </p:cNvPr>
          <p:cNvGraphicFramePr/>
          <p:nvPr/>
        </p:nvGraphicFramePr>
        <p:xfrm>
          <a:off x="1872706" y="1548828"/>
          <a:ext cx="4317323" cy="36524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文本框 2">
            <a:extLst>
              <a:ext uri="{FF2B5EF4-FFF2-40B4-BE49-F238E27FC236}">
                <a16:creationId xmlns:a16="http://schemas.microsoft.com/office/drawing/2014/main" id="{C81E7FA8-6BB9-44C4-B79A-8A7FF8257BFF}"/>
              </a:ext>
            </a:extLst>
          </p:cNvPr>
          <p:cNvSpPr txBox="1"/>
          <p:nvPr/>
        </p:nvSpPr>
        <p:spPr>
          <a:xfrm>
            <a:off x="4776373" y="1740016"/>
            <a:ext cx="3449780" cy="461665"/>
          </a:xfrm>
          <a:prstGeom prst="rect">
            <a:avLst/>
          </a:prstGeom>
          <a:solidFill>
            <a:schemeClr val="accent6">
              <a:lumMod val="40000"/>
              <a:lumOff val="60000"/>
            </a:schemeClr>
          </a:solidFill>
        </p:spPr>
        <p:txBody>
          <a:bodyPr wrap="square" rtlCol="0">
            <a:spAutoFit/>
          </a:bodyPr>
          <a:lstStyle/>
          <a:p>
            <a:r>
              <a:rPr lang="zh-CN" altLang="en-US" sz="2400" dirty="0">
                <a:latin typeface="+mn-ea"/>
              </a:rPr>
              <a:t>产生新的或原创工作</a:t>
            </a:r>
          </a:p>
        </p:txBody>
      </p:sp>
      <p:sp>
        <p:nvSpPr>
          <p:cNvPr id="4" name="文本框 3">
            <a:extLst>
              <a:ext uri="{FF2B5EF4-FFF2-40B4-BE49-F238E27FC236}">
                <a16:creationId xmlns:a16="http://schemas.microsoft.com/office/drawing/2014/main" id="{94F34E1A-DB56-4943-83F5-A10008ACF6D1}"/>
              </a:ext>
            </a:extLst>
          </p:cNvPr>
          <p:cNvSpPr txBox="1"/>
          <p:nvPr/>
        </p:nvSpPr>
        <p:spPr>
          <a:xfrm>
            <a:off x="5023722" y="2251558"/>
            <a:ext cx="3449780" cy="461665"/>
          </a:xfrm>
          <a:prstGeom prst="rect">
            <a:avLst/>
          </a:prstGeom>
          <a:solidFill>
            <a:schemeClr val="accent5">
              <a:lumMod val="40000"/>
              <a:lumOff val="60000"/>
            </a:schemeClr>
          </a:solidFill>
        </p:spPr>
        <p:txBody>
          <a:bodyPr wrap="square" rtlCol="0">
            <a:spAutoFit/>
          </a:bodyPr>
          <a:lstStyle/>
          <a:p>
            <a:r>
              <a:rPr lang="zh-CN" altLang="en-US" sz="2400" dirty="0">
                <a:latin typeface="+mn-ea"/>
              </a:rPr>
              <a:t>辩护一个观点或者决策</a:t>
            </a:r>
          </a:p>
        </p:txBody>
      </p:sp>
      <p:sp>
        <p:nvSpPr>
          <p:cNvPr id="5" name="文本框 4">
            <a:extLst>
              <a:ext uri="{FF2B5EF4-FFF2-40B4-BE49-F238E27FC236}">
                <a16:creationId xmlns:a16="http://schemas.microsoft.com/office/drawing/2014/main" id="{5D69AE5D-9F6F-42FE-A842-D1673FDB807A}"/>
              </a:ext>
            </a:extLst>
          </p:cNvPr>
          <p:cNvSpPr txBox="1"/>
          <p:nvPr/>
        </p:nvSpPr>
        <p:spPr>
          <a:xfrm>
            <a:off x="5562133" y="2838111"/>
            <a:ext cx="3449780" cy="461665"/>
          </a:xfrm>
          <a:prstGeom prst="rect">
            <a:avLst/>
          </a:prstGeom>
          <a:solidFill>
            <a:schemeClr val="accent4">
              <a:lumMod val="40000"/>
              <a:lumOff val="60000"/>
            </a:schemeClr>
          </a:solidFill>
        </p:spPr>
        <p:txBody>
          <a:bodyPr wrap="square" rtlCol="0">
            <a:spAutoFit/>
          </a:bodyPr>
          <a:lstStyle/>
          <a:p>
            <a:r>
              <a:rPr lang="zh-CN" altLang="en-US" sz="2400" dirty="0">
                <a:latin typeface="+mn-ea"/>
              </a:rPr>
              <a:t>在想法中寻找规律</a:t>
            </a:r>
          </a:p>
        </p:txBody>
      </p:sp>
      <p:sp>
        <p:nvSpPr>
          <p:cNvPr id="6" name="文本框 5">
            <a:extLst>
              <a:ext uri="{FF2B5EF4-FFF2-40B4-BE49-F238E27FC236}">
                <a16:creationId xmlns:a16="http://schemas.microsoft.com/office/drawing/2014/main" id="{F8A3D478-215A-4D97-A233-AA1C88E28DA8}"/>
              </a:ext>
            </a:extLst>
          </p:cNvPr>
          <p:cNvSpPr txBox="1"/>
          <p:nvPr/>
        </p:nvSpPr>
        <p:spPr>
          <a:xfrm>
            <a:off x="5961144" y="3441158"/>
            <a:ext cx="3449780" cy="461665"/>
          </a:xfrm>
          <a:prstGeom prst="rect">
            <a:avLst/>
          </a:prstGeom>
          <a:solidFill>
            <a:schemeClr val="accent3">
              <a:lumMod val="40000"/>
              <a:lumOff val="60000"/>
            </a:schemeClr>
          </a:solidFill>
        </p:spPr>
        <p:txBody>
          <a:bodyPr wrap="square" rtlCol="0">
            <a:spAutoFit/>
          </a:bodyPr>
          <a:lstStyle/>
          <a:p>
            <a:r>
              <a:rPr lang="zh-CN" altLang="en-US" sz="2400" dirty="0">
                <a:latin typeface="+mn-ea"/>
              </a:rPr>
              <a:t>在新场景中应用</a:t>
            </a:r>
          </a:p>
        </p:txBody>
      </p:sp>
      <p:sp>
        <p:nvSpPr>
          <p:cNvPr id="7" name="文本框 6">
            <a:extLst>
              <a:ext uri="{FF2B5EF4-FFF2-40B4-BE49-F238E27FC236}">
                <a16:creationId xmlns:a16="http://schemas.microsoft.com/office/drawing/2014/main" id="{56D1B7A3-684D-4D63-B5D6-3E4CE92C0990}"/>
              </a:ext>
            </a:extLst>
          </p:cNvPr>
          <p:cNvSpPr txBox="1"/>
          <p:nvPr/>
        </p:nvSpPr>
        <p:spPr>
          <a:xfrm>
            <a:off x="6375186" y="4088249"/>
            <a:ext cx="3449780" cy="461665"/>
          </a:xfrm>
          <a:prstGeom prst="rect">
            <a:avLst/>
          </a:prstGeom>
          <a:solidFill>
            <a:schemeClr val="accent2">
              <a:lumMod val="40000"/>
              <a:lumOff val="60000"/>
            </a:schemeClr>
          </a:solidFill>
        </p:spPr>
        <p:txBody>
          <a:bodyPr wrap="square" rtlCol="0">
            <a:spAutoFit/>
          </a:bodyPr>
          <a:lstStyle/>
          <a:p>
            <a:r>
              <a:rPr lang="zh-CN" altLang="en-US" sz="2400" dirty="0">
                <a:latin typeface="+mn-ea"/>
              </a:rPr>
              <a:t>解释概念和想法</a:t>
            </a:r>
          </a:p>
        </p:txBody>
      </p:sp>
      <p:sp>
        <p:nvSpPr>
          <p:cNvPr id="8" name="文本框 7">
            <a:extLst>
              <a:ext uri="{FF2B5EF4-FFF2-40B4-BE49-F238E27FC236}">
                <a16:creationId xmlns:a16="http://schemas.microsoft.com/office/drawing/2014/main" id="{E7990084-D521-4AFF-ABC8-FDFD5A37B98E}"/>
              </a:ext>
            </a:extLst>
          </p:cNvPr>
          <p:cNvSpPr txBox="1"/>
          <p:nvPr/>
        </p:nvSpPr>
        <p:spPr>
          <a:xfrm>
            <a:off x="6728439" y="4691296"/>
            <a:ext cx="3449780" cy="461665"/>
          </a:xfrm>
          <a:prstGeom prst="rect">
            <a:avLst/>
          </a:prstGeom>
          <a:solidFill>
            <a:schemeClr val="accent1">
              <a:lumMod val="40000"/>
              <a:lumOff val="60000"/>
            </a:schemeClr>
          </a:solidFill>
        </p:spPr>
        <p:txBody>
          <a:bodyPr wrap="square" rtlCol="0">
            <a:spAutoFit/>
          </a:bodyPr>
          <a:lstStyle/>
          <a:p>
            <a:r>
              <a:rPr lang="zh-CN" altLang="en-US" sz="2400" dirty="0">
                <a:latin typeface="+mn-ea"/>
              </a:rPr>
              <a:t>记忆实施和基本概念</a:t>
            </a:r>
          </a:p>
        </p:txBody>
      </p:sp>
      <p:sp>
        <p:nvSpPr>
          <p:cNvPr id="9" name="矩形 8">
            <a:extLst>
              <a:ext uri="{FF2B5EF4-FFF2-40B4-BE49-F238E27FC236}">
                <a16:creationId xmlns:a16="http://schemas.microsoft.com/office/drawing/2014/main" id="{23F94CDA-7C4F-466D-A68E-ED9E6E600A41}"/>
              </a:ext>
            </a:extLst>
          </p:cNvPr>
          <p:cNvSpPr/>
          <p:nvPr/>
        </p:nvSpPr>
        <p:spPr>
          <a:xfrm>
            <a:off x="2299701" y="5788582"/>
            <a:ext cx="3262432" cy="461665"/>
          </a:xfrm>
          <a:prstGeom prst="rect">
            <a:avLst/>
          </a:prstGeom>
        </p:spPr>
        <p:txBody>
          <a:bodyPr wrap="none">
            <a:spAutoFit/>
          </a:bodyPr>
          <a:lstStyle/>
          <a:p>
            <a:pPr algn="ctr"/>
            <a:r>
              <a:rPr lang="zh-CN" altLang="en-US" sz="2400" dirty="0">
                <a:latin typeface="+mn-ea"/>
              </a:rPr>
              <a:t>布鲁姆教育目标分类学</a:t>
            </a:r>
          </a:p>
        </p:txBody>
      </p:sp>
      <p:sp>
        <p:nvSpPr>
          <p:cNvPr id="11" name="标题 1">
            <a:extLst>
              <a:ext uri="{FF2B5EF4-FFF2-40B4-BE49-F238E27FC236}">
                <a16:creationId xmlns:a16="http://schemas.microsoft.com/office/drawing/2014/main" id="{E853DE39-E79C-4189-BBB4-2346997F7C78}"/>
              </a:ext>
            </a:extLst>
          </p:cNvPr>
          <p:cNvSpPr txBox="1">
            <a:spLocks noChangeArrowheads="1"/>
          </p:cNvSpPr>
          <p:nvPr/>
        </p:nvSpPr>
        <p:spPr>
          <a:xfrm>
            <a:off x="1748939" y="41803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知识的学习</a:t>
            </a:r>
          </a:p>
          <a:p>
            <a:endParaRPr lang="zh-CN" altLang="en-US" sz="3300" dirty="0">
              <a:latin typeface="+mn-ea"/>
              <a:ea typeface="+mn-ea"/>
            </a:endParaRPr>
          </a:p>
        </p:txBody>
      </p:sp>
    </p:spTree>
    <p:extLst>
      <p:ext uri="{BB962C8B-B14F-4D97-AF65-F5344CB8AC3E}">
        <p14:creationId xmlns:p14="http://schemas.microsoft.com/office/powerpoint/2010/main" val="28913566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8F10DEC-F87E-432C-B19E-C47D8CCBD1FC}"/>
              </a:ext>
            </a:extLst>
          </p:cNvPr>
          <p:cNvSpPr txBox="1"/>
          <p:nvPr/>
        </p:nvSpPr>
        <p:spPr>
          <a:xfrm>
            <a:off x="3436442" y="2284352"/>
            <a:ext cx="6267611" cy="1272143"/>
          </a:xfrm>
          <a:prstGeom prst="rect">
            <a:avLst/>
          </a:prstGeom>
          <a:noFill/>
          <a:ln w="9525">
            <a:noFill/>
          </a:ln>
        </p:spPr>
        <p:txBody>
          <a:bodyPr wrap="square">
            <a:spAutoFit/>
          </a:bodyPr>
          <a:lstStyle/>
          <a:p>
            <a:pPr marL="257175" indent="-257175">
              <a:spcBef>
                <a:spcPts val="1000"/>
              </a:spcBef>
              <a:buFont typeface="Arial" panose="020B0604020202020204" pitchFamily="34" charset="0"/>
              <a:buChar char="•"/>
            </a:pPr>
            <a:r>
              <a:rPr lang="zh-CN" altLang="en-US" sz="2000" dirty="0">
                <a:latin typeface="+mn-ea"/>
              </a:rPr>
              <a:t>首先，具备知识（医学知识）</a:t>
            </a:r>
          </a:p>
          <a:p>
            <a:pPr marL="257175" indent="-257175">
              <a:spcBef>
                <a:spcPts val="1000"/>
              </a:spcBef>
              <a:buFont typeface="Arial" panose="020B0604020202020204" pitchFamily="34" charset="0"/>
              <a:buChar char="•"/>
            </a:pPr>
            <a:r>
              <a:rPr lang="zh-CN" altLang="en-US" sz="2000" dirty="0">
                <a:latin typeface="+mn-ea"/>
              </a:rPr>
              <a:t>其次，根据目标等调用知识（诊断、</a:t>
            </a:r>
            <a:r>
              <a:rPr lang="zh-CN" altLang="zh-CN" sz="2000" dirty="0">
                <a:latin typeface="+mn-ea"/>
              </a:rPr>
              <a:t>开药</a:t>
            </a:r>
            <a:r>
              <a:rPr lang="zh-CN" altLang="en-US" sz="2000" dirty="0">
                <a:latin typeface="+mn-ea"/>
              </a:rPr>
              <a:t>）</a:t>
            </a:r>
          </a:p>
          <a:p>
            <a:pPr marL="257175" indent="-257175">
              <a:spcBef>
                <a:spcPts val="1000"/>
              </a:spcBef>
              <a:buFont typeface="Arial" panose="020B0604020202020204" pitchFamily="34" charset="0"/>
              <a:buChar char="•"/>
            </a:pPr>
            <a:r>
              <a:rPr lang="zh-CN" altLang="en-US" sz="2000" dirty="0">
                <a:latin typeface="+mn-ea"/>
              </a:rPr>
              <a:t>最后，以实现目标（治愈）</a:t>
            </a:r>
          </a:p>
        </p:txBody>
      </p:sp>
      <p:sp>
        <p:nvSpPr>
          <p:cNvPr id="5" name="文本框 4">
            <a:extLst>
              <a:ext uri="{FF2B5EF4-FFF2-40B4-BE49-F238E27FC236}">
                <a16:creationId xmlns:a16="http://schemas.microsoft.com/office/drawing/2014/main" id="{5B283ED8-DA12-4904-A1ED-337BB84B3958}"/>
              </a:ext>
            </a:extLst>
          </p:cNvPr>
          <p:cNvSpPr txBox="1"/>
          <p:nvPr/>
        </p:nvSpPr>
        <p:spPr>
          <a:xfrm>
            <a:off x="597527" y="1232556"/>
            <a:ext cx="10907287" cy="908326"/>
          </a:xfrm>
          <a:prstGeom prst="rect">
            <a:avLst/>
          </a:prstGeom>
          <a:noFill/>
          <a:ln w="9525">
            <a:noFill/>
          </a:ln>
        </p:spPr>
        <p:txBody>
          <a:bodyPr wrap="square">
            <a:spAutoFit/>
          </a:bodyPr>
          <a:lstStyle/>
          <a:p>
            <a:pPr>
              <a:lnSpc>
                <a:spcPct val="125000"/>
              </a:lnSpc>
              <a:spcBef>
                <a:spcPts val="1000"/>
              </a:spcBef>
            </a:pPr>
            <a:r>
              <a:rPr lang="zh-CN" altLang="en-US" sz="2200" b="1" dirty="0">
                <a:latin typeface="+mn-ea"/>
              </a:rPr>
              <a:t>能力</a:t>
            </a:r>
            <a:r>
              <a:rPr lang="zh-CN" altLang="en-US" sz="2200" dirty="0">
                <a:latin typeface="+mn-ea"/>
              </a:rPr>
              <a:t>：通过</a:t>
            </a:r>
            <a:r>
              <a:rPr lang="zh-CN" altLang="en-US" sz="2200" b="1" u="sng" dirty="0">
                <a:solidFill>
                  <a:srgbClr val="FF0000"/>
                </a:solidFill>
                <a:latin typeface="+mn-ea"/>
              </a:rPr>
              <a:t>识别</a:t>
            </a:r>
            <a:r>
              <a:rPr lang="zh-CN" altLang="en-US" sz="2200" dirty="0">
                <a:latin typeface="+mn-ea"/>
              </a:rPr>
              <a:t>目标、机会、问题等，匹配性</a:t>
            </a:r>
            <a:r>
              <a:rPr lang="zh-CN" altLang="en-US" sz="2200" b="1" u="sng" dirty="0">
                <a:solidFill>
                  <a:srgbClr val="FF0000"/>
                </a:solidFill>
                <a:latin typeface="+mn-ea"/>
              </a:rPr>
              <a:t>调用</a:t>
            </a:r>
            <a:r>
              <a:rPr lang="zh-CN" altLang="en-US" sz="2200" dirty="0">
                <a:latin typeface="+mn-ea"/>
              </a:rPr>
              <a:t>方法、机制、技能等，以</a:t>
            </a:r>
            <a:r>
              <a:rPr lang="zh-CN" altLang="en-US" sz="2200" b="1" u="sng" dirty="0">
                <a:solidFill>
                  <a:srgbClr val="FF0000"/>
                </a:solidFill>
                <a:latin typeface="+mn-ea"/>
              </a:rPr>
              <a:t>实现</a:t>
            </a:r>
            <a:r>
              <a:rPr lang="zh-CN" altLang="en-US" sz="2200" dirty="0">
                <a:latin typeface="+mn-ea"/>
              </a:rPr>
              <a:t>预期目标。</a:t>
            </a:r>
          </a:p>
        </p:txBody>
      </p:sp>
      <p:pic>
        <p:nvPicPr>
          <p:cNvPr id="6" name="图片 5">
            <a:extLst>
              <a:ext uri="{FF2B5EF4-FFF2-40B4-BE49-F238E27FC236}">
                <a16:creationId xmlns:a16="http://schemas.microsoft.com/office/drawing/2014/main" id="{5EF1897B-9AC3-4070-93A8-E515D49C4456}"/>
              </a:ext>
            </a:extLst>
          </p:cNvPr>
          <p:cNvPicPr>
            <a:picLocks noChangeAspect="1"/>
          </p:cNvPicPr>
          <p:nvPr/>
        </p:nvPicPr>
        <p:blipFill>
          <a:blip r:embed="rId2"/>
          <a:stretch>
            <a:fillRect/>
          </a:stretch>
        </p:blipFill>
        <p:spPr>
          <a:xfrm>
            <a:off x="597528" y="2542712"/>
            <a:ext cx="2630944" cy="2027567"/>
          </a:xfrm>
          <a:prstGeom prst="rect">
            <a:avLst/>
          </a:prstGeom>
        </p:spPr>
      </p:pic>
      <p:sp>
        <p:nvSpPr>
          <p:cNvPr id="7" name="矩形 6">
            <a:extLst>
              <a:ext uri="{FF2B5EF4-FFF2-40B4-BE49-F238E27FC236}">
                <a16:creationId xmlns:a16="http://schemas.microsoft.com/office/drawing/2014/main" id="{5F4E9C86-27EA-49AF-B873-9BEEA4E7CD87}"/>
              </a:ext>
            </a:extLst>
          </p:cNvPr>
          <p:cNvSpPr/>
          <p:nvPr/>
        </p:nvSpPr>
        <p:spPr>
          <a:xfrm>
            <a:off x="3462610" y="3906247"/>
            <a:ext cx="8042204" cy="2672526"/>
          </a:xfrm>
          <a:prstGeom prst="rect">
            <a:avLst/>
          </a:prstGeom>
        </p:spPr>
        <p:txBody>
          <a:bodyPr wrap="square">
            <a:spAutoFit/>
          </a:bodyPr>
          <a:lstStyle/>
          <a:p>
            <a:pPr>
              <a:spcBef>
                <a:spcPts val="1000"/>
              </a:spcBef>
            </a:pPr>
            <a:r>
              <a:rPr lang="zh-CN" altLang="en-US" b="1" dirty="0">
                <a:latin typeface="+mn-ea"/>
                <a:sym typeface="+mn-ea"/>
              </a:rPr>
              <a:t>教学的目的：</a:t>
            </a:r>
            <a:endParaRPr lang="en-US" altLang="zh-CN" b="1" dirty="0">
              <a:latin typeface="+mn-ea"/>
              <a:sym typeface="+mn-ea"/>
            </a:endParaRPr>
          </a:p>
          <a:p>
            <a:pPr marL="257175" indent="-257175">
              <a:spcBef>
                <a:spcPts val="1000"/>
              </a:spcBef>
              <a:buFont typeface="Arial" panose="020B0604020202020204" pitchFamily="34" charset="0"/>
              <a:buChar char="•"/>
            </a:pPr>
            <a:r>
              <a:rPr lang="zh-CN" altLang="en-US" dirty="0">
                <a:latin typeface="+mn-ea"/>
                <a:sym typeface="+mn-ea"/>
              </a:rPr>
              <a:t>教授知识体系？</a:t>
            </a:r>
            <a:endParaRPr lang="en-US" altLang="zh-CN" dirty="0">
              <a:latin typeface="+mn-ea"/>
              <a:sym typeface="+mn-ea"/>
            </a:endParaRPr>
          </a:p>
          <a:p>
            <a:pPr marL="257175" indent="-257175">
              <a:spcBef>
                <a:spcPts val="1000"/>
              </a:spcBef>
              <a:buFont typeface="Arial" panose="020B0604020202020204" pitchFamily="34" charset="0"/>
              <a:buChar char="•"/>
            </a:pPr>
            <a:r>
              <a:rPr lang="zh-CN" altLang="en-US" dirty="0">
                <a:latin typeface="+mn-ea"/>
                <a:sym typeface="+mn-ea"/>
              </a:rPr>
              <a:t>教授能力？</a:t>
            </a:r>
            <a:endParaRPr lang="en-US" altLang="zh-CN" dirty="0">
              <a:latin typeface="+mn-ea"/>
              <a:sym typeface="+mn-ea"/>
            </a:endParaRPr>
          </a:p>
          <a:p>
            <a:pPr marL="257175" indent="-257175">
              <a:spcBef>
                <a:spcPts val="1000"/>
              </a:spcBef>
              <a:buFont typeface="Arial" panose="020B0604020202020204" pitchFamily="34" charset="0"/>
              <a:buChar char="•"/>
            </a:pPr>
            <a:r>
              <a:rPr lang="zh-CN" altLang="en-US" b="1" dirty="0">
                <a:solidFill>
                  <a:srgbClr val="FF0000"/>
                </a:solidFill>
                <a:latin typeface="+mn-ea"/>
              </a:rPr>
              <a:t>传授如何利用知识来识别目标、机会和问题，匹配性调用知识，以实现目标，具备接近实战的能力。</a:t>
            </a:r>
            <a:endParaRPr lang="en-US" altLang="zh-CN" b="1" dirty="0">
              <a:solidFill>
                <a:srgbClr val="FF0000"/>
              </a:solidFill>
              <a:latin typeface="+mn-ea"/>
            </a:endParaRPr>
          </a:p>
          <a:p>
            <a:pPr marL="600075" lvl="1" indent="-257175">
              <a:spcBef>
                <a:spcPts val="1000"/>
              </a:spcBef>
              <a:buFont typeface="Arial" panose="020B0604020202020204" pitchFamily="34" charset="0"/>
              <a:buChar char="•"/>
            </a:pPr>
            <a:r>
              <a:rPr lang="zh-CN" altLang="en-US" dirty="0">
                <a:latin typeface="+mn-ea"/>
              </a:rPr>
              <a:t>一阶：具备知识</a:t>
            </a:r>
            <a:endParaRPr lang="en-US" altLang="zh-CN" dirty="0">
              <a:latin typeface="+mn-ea"/>
            </a:endParaRPr>
          </a:p>
          <a:p>
            <a:pPr marL="600075" lvl="1" indent="-257175">
              <a:spcBef>
                <a:spcPts val="1000"/>
              </a:spcBef>
              <a:buFont typeface="Arial" panose="020B0604020202020204" pitchFamily="34" charset="0"/>
              <a:buChar char="•"/>
            </a:pPr>
            <a:r>
              <a:rPr lang="zh-CN" altLang="en-US" dirty="0">
                <a:latin typeface="+mn-ea"/>
              </a:rPr>
              <a:t>二阶：针对现实问题调用知识，以实现目标</a:t>
            </a:r>
            <a:endParaRPr lang="zh-CN" altLang="zh-CN" dirty="0">
              <a:latin typeface="+mn-ea"/>
            </a:endParaRPr>
          </a:p>
        </p:txBody>
      </p:sp>
      <p:sp>
        <p:nvSpPr>
          <p:cNvPr id="8" name="乘号 7">
            <a:extLst>
              <a:ext uri="{FF2B5EF4-FFF2-40B4-BE49-F238E27FC236}">
                <a16:creationId xmlns:a16="http://schemas.microsoft.com/office/drawing/2014/main" id="{E2E89941-1BBD-446A-B5B3-E52E865A2ACD}"/>
              </a:ext>
            </a:extLst>
          </p:cNvPr>
          <p:cNvSpPr/>
          <p:nvPr/>
        </p:nvSpPr>
        <p:spPr>
          <a:xfrm>
            <a:off x="6335672" y="4330704"/>
            <a:ext cx="469153" cy="193395"/>
          </a:xfrm>
          <a:prstGeom prst="mathMultiply">
            <a:avLst/>
          </a:prstGeom>
          <a:solidFill>
            <a:srgbClr val="EA00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mn-ea"/>
            </a:endParaRPr>
          </a:p>
        </p:txBody>
      </p:sp>
      <p:sp>
        <p:nvSpPr>
          <p:cNvPr id="9" name="乘号 8">
            <a:extLst>
              <a:ext uri="{FF2B5EF4-FFF2-40B4-BE49-F238E27FC236}">
                <a16:creationId xmlns:a16="http://schemas.microsoft.com/office/drawing/2014/main" id="{874203BA-2498-4E50-92E6-B42C6092CD72}"/>
              </a:ext>
            </a:extLst>
          </p:cNvPr>
          <p:cNvSpPr/>
          <p:nvPr/>
        </p:nvSpPr>
        <p:spPr>
          <a:xfrm>
            <a:off x="6335672" y="4688909"/>
            <a:ext cx="469153" cy="193395"/>
          </a:xfrm>
          <a:prstGeom prst="mathMultiply">
            <a:avLst/>
          </a:prstGeom>
          <a:solidFill>
            <a:srgbClr val="EA00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mn-ea"/>
            </a:endParaRPr>
          </a:p>
        </p:txBody>
      </p:sp>
      <p:sp>
        <p:nvSpPr>
          <p:cNvPr id="10" name="标题 1">
            <a:extLst>
              <a:ext uri="{FF2B5EF4-FFF2-40B4-BE49-F238E27FC236}">
                <a16:creationId xmlns:a16="http://schemas.microsoft.com/office/drawing/2014/main" id="{35A66C78-4CC8-4A6C-8850-F234E1F40A25}"/>
              </a:ext>
            </a:extLst>
          </p:cNvPr>
          <p:cNvSpPr txBox="1">
            <a:spLocks noChangeArrowheads="1"/>
          </p:cNvSpPr>
          <p:nvPr/>
        </p:nvSpPr>
        <p:spPr>
          <a:xfrm>
            <a:off x="1748939" y="41803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能力的培养</a:t>
            </a:r>
          </a:p>
        </p:txBody>
      </p:sp>
    </p:spTree>
    <p:extLst>
      <p:ext uri="{BB962C8B-B14F-4D97-AF65-F5344CB8AC3E}">
        <p14:creationId xmlns:p14="http://schemas.microsoft.com/office/powerpoint/2010/main" val="428564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2" end="2"/>
                                            </p:txEl>
                                          </p:spTgt>
                                        </p:tgtEl>
                                        <p:attrNameLst>
                                          <p:attrName>style.visibility</p:attrName>
                                        </p:attrNameLst>
                                      </p:cBhvr>
                                      <p:to>
                                        <p:strVal val="visible"/>
                                      </p:to>
                                    </p:set>
                                    <p:animEffect transition="in" filter="fade">
                                      <p:cBhvr>
                                        <p:cTn id="22" dur="500"/>
                                        <p:tgtEl>
                                          <p:spTgt spid="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3" end="3"/>
                                            </p:txEl>
                                          </p:spTgt>
                                        </p:tgtEl>
                                        <p:attrNameLst>
                                          <p:attrName>style.visibility</p:attrName>
                                        </p:attrNameLst>
                                      </p:cBhvr>
                                      <p:to>
                                        <p:strVal val="visible"/>
                                      </p:to>
                                    </p:set>
                                    <p:animEffect transition="in" filter="fade">
                                      <p:cBhvr>
                                        <p:cTn id="32" dur="500"/>
                                        <p:tgtEl>
                                          <p:spTgt spid="7">
                                            <p:txEl>
                                              <p:pRg st="3" end="3"/>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Effect transition="in" filter="fade">
                                      <p:cBhvr>
                                        <p:cTn id="35" dur="500"/>
                                        <p:tgtEl>
                                          <p:spTgt spid="7">
                                            <p:txEl>
                                              <p:pRg st="4" end="4"/>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7">
                                            <p:txEl>
                                              <p:pRg st="5" end="5"/>
                                            </p:txEl>
                                          </p:spTgt>
                                        </p:tgtEl>
                                        <p:attrNameLst>
                                          <p:attrName>style.visibility</p:attrName>
                                        </p:attrNameLst>
                                      </p:cBhvr>
                                      <p:to>
                                        <p:strVal val="visible"/>
                                      </p:to>
                                    </p:set>
                                    <p:animEffect transition="in" filter="fade">
                                      <p:cBhvr>
                                        <p:cTn id="38"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87EA291-62E7-4439-8F51-6DB02F78C2F6}"/>
              </a:ext>
            </a:extLst>
          </p:cNvPr>
          <p:cNvSpPr/>
          <p:nvPr/>
        </p:nvSpPr>
        <p:spPr>
          <a:xfrm>
            <a:off x="1450289" y="2091216"/>
            <a:ext cx="1413164" cy="4208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7030A0"/>
                </a:solidFill>
                <a:latin typeface="+mn-ea"/>
              </a:rPr>
              <a:t>课程作业</a:t>
            </a:r>
          </a:p>
        </p:txBody>
      </p:sp>
      <p:sp>
        <p:nvSpPr>
          <p:cNvPr id="3" name="矩形 2">
            <a:extLst>
              <a:ext uri="{FF2B5EF4-FFF2-40B4-BE49-F238E27FC236}">
                <a16:creationId xmlns:a16="http://schemas.microsoft.com/office/drawing/2014/main" id="{FCB570AF-75A7-4409-8B17-35B425B353C4}"/>
              </a:ext>
            </a:extLst>
          </p:cNvPr>
          <p:cNvSpPr/>
          <p:nvPr/>
        </p:nvSpPr>
        <p:spPr>
          <a:xfrm>
            <a:off x="1558593" y="2913108"/>
            <a:ext cx="1193554" cy="62691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mn-ea"/>
              </a:rPr>
              <a:t>知识点</a:t>
            </a:r>
          </a:p>
        </p:txBody>
      </p:sp>
      <p:sp>
        <p:nvSpPr>
          <p:cNvPr id="4" name="矩形 3">
            <a:extLst>
              <a:ext uri="{FF2B5EF4-FFF2-40B4-BE49-F238E27FC236}">
                <a16:creationId xmlns:a16="http://schemas.microsoft.com/office/drawing/2014/main" id="{9BF1DB2B-6916-42C4-9376-1F10DE99FDAE}"/>
              </a:ext>
            </a:extLst>
          </p:cNvPr>
          <p:cNvSpPr/>
          <p:nvPr/>
        </p:nvSpPr>
        <p:spPr>
          <a:xfrm>
            <a:off x="3388021" y="2091218"/>
            <a:ext cx="1469039" cy="4208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7030A0"/>
                </a:solidFill>
                <a:latin typeface="+mn-ea"/>
              </a:rPr>
              <a:t>课程设计</a:t>
            </a:r>
          </a:p>
        </p:txBody>
      </p:sp>
      <p:sp>
        <p:nvSpPr>
          <p:cNvPr id="5" name="矩形 4">
            <a:extLst>
              <a:ext uri="{FF2B5EF4-FFF2-40B4-BE49-F238E27FC236}">
                <a16:creationId xmlns:a16="http://schemas.microsoft.com/office/drawing/2014/main" id="{7F3A6E06-4386-421E-A846-AD72F17D20EB}"/>
              </a:ext>
            </a:extLst>
          </p:cNvPr>
          <p:cNvSpPr/>
          <p:nvPr/>
        </p:nvSpPr>
        <p:spPr>
          <a:xfrm>
            <a:off x="3388021" y="2931671"/>
            <a:ext cx="1469039" cy="62691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mn-ea"/>
              </a:rPr>
              <a:t>一门课的</a:t>
            </a:r>
            <a:endParaRPr lang="en-US" altLang="zh-CN" sz="2000" dirty="0">
              <a:solidFill>
                <a:schemeClr val="tx1"/>
              </a:solidFill>
              <a:latin typeface="+mn-ea"/>
            </a:endParaRPr>
          </a:p>
          <a:p>
            <a:pPr algn="ctr"/>
            <a:r>
              <a:rPr lang="zh-CN" altLang="en-US" sz="2000" dirty="0">
                <a:solidFill>
                  <a:schemeClr val="tx1"/>
                </a:solidFill>
                <a:latin typeface="+mn-ea"/>
              </a:rPr>
              <a:t>综合训练</a:t>
            </a:r>
          </a:p>
        </p:txBody>
      </p:sp>
      <p:sp>
        <p:nvSpPr>
          <p:cNvPr id="6" name="矩形 5">
            <a:extLst>
              <a:ext uri="{FF2B5EF4-FFF2-40B4-BE49-F238E27FC236}">
                <a16:creationId xmlns:a16="http://schemas.microsoft.com/office/drawing/2014/main" id="{CCAC290B-E281-4629-B78C-7E374157DE51}"/>
              </a:ext>
            </a:extLst>
          </p:cNvPr>
          <p:cNvSpPr/>
          <p:nvPr/>
        </p:nvSpPr>
        <p:spPr>
          <a:xfrm>
            <a:off x="5027974" y="2091216"/>
            <a:ext cx="2348911" cy="4208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7030A0"/>
                </a:solidFill>
                <a:latin typeface="+mn-ea"/>
              </a:rPr>
              <a:t>学位论文</a:t>
            </a:r>
            <a:r>
              <a:rPr lang="en-US" altLang="zh-CN" sz="2000" b="1" dirty="0">
                <a:solidFill>
                  <a:srgbClr val="7030A0"/>
                </a:solidFill>
                <a:latin typeface="+mn-ea"/>
              </a:rPr>
              <a:t>/</a:t>
            </a:r>
            <a:r>
              <a:rPr lang="zh-CN" altLang="en-US" sz="2000" b="1" dirty="0">
                <a:solidFill>
                  <a:srgbClr val="7030A0"/>
                </a:solidFill>
                <a:latin typeface="+mn-ea"/>
              </a:rPr>
              <a:t>毕业设计</a:t>
            </a:r>
          </a:p>
        </p:txBody>
      </p:sp>
      <p:sp>
        <p:nvSpPr>
          <p:cNvPr id="8" name="矩形 7">
            <a:extLst>
              <a:ext uri="{FF2B5EF4-FFF2-40B4-BE49-F238E27FC236}">
                <a16:creationId xmlns:a16="http://schemas.microsoft.com/office/drawing/2014/main" id="{94A6415C-695A-4824-8B22-5990818B731D}"/>
              </a:ext>
            </a:extLst>
          </p:cNvPr>
          <p:cNvSpPr/>
          <p:nvPr/>
        </p:nvSpPr>
        <p:spPr>
          <a:xfrm>
            <a:off x="5492933" y="2954356"/>
            <a:ext cx="1365005" cy="62691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mn-ea"/>
              </a:rPr>
              <a:t>专业性</a:t>
            </a:r>
            <a:endParaRPr lang="en-US" altLang="zh-CN" sz="2000" dirty="0">
              <a:solidFill>
                <a:schemeClr val="tx1"/>
              </a:solidFill>
              <a:latin typeface="+mn-ea"/>
            </a:endParaRPr>
          </a:p>
          <a:p>
            <a:pPr algn="ctr"/>
            <a:r>
              <a:rPr lang="zh-CN" altLang="en-US" sz="2000" dirty="0">
                <a:solidFill>
                  <a:schemeClr val="tx1"/>
                </a:solidFill>
                <a:latin typeface="+mn-ea"/>
              </a:rPr>
              <a:t>综合训练</a:t>
            </a:r>
          </a:p>
        </p:txBody>
      </p:sp>
      <p:sp>
        <p:nvSpPr>
          <p:cNvPr id="9" name="箭头: 右 8">
            <a:extLst>
              <a:ext uri="{FF2B5EF4-FFF2-40B4-BE49-F238E27FC236}">
                <a16:creationId xmlns:a16="http://schemas.microsoft.com/office/drawing/2014/main" id="{B2EF9269-0DF8-49FE-B92B-EDC327C4A56D}"/>
              </a:ext>
            </a:extLst>
          </p:cNvPr>
          <p:cNvSpPr/>
          <p:nvPr/>
        </p:nvSpPr>
        <p:spPr>
          <a:xfrm rot="5400000">
            <a:off x="2027932" y="2619872"/>
            <a:ext cx="254874" cy="185455"/>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0" name="箭头: 右 9">
            <a:extLst>
              <a:ext uri="{FF2B5EF4-FFF2-40B4-BE49-F238E27FC236}">
                <a16:creationId xmlns:a16="http://schemas.microsoft.com/office/drawing/2014/main" id="{DA1C4E88-E8D6-45AC-A837-7EBE71A4BAFE}"/>
              </a:ext>
            </a:extLst>
          </p:cNvPr>
          <p:cNvSpPr/>
          <p:nvPr/>
        </p:nvSpPr>
        <p:spPr>
          <a:xfrm rot="5400000">
            <a:off x="3968667" y="2629153"/>
            <a:ext cx="254874" cy="185455"/>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1" name="箭头: 右 10">
            <a:extLst>
              <a:ext uri="{FF2B5EF4-FFF2-40B4-BE49-F238E27FC236}">
                <a16:creationId xmlns:a16="http://schemas.microsoft.com/office/drawing/2014/main" id="{0A968718-C124-4D3E-9153-49193DAA54FD}"/>
              </a:ext>
            </a:extLst>
          </p:cNvPr>
          <p:cNvSpPr/>
          <p:nvPr/>
        </p:nvSpPr>
        <p:spPr>
          <a:xfrm rot="5400000">
            <a:off x="6049204" y="2640495"/>
            <a:ext cx="254874" cy="185455"/>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2" name="矩形 11">
            <a:extLst>
              <a:ext uri="{FF2B5EF4-FFF2-40B4-BE49-F238E27FC236}">
                <a16:creationId xmlns:a16="http://schemas.microsoft.com/office/drawing/2014/main" id="{713B0799-2C17-4D8A-8B63-02E92F1B794A}"/>
              </a:ext>
            </a:extLst>
          </p:cNvPr>
          <p:cNvSpPr/>
          <p:nvPr/>
        </p:nvSpPr>
        <p:spPr>
          <a:xfrm>
            <a:off x="7547800" y="2091216"/>
            <a:ext cx="1859601" cy="42087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7030A0"/>
                </a:solidFill>
                <a:latin typeface="+mn-ea"/>
              </a:rPr>
              <a:t>复杂工程问题</a:t>
            </a:r>
          </a:p>
        </p:txBody>
      </p:sp>
      <p:sp>
        <p:nvSpPr>
          <p:cNvPr id="13" name="箭头: 右 12">
            <a:extLst>
              <a:ext uri="{FF2B5EF4-FFF2-40B4-BE49-F238E27FC236}">
                <a16:creationId xmlns:a16="http://schemas.microsoft.com/office/drawing/2014/main" id="{D919990B-2EC8-45A5-A6D2-1ACE09754FC3}"/>
              </a:ext>
            </a:extLst>
          </p:cNvPr>
          <p:cNvSpPr/>
          <p:nvPr/>
        </p:nvSpPr>
        <p:spPr>
          <a:xfrm rot="5400000">
            <a:off x="8347522" y="2647225"/>
            <a:ext cx="254874" cy="185455"/>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4" name="矩形 13">
            <a:extLst>
              <a:ext uri="{FF2B5EF4-FFF2-40B4-BE49-F238E27FC236}">
                <a16:creationId xmlns:a16="http://schemas.microsoft.com/office/drawing/2014/main" id="{1CA79740-6975-48DA-9C1F-96D1904DB5E8}"/>
              </a:ext>
            </a:extLst>
          </p:cNvPr>
          <p:cNvSpPr/>
          <p:nvPr/>
        </p:nvSpPr>
        <p:spPr>
          <a:xfrm>
            <a:off x="7251949" y="2913107"/>
            <a:ext cx="2446020" cy="13356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mn-ea"/>
              </a:rPr>
              <a:t>所学</a:t>
            </a:r>
            <a:r>
              <a:rPr lang="en-US" altLang="zh-CN" sz="2000" dirty="0">
                <a:solidFill>
                  <a:schemeClr val="tx1"/>
                </a:solidFill>
                <a:latin typeface="+mn-ea"/>
              </a:rPr>
              <a:t>vs</a:t>
            </a:r>
            <a:r>
              <a:rPr lang="zh-CN" altLang="en-US" sz="2000" dirty="0">
                <a:solidFill>
                  <a:srgbClr val="FF0000"/>
                </a:solidFill>
                <a:latin typeface="+mn-ea"/>
              </a:rPr>
              <a:t>未学</a:t>
            </a:r>
            <a:endParaRPr lang="en-US" altLang="zh-CN" sz="2000" dirty="0">
              <a:solidFill>
                <a:srgbClr val="FF0000"/>
              </a:solidFill>
              <a:latin typeface="+mn-ea"/>
            </a:endParaRPr>
          </a:p>
          <a:p>
            <a:pPr algn="ctr"/>
            <a:r>
              <a:rPr lang="zh-CN" altLang="en-US" sz="2000" dirty="0">
                <a:solidFill>
                  <a:schemeClr val="tx1"/>
                </a:solidFill>
                <a:latin typeface="+mn-ea"/>
              </a:rPr>
              <a:t>已知</a:t>
            </a:r>
            <a:r>
              <a:rPr lang="en-US" altLang="zh-CN" sz="2000" dirty="0">
                <a:solidFill>
                  <a:schemeClr val="tx1"/>
                </a:solidFill>
                <a:latin typeface="+mn-ea"/>
              </a:rPr>
              <a:t>vs</a:t>
            </a:r>
            <a:r>
              <a:rPr lang="zh-CN" altLang="en-US" sz="2000" dirty="0">
                <a:solidFill>
                  <a:srgbClr val="FF0000"/>
                </a:solidFill>
                <a:latin typeface="+mn-ea"/>
              </a:rPr>
              <a:t>未知</a:t>
            </a:r>
            <a:endParaRPr lang="en-US" altLang="zh-CN" sz="2000" dirty="0">
              <a:solidFill>
                <a:srgbClr val="FF0000"/>
              </a:solidFill>
              <a:latin typeface="+mn-ea"/>
            </a:endParaRPr>
          </a:p>
          <a:p>
            <a:pPr algn="ctr"/>
            <a:r>
              <a:rPr lang="zh-CN" altLang="en-US" sz="2000" dirty="0">
                <a:solidFill>
                  <a:schemeClr val="tx1"/>
                </a:solidFill>
                <a:latin typeface="+mn-ea"/>
              </a:rPr>
              <a:t>已知问题</a:t>
            </a:r>
            <a:r>
              <a:rPr lang="en-US" altLang="zh-CN" sz="2000" dirty="0">
                <a:solidFill>
                  <a:schemeClr val="tx1"/>
                </a:solidFill>
                <a:latin typeface="+mn-ea"/>
              </a:rPr>
              <a:t>vs</a:t>
            </a:r>
            <a:r>
              <a:rPr lang="zh-CN" altLang="en-US" sz="2000" dirty="0">
                <a:solidFill>
                  <a:srgbClr val="FF0000"/>
                </a:solidFill>
                <a:latin typeface="+mn-ea"/>
              </a:rPr>
              <a:t>未知问题</a:t>
            </a:r>
            <a:endParaRPr lang="en-US" altLang="zh-CN" sz="2000" dirty="0">
              <a:solidFill>
                <a:srgbClr val="FF0000"/>
              </a:solidFill>
              <a:latin typeface="+mn-ea"/>
            </a:endParaRPr>
          </a:p>
        </p:txBody>
      </p:sp>
      <p:sp>
        <p:nvSpPr>
          <p:cNvPr id="15" name="箭头: 右 14">
            <a:extLst>
              <a:ext uri="{FF2B5EF4-FFF2-40B4-BE49-F238E27FC236}">
                <a16:creationId xmlns:a16="http://schemas.microsoft.com/office/drawing/2014/main" id="{35A20B28-490F-4082-8775-DB9883960691}"/>
              </a:ext>
            </a:extLst>
          </p:cNvPr>
          <p:cNvSpPr/>
          <p:nvPr/>
        </p:nvSpPr>
        <p:spPr>
          <a:xfrm>
            <a:off x="2863454" y="2630910"/>
            <a:ext cx="524567" cy="181938"/>
          </a:xfrm>
          <a:prstGeom prst="rightArrow">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6" name="箭头: 右 15">
            <a:extLst>
              <a:ext uri="{FF2B5EF4-FFF2-40B4-BE49-F238E27FC236}">
                <a16:creationId xmlns:a16="http://schemas.microsoft.com/office/drawing/2014/main" id="{59829D1C-B0E7-4C0F-9A0F-ABACB7157F43}"/>
              </a:ext>
            </a:extLst>
          </p:cNvPr>
          <p:cNvSpPr/>
          <p:nvPr/>
        </p:nvSpPr>
        <p:spPr>
          <a:xfrm>
            <a:off x="4857060" y="2630910"/>
            <a:ext cx="524567" cy="181938"/>
          </a:xfrm>
          <a:prstGeom prst="rightArrow">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7" name="箭头: 右 16">
            <a:extLst>
              <a:ext uri="{FF2B5EF4-FFF2-40B4-BE49-F238E27FC236}">
                <a16:creationId xmlns:a16="http://schemas.microsoft.com/office/drawing/2014/main" id="{622A93AA-F013-4E29-8500-7E8B3B1FEEA5}"/>
              </a:ext>
            </a:extLst>
          </p:cNvPr>
          <p:cNvSpPr/>
          <p:nvPr/>
        </p:nvSpPr>
        <p:spPr>
          <a:xfrm>
            <a:off x="6969922" y="2694702"/>
            <a:ext cx="524567" cy="181938"/>
          </a:xfrm>
          <a:prstGeom prst="rightArrow">
            <a:avLst/>
          </a:prstGeom>
          <a:solidFill>
            <a:schemeClr val="accent6">
              <a:lumMod val="40000"/>
              <a:lumOff val="60000"/>
            </a:schemeClr>
          </a:solidFill>
          <a:ln>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9" name="Rectangle 4">
            <a:extLst>
              <a:ext uri="{FF2B5EF4-FFF2-40B4-BE49-F238E27FC236}">
                <a16:creationId xmlns:a16="http://schemas.microsoft.com/office/drawing/2014/main" id="{86EAF574-79BF-4EB7-9276-6F1E34F29BE0}"/>
              </a:ext>
            </a:extLst>
          </p:cNvPr>
          <p:cNvSpPr txBox="1">
            <a:spLocks/>
          </p:cNvSpPr>
          <p:nvPr/>
        </p:nvSpPr>
        <p:spPr>
          <a:xfrm>
            <a:off x="1709567" y="381579"/>
            <a:ext cx="4752717" cy="68164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latin typeface="Times New Roman" pitchFamily="18" charset="0"/>
              </a:rPr>
              <a:t>复杂工程问题解决能力</a:t>
            </a:r>
          </a:p>
        </p:txBody>
      </p:sp>
    </p:spTree>
    <p:extLst>
      <p:ext uri="{BB962C8B-B14F-4D97-AF65-F5344CB8AC3E}">
        <p14:creationId xmlns:p14="http://schemas.microsoft.com/office/powerpoint/2010/main" val="17398813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E32075F0-FEF6-4558-8F95-5CD2191C9FCA}"/>
              </a:ext>
            </a:extLst>
          </p:cNvPr>
          <p:cNvGraphicFramePr>
            <a:graphicFrameLocks noGrp="1"/>
          </p:cNvGraphicFramePr>
          <p:nvPr>
            <p:extLst>
              <p:ext uri="{D42A27DB-BD31-4B8C-83A1-F6EECF244321}">
                <p14:modId xmlns:p14="http://schemas.microsoft.com/office/powerpoint/2010/main" val="545895231"/>
              </p:ext>
            </p:extLst>
          </p:nvPr>
        </p:nvGraphicFramePr>
        <p:xfrm>
          <a:off x="384462" y="1348047"/>
          <a:ext cx="10845339" cy="2223091"/>
        </p:xfrm>
        <a:graphic>
          <a:graphicData uri="http://schemas.openxmlformats.org/drawingml/2006/table">
            <a:tbl>
              <a:tblPr firstRow="1" firstCol="1" bandRow="1">
                <a:tableStyleId>{5C22544A-7EE6-4342-B048-85BDC9FD1C3A}</a:tableStyleId>
              </a:tblPr>
              <a:tblGrid>
                <a:gridCol w="1396538">
                  <a:extLst>
                    <a:ext uri="{9D8B030D-6E8A-4147-A177-3AD203B41FA5}">
                      <a16:colId xmlns:a16="http://schemas.microsoft.com/office/drawing/2014/main" val="645296537"/>
                    </a:ext>
                  </a:extLst>
                </a:gridCol>
                <a:gridCol w="3102428">
                  <a:extLst>
                    <a:ext uri="{9D8B030D-6E8A-4147-A177-3AD203B41FA5}">
                      <a16:colId xmlns:a16="http://schemas.microsoft.com/office/drawing/2014/main" val="628684084"/>
                    </a:ext>
                  </a:extLst>
                </a:gridCol>
                <a:gridCol w="3385458">
                  <a:extLst>
                    <a:ext uri="{9D8B030D-6E8A-4147-A177-3AD203B41FA5}">
                      <a16:colId xmlns:a16="http://schemas.microsoft.com/office/drawing/2014/main" val="2328750339"/>
                    </a:ext>
                  </a:extLst>
                </a:gridCol>
                <a:gridCol w="2960915">
                  <a:extLst>
                    <a:ext uri="{9D8B030D-6E8A-4147-A177-3AD203B41FA5}">
                      <a16:colId xmlns:a16="http://schemas.microsoft.com/office/drawing/2014/main" val="1149046685"/>
                    </a:ext>
                  </a:extLst>
                </a:gridCol>
              </a:tblGrid>
              <a:tr h="337458">
                <a:tc>
                  <a:txBody>
                    <a:bodyPr/>
                    <a:lstStyle/>
                    <a:p>
                      <a:pPr algn="just">
                        <a:spcAft>
                          <a:spcPts val="0"/>
                        </a:spcAft>
                      </a:pPr>
                      <a:r>
                        <a:rPr lang="en-US" sz="2200" kern="100">
                          <a:effectLst/>
                        </a:rPr>
                        <a:t> </a:t>
                      </a:r>
                      <a:endParaRPr lang="zh-CN" sz="22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2200" kern="100" dirty="0">
                          <a:effectLst/>
                        </a:rPr>
                        <a:t>问题研究</a:t>
                      </a:r>
                      <a:endParaRPr lang="zh-CN" sz="2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2200" kern="100" dirty="0">
                          <a:effectLst/>
                        </a:rPr>
                        <a:t>解决方案设计</a:t>
                      </a:r>
                      <a:endParaRPr lang="zh-CN" sz="2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2200" kern="100" dirty="0">
                          <a:effectLst/>
                        </a:rPr>
                        <a:t>解决方案评估</a:t>
                      </a:r>
                      <a:endParaRPr lang="zh-CN" sz="2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882831491"/>
                  </a:ext>
                </a:extLst>
              </a:tr>
              <a:tr h="335279">
                <a:tc>
                  <a:txBody>
                    <a:bodyPr/>
                    <a:lstStyle/>
                    <a:p>
                      <a:pPr algn="just">
                        <a:lnSpc>
                          <a:spcPct val="125000"/>
                        </a:lnSpc>
                        <a:spcAft>
                          <a:spcPts val="0"/>
                        </a:spcAft>
                      </a:pPr>
                      <a:r>
                        <a:rPr lang="zh-CN" sz="2200" kern="100" dirty="0">
                          <a:effectLst/>
                        </a:rPr>
                        <a:t>思维类型</a:t>
                      </a:r>
                      <a:endParaRPr lang="zh-CN" sz="2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0"/>
                        </a:spcAft>
                      </a:pPr>
                      <a:r>
                        <a:rPr lang="zh-CN" sz="2000" kern="100" dirty="0">
                          <a:effectLst/>
                        </a:rPr>
                        <a:t>分析思维</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0"/>
                        </a:spcAft>
                      </a:pPr>
                      <a:r>
                        <a:rPr lang="zh-CN" sz="2000" kern="100" dirty="0">
                          <a:effectLst/>
                        </a:rPr>
                        <a:t>设计思维</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0"/>
                        </a:spcAft>
                      </a:pPr>
                      <a:r>
                        <a:rPr lang="zh-CN" sz="2000" kern="100" dirty="0">
                          <a:effectLst/>
                        </a:rPr>
                        <a:t>评估思维</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183582654"/>
                  </a:ext>
                </a:extLst>
              </a:tr>
              <a:tr h="1380425">
                <a:tc>
                  <a:txBody>
                    <a:bodyPr/>
                    <a:lstStyle/>
                    <a:p>
                      <a:pPr algn="just">
                        <a:lnSpc>
                          <a:spcPct val="125000"/>
                        </a:lnSpc>
                        <a:spcAft>
                          <a:spcPts val="0"/>
                        </a:spcAft>
                      </a:pPr>
                      <a:r>
                        <a:rPr lang="zh-CN" sz="2200" kern="100">
                          <a:effectLst/>
                        </a:rPr>
                        <a:t>抽象性和现实性</a:t>
                      </a:r>
                      <a:endParaRPr lang="zh-CN" sz="22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marL="342900" lvl="0" indent="-342900" algn="just">
                        <a:lnSpc>
                          <a:spcPct val="125000"/>
                        </a:lnSpc>
                        <a:spcAft>
                          <a:spcPts val="0"/>
                        </a:spcAft>
                        <a:buFont typeface="Wingdings" panose="05000000000000000000" pitchFamily="2" charset="2"/>
                        <a:buChar char=""/>
                      </a:pPr>
                      <a:r>
                        <a:rPr lang="zh-CN" sz="2000" kern="100" dirty="0">
                          <a:effectLst/>
                        </a:rPr>
                        <a:t>现实问题的观察和分析</a:t>
                      </a:r>
                    </a:p>
                    <a:p>
                      <a:pPr marL="342900" lvl="0" indent="-342900" algn="just">
                        <a:lnSpc>
                          <a:spcPct val="125000"/>
                        </a:lnSpc>
                        <a:spcAft>
                          <a:spcPts val="0"/>
                        </a:spcAft>
                        <a:buFont typeface="Wingdings" panose="05000000000000000000" pitchFamily="2" charset="2"/>
                        <a:buChar char=""/>
                      </a:pPr>
                      <a:r>
                        <a:rPr lang="zh-CN" sz="2000" kern="100" dirty="0">
                          <a:effectLst/>
                        </a:rPr>
                        <a:t>借用抽象理论进行分析</a:t>
                      </a:r>
                    </a:p>
                    <a:p>
                      <a:pPr marL="342900" lvl="0" indent="-342900" algn="just">
                        <a:lnSpc>
                          <a:spcPct val="125000"/>
                        </a:lnSpc>
                        <a:spcAft>
                          <a:spcPts val="0"/>
                        </a:spcAft>
                        <a:buFont typeface="Wingdings" panose="05000000000000000000" pitchFamily="2" charset="2"/>
                        <a:buChar char=""/>
                      </a:pPr>
                      <a:r>
                        <a:rPr lang="zh-CN" sz="2000" kern="100" dirty="0">
                          <a:effectLst/>
                        </a:rPr>
                        <a:t>解释当前问题发生的原因</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marL="342900" lvl="0" indent="-342900" algn="just">
                        <a:lnSpc>
                          <a:spcPct val="125000"/>
                        </a:lnSpc>
                        <a:spcAft>
                          <a:spcPts val="0"/>
                        </a:spcAft>
                        <a:buFont typeface="Wingdings" panose="05000000000000000000" pitchFamily="2" charset="2"/>
                        <a:buChar char=""/>
                      </a:pPr>
                      <a:r>
                        <a:rPr lang="zh-CN" sz="2000" kern="100" dirty="0">
                          <a:effectLst/>
                        </a:rPr>
                        <a:t>针对预期，设计目标</a:t>
                      </a:r>
                    </a:p>
                    <a:p>
                      <a:pPr marL="342900" lvl="0" indent="-342900" algn="just">
                        <a:lnSpc>
                          <a:spcPct val="125000"/>
                        </a:lnSpc>
                        <a:spcAft>
                          <a:spcPts val="0"/>
                        </a:spcAft>
                        <a:buFont typeface="Wingdings" panose="05000000000000000000" pitchFamily="2" charset="2"/>
                        <a:buChar char=""/>
                      </a:pPr>
                      <a:r>
                        <a:rPr lang="zh-CN" sz="2000" kern="100" dirty="0">
                          <a:effectLst/>
                        </a:rPr>
                        <a:t>针对目标，设计解决方案</a:t>
                      </a:r>
                    </a:p>
                    <a:p>
                      <a:pPr marL="342900" lvl="0" indent="-342900" algn="just">
                        <a:lnSpc>
                          <a:spcPct val="125000"/>
                        </a:lnSpc>
                        <a:spcAft>
                          <a:spcPts val="0"/>
                        </a:spcAft>
                        <a:buFont typeface="Wingdings" panose="05000000000000000000" pitchFamily="2" charset="2"/>
                        <a:buChar char=""/>
                      </a:pPr>
                      <a:r>
                        <a:rPr lang="zh-CN" sz="2000" kern="100" dirty="0">
                          <a:effectLst/>
                        </a:rPr>
                        <a:t>借助理论推演和实践经验的启发设计工作</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marL="342900" lvl="0" indent="-342900" algn="just">
                        <a:lnSpc>
                          <a:spcPct val="125000"/>
                        </a:lnSpc>
                        <a:spcAft>
                          <a:spcPts val="0"/>
                        </a:spcAft>
                        <a:buFont typeface="Wingdings" panose="05000000000000000000" pitchFamily="2" charset="2"/>
                        <a:buChar char=""/>
                      </a:pPr>
                      <a:r>
                        <a:rPr lang="zh-CN" sz="2000" kern="100" dirty="0">
                          <a:effectLst/>
                        </a:rPr>
                        <a:t>对具体解决方案评估</a:t>
                      </a:r>
                    </a:p>
                    <a:p>
                      <a:pPr marL="342900" lvl="0" indent="-342900" algn="just">
                        <a:lnSpc>
                          <a:spcPct val="125000"/>
                        </a:lnSpc>
                        <a:spcAft>
                          <a:spcPts val="0"/>
                        </a:spcAft>
                        <a:buFont typeface="Wingdings" panose="05000000000000000000" pitchFamily="2" charset="2"/>
                        <a:buChar char=""/>
                      </a:pPr>
                      <a:r>
                        <a:rPr lang="zh-CN" sz="2000" kern="100" dirty="0">
                          <a:effectLst/>
                        </a:rPr>
                        <a:t>对设计假设的评估</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849036407"/>
                  </a:ext>
                </a:extLst>
              </a:tr>
            </a:tbl>
          </a:graphicData>
        </a:graphic>
      </p:graphicFrame>
      <p:sp>
        <p:nvSpPr>
          <p:cNvPr id="3" name="标题 1">
            <a:extLst>
              <a:ext uri="{FF2B5EF4-FFF2-40B4-BE49-F238E27FC236}">
                <a16:creationId xmlns:a16="http://schemas.microsoft.com/office/drawing/2014/main" id="{AFA40677-A8DF-4D77-82BE-4ED25F8EF730}"/>
              </a:ext>
            </a:extLst>
          </p:cNvPr>
          <p:cNvSpPr txBox="1">
            <a:spLocks noChangeArrowheads="1"/>
          </p:cNvSpPr>
          <p:nvPr/>
        </p:nvSpPr>
        <p:spPr>
          <a:xfrm>
            <a:off x="1748939" y="418034"/>
            <a:ext cx="5511832" cy="47459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三阶段思维和能力要求</a:t>
            </a:r>
          </a:p>
        </p:txBody>
      </p:sp>
    </p:spTree>
    <p:extLst>
      <p:ext uri="{BB962C8B-B14F-4D97-AF65-F5344CB8AC3E}">
        <p14:creationId xmlns:p14="http://schemas.microsoft.com/office/powerpoint/2010/main" val="11669775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EC77D2-0A7C-4E82-BB6C-5F5244C86A4C}"/>
              </a:ext>
            </a:extLst>
          </p:cNvPr>
          <p:cNvSpPr txBox="1">
            <a:spLocks noChangeArrowheads="1"/>
          </p:cNvSpPr>
          <p:nvPr/>
        </p:nvSpPr>
        <p:spPr>
          <a:xfrm>
            <a:off x="1812471" y="433972"/>
            <a:ext cx="7217923"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素质：科学理性的价值体系</a:t>
            </a:r>
          </a:p>
        </p:txBody>
      </p:sp>
      <p:sp>
        <p:nvSpPr>
          <p:cNvPr id="3" name="矩形 2">
            <a:extLst>
              <a:ext uri="{FF2B5EF4-FFF2-40B4-BE49-F238E27FC236}">
                <a16:creationId xmlns:a16="http://schemas.microsoft.com/office/drawing/2014/main" id="{EC337ED2-1348-485C-B526-15C2113B04E5}"/>
              </a:ext>
            </a:extLst>
          </p:cNvPr>
          <p:cNvSpPr/>
          <p:nvPr/>
        </p:nvSpPr>
        <p:spPr>
          <a:xfrm>
            <a:off x="416377" y="1141298"/>
            <a:ext cx="10850337" cy="158557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zh-CN" sz="2400" kern="100" dirty="0">
                <a:solidFill>
                  <a:schemeClr val="tx1"/>
                </a:solidFill>
                <a:latin typeface="+mj-ea"/>
                <a:ea typeface="+mj-ea"/>
                <a:cs typeface="Times New Roman" panose="02020603050405020304" pitchFamily="18" charset="0"/>
              </a:rPr>
              <a:t>工程</a:t>
            </a:r>
            <a:r>
              <a:rPr lang="zh-CN" altLang="en-US" sz="2400" kern="100" dirty="0">
                <a:solidFill>
                  <a:schemeClr val="tx1"/>
                </a:solidFill>
                <a:latin typeface="+mj-ea"/>
                <a:ea typeface="+mj-ea"/>
                <a:cs typeface="Times New Roman" panose="02020603050405020304" pitchFamily="18" charset="0"/>
              </a:rPr>
              <a:t>：</a:t>
            </a:r>
            <a:r>
              <a:rPr lang="zh-CN" altLang="zh-CN" sz="2400" kern="100" dirty="0">
                <a:solidFill>
                  <a:schemeClr val="tx1"/>
                </a:solidFill>
                <a:latin typeface="+mj-ea"/>
                <a:ea typeface="+mj-ea"/>
                <a:cs typeface="Times New Roman" panose="02020603050405020304" pitchFamily="18" charset="0"/>
              </a:rPr>
              <a:t>“</a:t>
            </a:r>
            <a:r>
              <a:rPr lang="zh-CN" altLang="zh-CN" sz="2400" b="1" kern="100" dirty="0">
                <a:solidFill>
                  <a:srgbClr val="FF0000"/>
                </a:solidFill>
                <a:latin typeface="+mj-ea"/>
                <a:ea typeface="+mj-ea"/>
                <a:cs typeface="Times New Roman" panose="02020603050405020304" pitchFamily="18" charset="0"/>
              </a:rPr>
              <a:t>造物</a:t>
            </a:r>
            <a:r>
              <a:rPr lang="zh-CN" altLang="zh-CN" sz="2400" kern="100" dirty="0">
                <a:solidFill>
                  <a:schemeClr val="tx1"/>
                </a:solidFill>
                <a:latin typeface="+mj-ea"/>
                <a:ea typeface="+mj-ea"/>
                <a:cs typeface="Times New Roman" panose="02020603050405020304" pitchFamily="18" charset="0"/>
              </a:rPr>
              <a:t>”</a:t>
            </a:r>
            <a:endParaRPr lang="en-US" altLang="zh-CN" sz="2400" kern="100" dirty="0">
              <a:solidFill>
                <a:schemeClr val="tx1"/>
              </a:solidFill>
              <a:latin typeface="+mj-ea"/>
              <a:ea typeface="+mj-ea"/>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400" kern="100" dirty="0">
                <a:solidFill>
                  <a:schemeClr val="tx1"/>
                </a:solidFill>
                <a:latin typeface="+mj-ea"/>
                <a:ea typeface="+mj-ea"/>
                <a:cs typeface="Times New Roman" panose="02020603050405020304" pitchFamily="18" charset="0"/>
              </a:rPr>
              <a:t>自然</a:t>
            </a:r>
            <a:r>
              <a:rPr lang="zh-CN" altLang="zh-CN" sz="2400" dirty="0">
                <a:solidFill>
                  <a:schemeClr val="tx1"/>
                </a:solidFill>
                <a:latin typeface="+mj-ea"/>
                <a:ea typeface="+mj-ea"/>
              </a:rPr>
              <a:t>科学问题存在唯一答案，工程问题没有唯一答案，以实现价值为目标。</a:t>
            </a:r>
            <a:endParaRPr lang="en-US" altLang="zh-CN" sz="2400" dirty="0">
              <a:solidFill>
                <a:schemeClr val="tx1"/>
              </a:solidFill>
              <a:latin typeface="+mj-ea"/>
              <a:ea typeface="+mj-ea"/>
            </a:endParaRPr>
          </a:p>
          <a:p>
            <a:pPr marL="342900" indent="-342900">
              <a:lnSpc>
                <a:spcPct val="150000"/>
              </a:lnSpc>
              <a:buFont typeface="Arial" panose="020B0604020202020204" pitchFamily="34" charset="0"/>
              <a:buChar char="•"/>
            </a:pPr>
            <a:r>
              <a:rPr lang="zh-CN" altLang="en-US" sz="2400" b="1" dirty="0">
                <a:solidFill>
                  <a:srgbClr val="FF0000"/>
                </a:solidFill>
                <a:latin typeface="+mj-ea"/>
                <a:ea typeface="+mj-ea"/>
              </a:rPr>
              <a:t>价值体系：工程的灵魂</a:t>
            </a:r>
            <a:endParaRPr lang="zh-CN" altLang="en-US" sz="2400" dirty="0">
              <a:solidFill>
                <a:schemeClr val="tx1"/>
              </a:solidFill>
              <a:latin typeface="+mj-ea"/>
              <a:ea typeface="+mj-ea"/>
            </a:endParaRPr>
          </a:p>
        </p:txBody>
      </p:sp>
      <p:sp>
        <p:nvSpPr>
          <p:cNvPr id="23" name="矩形 22">
            <a:extLst>
              <a:ext uri="{FF2B5EF4-FFF2-40B4-BE49-F238E27FC236}">
                <a16:creationId xmlns:a16="http://schemas.microsoft.com/office/drawing/2014/main" id="{AF565FC4-EAEA-4E1B-92CE-BA561993E940}"/>
              </a:ext>
            </a:extLst>
          </p:cNvPr>
          <p:cNvSpPr/>
          <p:nvPr/>
        </p:nvSpPr>
        <p:spPr>
          <a:xfrm>
            <a:off x="637613" y="5594238"/>
            <a:ext cx="10629101" cy="400110"/>
          </a:xfrm>
          <a:prstGeom prst="rect">
            <a:avLst/>
          </a:prstGeom>
          <a:solidFill>
            <a:schemeClr val="accent6">
              <a:lumMod val="40000"/>
              <a:lumOff val="60000"/>
            </a:schemeClr>
          </a:solidFill>
          <a:ln>
            <a:noFill/>
          </a:ln>
        </p:spPr>
        <p:txBody>
          <a:bodyPr wrap="square">
            <a:spAutoFit/>
          </a:bodyPr>
          <a:lstStyle/>
          <a:p>
            <a:r>
              <a:rPr lang="zh-CN" altLang="en-US" sz="2000" b="1" kern="100" dirty="0">
                <a:latin typeface="+mn-ea"/>
                <a:cs typeface="Times New Roman" panose="02020603050405020304" pitchFamily="18" charset="0"/>
              </a:rPr>
              <a:t>港珠澳大桥主体工程目标</a:t>
            </a:r>
            <a:r>
              <a:rPr lang="zh-CN" altLang="en-US" sz="2000" kern="100" dirty="0">
                <a:latin typeface="+mn-ea"/>
                <a:cs typeface="Times New Roman" panose="02020603050405020304" pitchFamily="18" charset="0"/>
              </a:rPr>
              <a:t>：</a:t>
            </a:r>
            <a:r>
              <a:rPr lang="zh-CN" altLang="en-US" sz="2000" kern="100" dirty="0">
                <a:solidFill>
                  <a:srgbClr val="7030A0"/>
                </a:solidFill>
                <a:latin typeface="+mn-ea"/>
                <a:cs typeface="Times New Roman" panose="02020603050405020304" pitchFamily="18" charset="0"/>
              </a:rPr>
              <a:t>“</a:t>
            </a:r>
            <a:r>
              <a:rPr lang="zh-CN" altLang="zh-CN" sz="2000" b="1" kern="100" dirty="0">
                <a:solidFill>
                  <a:srgbClr val="7030A0"/>
                </a:solidFill>
                <a:latin typeface="+mn-ea"/>
                <a:cs typeface="Times New Roman" panose="02020603050405020304" pitchFamily="18" charset="0"/>
              </a:rPr>
              <a:t>建设世界级跨海通道、为用户提供优质服务、成为地标性建筑</a:t>
            </a:r>
            <a:r>
              <a:rPr lang="zh-CN" altLang="zh-CN" sz="2000" kern="100" dirty="0">
                <a:solidFill>
                  <a:srgbClr val="7030A0"/>
                </a:solidFill>
                <a:latin typeface="+mn-ea"/>
                <a:cs typeface="Times New Roman" panose="02020603050405020304" pitchFamily="18" charset="0"/>
              </a:rPr>
              <a:t>”</a:t>
            </a:r>
            <a:endParaRPr lang="zh-CN" altLang="en-US" sz="2000" kern="100" dirty="0">
              <a:solidFill>
                <a:srgbClr val="7030A0"/>
              </a:solidFill>
              <a:latin typeface="+mn-ea"/>
              <a:cs typeface="Times New Roman" panose="02020603050405020304" pitchFamily="18" charset="0"/>
            </a:endParaRPr>
          </a:p>
        </p:txBody>
      </p:sp>
    </p:spTree>
    <p:extLst>
      <p:ext uri="{BB962C8B-B14F-4D97-AF65-F5344CB8AC3E}">
        <p14:creationId xmlns:p14="http://schemas.microsoft.com/office/powerpoint/2010/main" val="42327213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575DCC8-383C-4528-B4FD-4FE28C67FE42}"/>
              </a:ext>
            </a:extLst>
          </p:cNvPr>
          <p:cNvSpPr/>
          <p:nvPr/>
        </p:nvSpPr>
        <p:spPr>
          <a:xfrm>
            <a:off x="416380" y="1112981"/>
            <a:ext cx="10891156" cy="5093702"/>
          </a:xfrm>
          <a:prstGeom prst="rect">
            <a:avLst/>
          </a:prstGeom>
        </p:spPr>
        <p:txBody>
          <a:bodyPr wrap="square">
            <a:spAutoFit/>
          </a:bodyPr>
          <a:lstStyle/>
          <a:p>
            <a:pPr>
              <a:lnSpc>
                <a:spcPct val="150000"/>
              </a:lnSpc>
            </a:pPr>
            <a:r>
              <a:rPr lang="zh-CN" altLang="en-US" sz="2000" b="1" dirty="0">
                <a:latin typeface="+mn-ea"/>
                <a:cs typeface="Times New Roman" panose="02020603050405020304" pitchFamily="18" charset="0"/>
              </a:rPr>
              <a:t>早期的工程教育：</a:t>
            </a:r>
            <a:endParaRPr lang="en-US" altLang="zh-CN" sz="2000" dirty="0">
              <a:latin typeface="+mn-ea"/>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dirty="0">
                <a:latin typeface="+mn-ea"/>
                <a:cs typeface="Times New Roman" panose="02020603050405020304" pitchFamily="18" charset="0"/>
              </a:rPr>
              <a:t>“</a:t>
            </a:r>
            <a:r>
              <a:rPr lang="zh-CN" altLang="zh-CN" sz="2000" dirty="0">
                <a:latin typeface="+mn-ea"/>
                <a:cs typeface="Times New Roman" panose="02020603050405020304" pitchFamily="18" charset="0"/>
              </a:rPr>
              <a:t>半个世纪前，我是工程系的一名学生，当时许多学生被工程学吸引，原因是这样他们就不必与“人和社会”（人的组织）打交道。工程教育中的人文和社会科学部分明显处于</a:t>
            </a:r>
            <a:r>
              <a:rPr lang="zh-CN" altLang="zh-CN" sz="2000" b="1" dirty="0">
                <a:solidFill>
                  <a:srgbClr val="FF0000"/>
                </a:solidFill>
                <a:latin typeface="+mn-ea"/>
                <a:cs typeface="Times New Roman" panose="02020603050405020304" pitchFamily="18" charset="0"/>
              </a:rPr>
              <a:t>次要地位</a:t>
            </a:r>
            <a:r>
              <a:rPr lang="zh-CN" altLang="zh-CN" sz="2000" dirty="0">
                <a:latin typeface="+mn-ea"/>
                <a:cs typeface="Times New Roman" panose="02020603050405020304" pitchFamily="18" charset="0"/>
              </a:rPr>
              <a:t>，甚至与技术部分脱节。</a:t>
            </a:r>
            <a:r>
              <a:rPr lang="en-US" altLang="zh-CN" sz="2000" dirty="0">
                <a:latin typeface="+mn-ea"/>
                <a:cs typeface="Times New Roman" panose="02020603050405020304" pitchFamily="18" charset="0"/>
              </a:rPr>
              <a:t>”</a:t>
            </a:r>
          </a:p>
          <a:p>
            <a:pPr marL="342900" indent="-342900">
              <a:lnSpc>
                <a:spcPct val="150000"/>
              </a:lnSpc>
              <a:buFont typeface="Arial" panose="020B0604020202020204" pitchFamily="34" charset="0"/>
              <a:buChar char="•"/>
            </a:pPr>
            <a:r>
              <a:rPr lang="en-US" altLang="zh-CN" sz="2000" dirty="0">
                <a:latin typeface="+mn-ea"/>
                <a:cs typeface="Times New Roman" panose="02020603050405020304" pitchFamily="18" charset="0"/>
              </a:rPr>
              <a:t>“</a:t>
            </a:r>
            <a:r>
              <a:rPr lang="zh-CN" altLang="en-US" sz="2000" dirty="0">
                <a:latin typeface="+mn-ea"/>
                <a:cs typeface="Times New Roman" panose="02020603050405020304" pitchFamily="18" charset="0"/>
              </a:rPr>
              <a:t>在整个</a:t>
            </a:r>
            <a:r>
              <a:rPr lang="en-US" altLang="zh-CN" sz="2000" dirty="0">
                <a:latin typeface="+mn-ea"/>
                <a:cs typeface="Times New Roman" panose="02020603050405020304" pitchFamily="18" charset="0"/>
              </a:rPr>
              <a:t>20</a:t>
            </a:r>
            <a:r>
              <a:rPr lang="zh-CN" altLang="en-US" sz="2000" dirty="0">
                <a:latin typeface="+mn-ea"/>
                <a:cs typeface="Times New Roman" panose="02020603050405020304" pitchFamily="18" charset="0"/>
              </a:rPr>
              <a:t>世纪和更早的时候，在美国的工程教育中只有两个词，即“</a:t>
            </a:r>
            <a:r>
              <a:rPr lang="zh-CN" altLang="en-US" sz="2000" b="1" dirty="0">
                <a:solidFill>
                  <a:srgbClr val="FF0000"/>
                </a:solidFill>
                <a:latin typeface="+mn-ea"/>
                <a:cs typeface="Times New Roman" panose="02020603050405020304" pitchFamily="18" charset="0"/>
              </a:rPr>
              <a:t>创造</a:t>
            </a:r>
            <a:r>
              <a:rPr lang="zh-CN" altLang="en-US" sz="2000" dirty="0">
                <a:latin typeface="+mn-ea"/>
                <a:cs typeface="Times New Roman" panose="02020603050405020304" pitchFamily="18" charset="0"/>
              </a:rPr>
              <a:t>”和“</a:t>
            </a:r>
            <a:r>
              <a:rPr lang="zh-CN" altLang="en-US" sz="2000" b="1" dirty="0">
                <a:solidFill>
                  <a:srgbClr val="FF0000"/>
                </a:solidFill>
                <a:latin typeface="+mn-ea"/>
                <a:cs typeface="Times New Roman" panose="02020603050405020304" pitchFamily="18" charset="0"/>
              </a:rPr>
              <a:t>解决方案</a:t>
            </a:r>
            <a:r>
              <a:rPr lang="zh-CN" altLang="en-US" sz="2000" dirty="0">
                <a:latin typeface="+mn-ea"/>
                <a:cs typeface="Times New Roman" panose="02020603050405020304" pitchFamily="18" charset="0"/>
              </a:rPr>
              <a:t>”，被用来描述工程，在许多人的脑海中工程本身亦是这样。”</a:t>
            </a:r>
            <a:endParaRPr lang="en-US" altLang="zh-CN" sz="2000" dirty="0">
              <a:latin typeface="+mn-ea"/>
              <a:cs typeface="Times New Roman" panose="02020603050405020304" pitchFamily="18" charset="0"/>
            </a:endParaRPr>
          </a:p>
          <a:p>
            <a:pPr>
              <a:lnSpc>
                <a:spcPct val="150000"/>
              </a:lnSpc>
            </a:pPr>
            <a:r>
              <a:rPr lang="zh-CN" altLang="zh-CN" sz="2000" b="1" dirty="0">
                <a:latin typeface="+mn-ea"/>
                <a:cs typeface="Times New Roman" panose="02020603050405020304" pitchFamily="18" charset="0"/>
              </a:rPr>
              <a:t>造成了负面</a:t>
            </a:r>
            <a:r>
              <a:rPr lang="zh-CN" altLang="en-US" sz="2000" b="1" dirty="0">
                <a:latin typeface="+mn-ea"/>
                <a:cs typeface="Times New Roman" panose="02020603050405020304" pitchFamily="18" charset="0"/>
              </a:rPr>
              <a:t>结果：</a:t>
            </a:r>
            <a:endParaRPr lang="en-US" altLang="zh-CN" sz="2000" dirty="0">
              <a:latin typeface="+mn-ea"/>
              <a:cs typeface="Times New Roman" panose="02020603050405020304" pitchFamily="18" charset="0"/>
            </a:endParaRPr>
          </a:p>
          <a:p>
            <a:pPr marL="285750" indent="-285750">
              <a:lnSpc>
                <a:spcPct val="150000"/>
              </a:lnSpc>
              <a:buFont typeface="Arial" panose="020B0604020202020204" pitchFamily="34" charset="0"/>
              <a:buChar char="•"/>
            </a:pPr>
            <a:r>
              <a:rPr lang="zh-CN" altLang="en-US" sz="2000" dirty="0">
                <a:latin typeface="+mn-ea"/>
                <a:cs typeface="Times New Roman" panose="02020603050405020304" pitchFamily="18" charset="0"/>
              </a:rPr>
              <a:t>“</a:t>
            </a:r>
            <a:r>
              <a:rPr lang="zh-CN" altLang="zh-CN" sz="2000" dirty="0">
                <a:latin typeface="+mn-ea"/>
                <a:cs typeface="Times New Roman" panose="02020603050405020304" pitchFamily="18" charset="0"/>
              </a:rPr>
              <a:t>工程教育使工程学学生与工程用户脱节，以及工程用户与工程脱节。</a:t>
            </a:r>
            <a:r>
              <a:rPr lang="zh-CN" altLang="en-US" sz="2000" dirty="0">
                <a:latin typeface="+mn-ea"/>
                <a:cs typeface="Times New Roman" panose="02020603050405020304" pitchFamily="18" charset="0"/>
              </a:rPr>
              <a:t>”</a:t>
            </a:r>
            <a:endParaRPr lang="en-US" altLang="zh-CN" sz="2000" dirty="0">
              <a:latin typeface="+mn-ea"/>
              <a:cs typeface="Times New Roman" panose="02020603050405020304" pitchFamily="18" charset="0"/>
            </a:endParaRPr>
          </a:p>
          <a:p>
            <a:pPr marL="285750" indent="-285750">
              <a:lnSpc>
                <a:spcPct val="150000"/>
              </a:lnSpc>
              <a:buFont typeface="Arial" panose="020B0604020202020204" pitchFamily="34" charset="0"/>
              <a:buChar char="•"/>
            </a:pPr>
            <a:r>
              <a:rPr lang="zh-CN" altLang="en-US" sz="2000" dirty="0">
                <a:latin typeface="+mn-ea"/>
                <a:cs typeface="Times New Roman" panose="02020603050405020304" pitchFamily="18" charset="0"/>
              </a:rPr>
              <a:t>“</a:t>
            </a:r>
            <a:r>
              <a:rPr lang="zh-CN" altLang="zh-CN" sz="2000" dirty="0">
                <a:latin typeface="+mn-ea"/>
                <a:cs typeface="Times New Roman" panose="02020603050405020304" pitchFamily="18" charset="0"/>
              </a:rPr>
              <a:t>没有认识到工程的责任是服务用户、人民和社会，因此工程教育是不完整的，更糟糕的是工程教育甚至具有误导性。</a:t>
            </a:r>
            <a:r>
              <a:rPr lang="zh-CN" altLang="en-US" sz="2000" dirty="0">
                <a:latin typeface="+mn-ea"/>
                <a:cs typeface="Times New Roman" panose="02020603050405020304" pitchFamily="18" charset="0"/>
              </a:rPr>
              <a:t>”</a:t>
            </a:r>
            <a:endParaRPr lang="en-US" altLang="zh-CN" sz="2000" dirty="0">
              <a:latin typeface="+mn-ea"/>
              <a:cs typeface="Times New Roman" panose="02020603050405020304" pitchFamily="18" charset="0"/>
            </a:endParaRPr>
          </a:p>
          <a:p>
            <a:pPr>
              <a:spcBef>
                <a:spcPts val="600"/>
              </a:spcBef>
            </a:pPr>
            <a:endParaRPr lang="en-US" altLang="zh-CN" sz="2000" dirty="0">
              <a:latin typeface="+mn-ea"/>
              <a:cs typeface="Times New Roman" panose="02020603050405020304" pitchFamily="18" charset="0"/>
            </a:endParaRPr>
          </a:p>
        </p:txBody>
      </p:sp>
      <p:sp>
        <p:nvSpPr>
          <p:cNvPr id="6" name="矩形 5">
            <a:extLst>
              <a:ext uri="{FF2B5EF4-FFF2-40B4-BE49-F238E27FC236}">
                <a16:creationId xmlns:a16="http://schemas.microsoft.com/office/drawing/2014/main" id="{0A49972B-C08A-4A8A-BB1A-A7EC52009FA2}"/>
              </a:ext>
            </a:extLst>
          </p:cNvPr>
          <p:cNvSpPr/>
          <p:nvPr/>
        </p:nvSpPr>
        <p:spPr>
          <a:xfrm>
            <a:off x="236764" y="6211669"/>
            <a:ext cx="11527972" cy="646331"/>
          </a:xfrm>
          <a:prstGeom prst="rect">
            <a:avLst/>
          </a:prstGeom>
        </p:spPr>
        <p:txBody>
          <a:bodyPr wrap="square">
            <a:spAutoFit/>
          </a:bodyPr>
          <a:lstStyle/>
          <a:p>
            <a:r>
              <a:rPr lang="zh-CN" altLang="en-US" dirty="0"/>
              <a:t>中国工程院外籍院士、美国国家工程院院士 </a:t>
            </a:r>
            <a:r>
              <a:rPr lang="en-US" altLang="zh-CN" dirty="0">
                <a:solidFill>
                  <a:srgbClr val="333333"/>
                </a:solidFill>
                <a:latin typeface="-apple-system"/>
              </a:rPr>
              <a:t>C.D. Mote Jr. Engineering in the 21st Century: The Grand Challenges and the Grand Challenges Scholars Program</a:t>
            </a:r>
          </a:p>
        </p:txBody>
      </p:sp>
      <p:sp>
        <p:nvSpPr>
          <p:cNvPr id="5" name="标题 1">
            <a:extLst>
              <a:ext uri="{FF2B5EF4-FFF2-40B4-BE49-F238E27FC236}">
                <a16:creationId xmlns:a16="http://schemas.microsoft.com/office/drawing/2014/main" id="{FB77CAF8-EA67-4C9A-A719-CB27169FB149}"/>
              </a:ext>
            </a:extLst>
          </p:cNvPr>
          <p:cNvSpPr txBox="1">
            <a:spLocks noChangeArrowheads="1"/>
          </p:cNvSpPr>
          <p:nvPr/>
        </p:nvSpPr>
        <p:spPr>
          <a:xfrm>
            <a:off x="1812471" y="433972"/>
            <a:ext cx="7217923"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素质：科学理性的价值体系</a:t>
            </a:r>
          </a:p>
        </p:txBody>
      </p:sp>
    </p:spTree>
    <p:extLst>
      <p:ext uri="{BB962C8B-B14F-4D97-AF65-F5344CB8AC3E}">
        <p14:creationId xmlns:p14="http://schemas.microsoft.com/office/powerpoint/2010/main" val="1610583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4E1FA055-713C-49F9-9C7F-B2E2E9731EAA}"/>
              </a:ext>
            </a:extLst>
          </p:cNvPr>
          <p:cNvSpPr/>
          <p:nvPr/>
        </p:nvSpPr>
        <p:spPr>
          <a:xfrm>
            <a:off x="449037" y="1203753"/>
            <a:ext cx="10654392" cy="400110"/>
          </a:xfrm>
          <a:prstGeom prst="rect">
            <a:avLst/>
          </a:prstGeom>
        </p:spPr>
        <p:txBody>
          <a:bodyPr wrap="square">
            <a:spAutoFit/>
          </a:bodyPr>
          <a:lstStyle/>
          <a:p>
            <a:pPr>
              <a:spcBef>
                <a:spcPts val="600"/>
              </a:spcBef>
            </a:pPr>
            <a:r>
              <a:rPr lang="zh-CN" altLang="zh-CN" sz="2000" dirty="0">
                <a:latin typeface="+mn-ea"/>
                <a:cs typeface="Times New Roman" panose="02020603050405020304" pitchFamily="18" charset="0"/>
              </a:rPr>
              <a:t>《</a:t>
            </a:r>
            <a:r>
              <a:rPr lang="en-US" altLang="zh-CN" sz="2000" dirty="0">
                <a:latin typeface="+mn-ea"/>
                <a:cs typeface="Times New Roman" panose="02020603050405020304" pitchFamily="18" charset="0"/>
              </a:rPr>
              <a:t>21</a:t>
            </a:r>
            <a:r>
              <a:rPr lang="zh-CN" altLang="zh-CN" sz="2000" dirty="0">
                <a:latin typeface="+mn-ea"/>
                <a:cs typeface="Times New Roman" panose="02020603050405020304" pitchFamily="18" charset="0"/>
              </a:rPr>
              <a:t>世纪工程重大挑战》愿景</a:t>
            </a:r>
            <a:r>
              <a:rPr lang="zh-CN" altLang="en-US" sz="2000" dirty="0">
                <a:latin typeface="+mn-ea"/>
                <a:cs typeface="Times New Roman" panose="02020603050405020304" pitchFamily="18" charset="0"/>
              </a:rPr>
              <a:t>：</a:t>
            </a:r>
            <a:r>
              <a:rPr lang="zh-CN" altLang="zh-CN" sz="2000" dirty="0">
                <a:latin typeface="+mn-ea"/>
                <a:cs typeface="Times New Roman" panose="02020603050405020304" pitchFamily="18" charset="0"/>
              </a:rPr>
              <a:t>将</a:t>
            </a:r>
            <a:r>
              <a:rPr lang="zh-CN" altLang="zh-CN" sz="2000" b="1" dirty="0">
                <a:solidFill>
                  <a:srgbClr val="FF0000"/>
                </a:solidFill>
                <a:latin typeface="+mn-ea"/>
                <a:cs typeface="Times New Roman" panose="02020603050405020304" pitchFamily="18" charset="0"/>
              </a:rPr>
              <a:t>用户部分</a:t>
            </a:r>
            <a:r>
              <a:rPr lang="zh-CN" altLang="zh-CN" sz="2000" dirty="0">
                <a:latin typeface="+mn-ea"/>
                <a:cs typeface="Times New Roman" panose="02020603050405020304" pitchFamily="18" charset="0"/>
              </a:rPr>
              <a:t>作为工程的目标突出显示。</a:t>
            </a:r>
            <a:endParaRPr lang="en-US" altLang="zh-CN" sz="2000" dirty="0">
              <a:latin typeface="+mn-ea"/>
              <a:cs typeface="Times New Roman" panose="02020603050405020304" pitchFamily="18" charset="0"/>
            </a:endParaRPr>
          </a:p>
        </p:txBody>
      </p:sp>
      <p:sp>
        <p:nvSpPr>
          <p:cNvPr id="7" name="矩形 6">
            <a:extLst>
              <a:ext uri="{FF2B5EF4-FFF2-40B4-BE49-F238E27FC236}">
                <a16:creationId xmlns:a16="http://schemas.microsoft.com/office/drawing/2014/main" id="{D6C53509-A88C-479B-96F6-0E7B62FA4227}"/>
              </a:ext>
            </a:extLst>
          </p:cNvPr>
          <p:cNvSpPr/>
          <p:nvPr/>
        </p:nvSpPr>
        <p:spPr>
          <a:xfrm>
            <a:off x="2306189" y="1799742"/>
            <a:ext cx="2867891" cy="707886"/>
          </a:xfrm>
          <a:prstGeom prst="rect">
            <a:avLst/>
          </a:prstGeom>
          <a:ln>
            <a:solidFill>
              <a:srgbClr val="25214B"/>
            </a:solidFill>
          </a:ln>
        </p:spPr>
        <p:txBody>
          <a:bodyPr wrap="square">
            <a:spAutoFit/>
          </a:bodyPr>
          <a:lstStyle/>
          <a:p>
            <a:pPr algn="ctr"/>
            <a:r>
              <a:rPr lang="zh-CN" altLang="en-US" sz="2000" dirty="0"/>
              <a:t>工程的技术部分</a:t>
            </a:r>
            <a:r>
              <a:rPr lang="zh-CN" altLang="en-US" sz="2000" dirty="0">
                <a:solidFill>
                  <a:srgbClr val="333333"/>
                </a:solidFill>
                <a:latin typeface="-apple-system"/>
              </a:rPr>
              <a:t>“</a:t>
            </a:r>
            <a:r>
              <a:rPr lang="zh-CN" altLang="en-US" sz="2000" b="1" dirty="0">
                <a:solidFill>
                  <a:srgbClr val="FF0000"/>
                </a:solidFill>
                <a:latin typeface="-apple-system"/>
              </a:rPr>
              <a:t>创造</a:t>
            </a:r>
            <a:r>
              <a:rPr lang="zh-CN" altLang="en-US" sz="2000" dirty="0">
                <a:solidFill>
                  <a:srgbClr val="333333"/>
                </a:solidFill>
                <a:latin typeface="-apple-system"/>
              </a:rPr>
              <a:t>”和“</a:t>
            </a:r>
            <a:r>
              <a:rPr lang="zh-CN" altLang="en-US" sz="2000" b="1" dirty="0">
                <a:solidFill>
                  <a:srgbClr val="FF0000"/>
                </a:solidFill>
                <a:latin typeface="-apple-system"/>
              </a:rPr>
              <a:t>解决方案</a:t>
            </a:r>
            <a:r>
              <a:rPr lang="zh-CN" altLang="en-US" sz="2000" dirty="0">
                <a:solidFill>
                  <a:srgbClr val="333333"/>
                </a:solidFill>
                <a:latin typeface="-apple-system"/>
              </a:rPr>
              <a:t>”</a:t>
            </a:r>
            <a:endParaRPr lang="zh-CN" altLang="en-US" sz="2000" dirty="0"/>
          </a:p>
        </p:txBody>
      </p:sp>
      <p:sp>
        <p:nvSpPr>
          <p:cNvPr id="8" name="矩形 7">
            <a:extLst>
              <a:ext uri="{FF2B5EF4-FFF2-40B4-BE49-F238E27FC236}">
                <a16:creationId xmlns:a16="http://schemas.microsoft.com/office/drawing/2014/main" id="{9BA89A21-F278-4EDA-9E4C-3DADD97D2CC2}"/>
              </a:ext>
            </a:extLst>
          </p:cNvPr>
          <p:cNvSpPr/>
          <p:nvPr/>
        </p:nvSpPr>
        <p:spPr>
          <a:xfrm>
            <a:off x="6362800" y="1799742"/>
            <a:ext cx="2867891" cy="707886"/>
          </a:xfrm>
          <a:prstGeom prst="rect">
            <a:avLst/>
          </a:prstGeom>
          <a:ln>
            <a:solidFill>
              <a:srgbClr val="25214B"/>
            </a:solidFill>
          </a:ln>
        </p:spPr>
        <p:txBody>
          <a:bodyPr wrap="square">
            <a:spAutoFit/>
          </a:bodyPr>
          <a:lstStyle/>
          <a:p>
            <a:pPr algn="ctr"/>
            <a:r>
              <a:rPr lang="zh-CN" altLang="en-US" sz="2000" dirty="0">
                <a:solidFill>
                  <a:srgbClr val="333333"/>
                </a:solidFill>
                <a:latin typeface="-apple-system"/>
              </a:rPr>
              <a:t>工程的用户部分“</a:t>
            </a:r>
            <a:r>
              <a:rPr lang="zh-CN" altLang="en-US" sz="2000" b="1" dirty="0">
                <a:solidFill>
                  <a:srgbClr val="FF0000"/>
                </a:solidFill>
                <a:latin typeface="-apple-system"/>
              </a:rPr>
              <a:t>人</a:t>
            </a:r>
            <a:r>
              <a:rPr lang="zh-CN" altLang="en-US" sz="2000" dirty="0">
                <a:solidFill>
                  <a:srgbClr val="333333"/>
                </a:solidFill>
                <a:latin typeface="-apple-system"/>
              </a:rPr>
              <a:t>和</a:t>
            </a:r>
            <a:r>
              <a:rPr lang="zh-CN" altLang="en-US" sz="2000" b="1" dirty="0">
                <a:solidFill>
                  <a:srgbClr val="FF0000"/>
                </a:solidFill>
                <a:latin typeface="-apple-system"/>
              </a:rPr>
              <a:t>社会</a:t>
            </a:r>
            <a:r>
              <a:rPr lang="zh-CN" altLang="en-US" sz="2000" dirty="0">
                <a:solidFill>
                  <a:srgbClr val="333333"/>
                </a:solidFill>
                <a:latin typeface="-apple-system"/>
              </a:rPr>
              <a:t>”</a:t>
            </a:r>
            <a:endParaRPr lang="zh-CN" altLang="en-US" sz="2000" dirty="0"/>
          </a:p>
        </p:txBody>
      </p:sp>
      <p:sp>
        <p:nvSpPr>
          <p:cNvPr id="9" name="箭头: 右 8">
            <a:extLst>
              <a:ext uri="{FF2B5EF4-FFF2-40B4-BE49-F238E27FC236}">
                <a16:creationId xmlns:a16="http://schemas.microsoft.com/office/drawing/2014/main" id="{350A2F51-B273-49BE-9CBC-346020F16B27}"/>
              </a:ext>
            </a:extLst>
          </p:cNvPr>
          <p:cNvSpPr/>
          <p:nvPr/>
        </p:nvSpPr>
        <p:spPr>
          <a:xfrm>
            <a:off x="5315396" y="1966494"/>
            <a:ext cx="914400" cy="374383"/>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3C08BC83-7E88-478C-B281-270367E55429}"/>
              </a:ext>
            </a:extLst>
          </p:cNvPr>
          <p:cNvPicPr>
            <a:picLocks noChangeAspect="1"/>
          </p:cNvPicPr>
          <p:nvPr/>
        </p:nvPicPr>
        <p:blipFill>
          <a:blip r:embed="rId2"/>
          <a:stretch>
            <a:fillRect/>
          </a:stretch>
        </p:blipFill>
        <p:spPr>
          <a:xfrm>
            <a:off x="2601687" y="2711100"/>
            <a:ext cx="1948543" cy="3712928"/>
          </a:xfrm>
          <a:prstGeom prst="rect">
            <a:avLst/>
          </a:prstGeom>
        </p:spPr>
      </p:pic>
      <p:graphicFrame>
        <p:nvGraphicFramePr>
          <p:cNvPr id="11" name="表格 10">
            <a:extLst>
              <a:ext uri="{FF2B5EF4-FFF2-40B4-BE49-F238E27FC236}">
                <a16:creationId xmlns:a16="http://schemas.microsoft.com/office/drawing/2014/main" id="{4F772E43-3C5A-4B94-841C-A033A1615569}"/>
              </a:ext>
            </a:extLst>
          </p:cNvPr>
          <p:cNvGraphicFramePr>
            <a:graphicFrameLocks noGrp="1"/>
          </p:cNvGraphicFramePr>
          <p:nvPr>
            <p:extLst>
              <p:ext uri="{D42A27DB-BD31-4B8C-83A1-F6EECF244321}">
                <p14:modId xmlns:p14="http://schemas.microsoft.com/office/powerpoint/2010/main" val="4035485007"/>
              </p:ext>
            </p:extLst>
          </p:nvPr>
        </p:nvGraphicFramePr>
        <p:xfrm>
          <a:off x="6633374" y="3567283"/>
          <a:ext cx="1629294" cy="1940560"/>
        </p:xfrm>
        <a:graphic>
          <a:graphicData uri="http://schemas.openxmlformats.org/drawingml/2006/table">
            <a:tbl>
              <a:tblPr firstRow="1" bandRow="1">
                <a:tableStyleId>{5C22544A-7EE6-4342-B048-85BDC9FD1C3A}</a:tableStyleId>
              </a:tblPr>
              <a:tblGrid>
                <a:gridCol w="1629294">
                  <a:extLst>
                    <a:ext uri="{9D8B030D-6E8A-4147-A177-3AD203B41FA5}">
                      <a16:colId xmlns:a16="http://schemas.microsoft.com/office/drawing/2014/main" val="591579191"/>
                    </a:ext>
                  </a:extLst>
                </a:gridCol>
              </a:tblGrid>
              <a:tr h="370840">
                <a:tc>
                  <a:txBody>
                    <a:bodyPr/>
                    <a:lstStyle/>
                    <a:p>
                      <a:pPr algn="ctr"/>
                      <a:r>
                        <a:rPr lang="zh-CN" altLang="en-US" sz="2400" dirty="0"/>
                        <a:t>愿景期望</a:t>
                      </a:r>
                    </a:p>
                  </a:txBody>
                  <a:tcPr/>
                </a:tc>
                <a:extLst>
                  <a:ext uri="{0D108BD9-81ED-4DB2-BD59-A6C34878D82A}">
                    <a16:rowId xmlns:a16="http://schemas.microsoft.com/office/drawing/2014/main" val="1781194025"/>
                  </a:ext>
                </a:extLst>
              </a:tr>
              <a:tr h="370840">
                <a:tc>
                  <a:txBody>
                    <a:bodyPr/>
                    <a:lstStyle/>
                    <a:p>
                      <a:r>
                        <a:rPr lang="zh-CN" altLang="zh-CN" sz="1800" kern="100" dirty="0">
                          <a:latin typeface="+mn-ea"/>
                          <a:cs typeface="Times New Roman" panose="02020603050405020304" pitchFamily="18" charset="0"/>
                        </a:rPr>
                        <a:t>可持续性</a:t>
                      </a:r>
                      <a:endParaRPr lang="zh-CN" altLang="en-US" dirty="0"/>
                    </a:p>
                  </a:txBody>
                  <a:tcPr/>
                </a:tc>
                <a:extLst>
                  <a:ext uri="{0D108BD9-81ED-4DB2-BD59-A6C34878D82A}">
                    <a16:rowId xmlns:a16="http://schemas.microsoft.com/office/drawing/2014/main" val="3686545383"/>
                  </a:ext>
                </a:extLst>
              </a:tr>
              <a:tr h="370840">
                <a:tc>
                  <a:txBody>
                    <a:bodyPr/>
                    <a:lstStyle/>
                    <a:p>
                      <a:r>
                        <a:rPr lang="zh-CN" altLang="zh-CN" sz="1800" kern="100" dirty="0">
                          <a:latin typeface="+mn-ea"/>
                          <a:cs typeface="Times New Roman" panose="02020603050405020304" pitchFamily="18" charset="0"/>
                        </a:rPr>
                        <a:t>安全性</a:t>
                      </a:r>
                      <a:endParaRPr lang="zh-CN" altLang="en-US" dirty="0"/>
                    </a:p>
                  </a:txBody>
                  <a:tcPr/>
                </a:tc>
                <a:extLst>
                  <a:ext uri="{0D108BD9-81ED-4DB2-BD59-A6C34878D82A}">
                    <a16:rowId xmlns:a16="http://schemas.microsoft.com/office/drawing/2014/main" val="2120311559"/>
                  </a:ext>
                </a:extLst>
              </a:tr>
              <a:tr h="370840">
                <a:tc>
                  <a:txBody>
                    <a:bodyPr/>
                    <a:lstStyle/>
                    <a:p>
                      <a:r>
                        <a:rPr lang="zh-CN" altLang="zh-CN" sz="1800" kern="100" dirty="0">
                          <a:latin typeface="+mn-ea"/>
                          <a:cs typeface="Times New Roman" panose="02020603050405020304" pitchFamily="18" charset="0"/>
                        </a:rPr>
                        <a:t>健康</a:t>
                      </a:r>
                      <a:endParaRPr lang="zh-CN" altLang="en-US" dirty="0"/>
                    </a:p>
                  </a:txBody>
                  <a:tcPr/>
                </a:tc>
                <a:extLst>
                  <a:ext uri="{0D108BD9-81ED-4DB2-BD59-A6C34878D82A}">
                    <a16:rowId xmlns:a16="http://schemas.microsoft.com/office/drawing/2014/main" val="2669017904"/>
                  </a:ext>
                </a:extLst>
              </a:tr>
              <a:tr h="370840">
                <a:tc>
                  <a:txBody>
                    <a:bodyPr/>
                    <a:lstStyle/>
                    <a:p>
                      <a:r>
                        <a:rPr lang="zh-CN" altLang="zh-CN" sz="1800" kern="100" dirty="0">
                          <a:latin typeface="+mn-ea"/>
                          <a:cs typeface="Times New Roman" panose="02020603050405020304" pitchFamily="18" charset="0"/>
                        </a:rPr>
                        <a:t>生活质量</a:t>
                      </a:r>
                      <a:endParaRPr lang="zh-CN" altLang="en-US" dirty="0"/>
                    </a:p>
                  </a:txBody>
                  <a:tcPr/>
                </a:tc>
                <a:extLst>
                  <a:ext uri="{0D108BD9-81ED-4DB2-BD59-A6C34878D82A}">
                    <a16:rowId xmlns:a16="http://schemas.microsoft.com/office/drawing/2014/main" val="1965341447"/>
                  </a:ext>
                </a:extLst>
              </a:tr>
            </a:tbl>
          </a:graphicData>
        </a:graphic>
      </p:graphicFrame>
      <p:sp>
        <p:nvSpPr>
          <p:cNvPr id="12" name="箭头: 右 11">
            <a:extLst>
              <a:ext uri="{FF2B5EF4-FFF2-40B4-BE49-F238E27FC236}">
                <a16:creationId xmlns:a16="http://schemas.microsoft.com/office/drawing/2014/main" id="{9CC158B7-4E0F-4FD2-A672-524071ABF9A8}"/>
              </a:ext>
            </a:extLst>
          </p:cNvPr>
          <p:cNvSpPr/>
          <p:nvPr/>
        </p:nvSpPr>
        <p:spPr>
          <a:xfrm>
            <a:off x="4790656" y="4350373"/>
            <a:ext cx="1496291" cy="374383"/>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标题 1">
            <a:extLst>
              <a:ext uri="{FF2B5EF4-FFF2-40B4-BE49-F238E27FC236}">
                <a16:creationId xmlns:a16="http://schemas.microsoft.com/office/drawing/2014/main" id="{6E6D61A5-BAA7-4A58-827F-2C06FFC75D0A}"/>
              </a:ext>
            </a:extLst>
          </p:cNvPr>
          <p:cNvSpPr txBox="1">
            <a:spLocks noChangeArrowheads="1"/>
          </p:cNvSpPr>
          <p:nvPr/>
        </p:nvSpPr>
        <p:spPr>
          <a:xfrm>
            <a:off x="1812471" y="433972"/>
            <a:ext cx="7217923"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素质：科学理性的价值体系</a:t>
            </a:r>
          </a:p>
        </p:txBody>
      </p:sp>
    </p:spTree>
    <p:extLst>
      <p:ext uri="{BB962C8B-B14F-4D97-AF65-F5344CB8AC3E}">
        <p14:creationId xmlns:p14="http://schemas.microsoft.com/office/powerpoint/2010/main" val="36275127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1D721DE-F8C4-4C1A-8719-C204725C2A32}"/>
              </a:ext>
            </a:extLst>
          </p:cNvPr>
          <p:cNvSpPr/>
          <p:nvPr/>
        </p:nvSpPr>
        <p:spPr>
          <a:xfrm>
            <a:off x="416379" y="1221729"/>
            <a:ext cx="10891157" cy="2815451"/>
          </a:xfrm>
          <a:prstGeom prst="rect">
            <a:avLst/>
          </a:prstGeom>
        </p:spPr>
        <p:txBody>
          <a:bodyPr wrap="square">
            <a:spAutoFit/>
          </a:bodyPr>
          <a:lstStyle/>
          <a:p>
            <a:pPr>
              <a:lnSpc>
                <a:spcPct val="150000"/>
              </a:lnSpc>
            </a:pPr>
            <a:r>
              <a:rPr lang="zh-CN" altLang="en-US" sz="2000" kern="0" dirty="0">
                <a:solidFill>
                  <a:srgbClr val="404040"/>
                </a:solidFill>
                <a:latin typeface="+mj-ea"/>
                <a:ea typeface="+mj-ea"/>
                <a:cs typeface="Arial" panose="020B0604020202020204" pitchFamily="34" charset="0"/>
              </a:rPr>
              <a:t>美国工程与技术教育认证组织（</a:t>
            </a:r>
            <a:r>
              <a:rPr lang="en-US" altLang="zh-CN" sz="2000" kern="0" dirty="0">
                <a:solidFill>
                  <a:srgbClr val="404040"/>
                </a:solidFill>
                <a:latin typeface="+mj-ea"/>
                <a:ea typeface="+mj-ea"/>
                <a:cs typeface="Arial" panose="020B0604020202020204" pitchFamily="34" charset="0"/>
              </a:rPr>
              <a:t>ABET</a:t>
            </a:r>
            <a:r>
              <a:rPr lang="zh-CN" altLang="en-US" sz="2000" kern="0" dirty="0">
                <a:solidFill>
                  <a:srgbClr val="404040"/>
                </a:solidFill>
                <a:latin typeface="+mj-ea"/>
                <a:ea typeface="+mj-ea"/>
                <a:cs typeface="Arial" panose="020B0604020202020204" pitchFamily="34" charset="0"/>
              </a:rPr>
              <a:t>）</a:t>
            </a:r>
            <a:r>
              <a:rPr lang="en-US" altLang="zh-CN" sz="2000" kern="0" dirty="0">
                <a:solidFill>
                  <a:srgbClr val="404040"/>
                </a:solidFill>
                <a:latin typeface="+mj-ea"/>
                <a:ea typeface="+mj-ea"/>
                <a:cs typeface="Arial" panose="020B0604020202020204" pitchFamily="34" charset="0"/>
              </a:rPr>
              <a:t> </a:t>
            </a:r>
            <a:r>
              <a:rPr lang="zh-CN" altLang="en-US" sz="2000" kern="0" dirty="0">
                <a:solidFill>
                  <a:srgbClr val="404040"/>
                </a:solidFill>
                <a:latin typeface="+mj-ea"/>
                <a:ea typeface="+mj-ea"/>
                <a:cs typeface="Arial" panose="020B0604020202020204" pitchFamily="34" charset="0"/>
              </a:rPr>
              <a:t>：</a:t>
            </a:r>
            <a:r>
              <a:rPr lang="zh-CN" altLang="zh-CN" sz="2000" b="1" kern="0" dirty="0">
                <a:solidFill>
                  <a:srgbClr val="404040"/>
                </a:solidFill>
                <a:latin typeface="+mj-ea"/>
                <a:ea typeface="+mj-ea"/>
                <a:cs typeface="Arial" panose="020B0604020202020204" pitchFamily="34" charset="0"/>
              </a:rPr>
              <a:t>伦理准则</a:t>
            </a:r>
            <a:endParaRPr lang="en-US" altLang="zh-CN" sz="2000" kern="0" dirty="0">
              <a:solidFill>
                <a:srgbClr val="404040"/>
              </a:solidFill>
              <a:latin typeface="+mj-ea"/>
              <a:ea typeface="+mj-ea"/>
              <a:cs typeface="Arial" panose="020B0604020202020204" pitchFamily="34" charset="0"/>
            </a:endParaRPr>
          </a:p>
          <a:p>
            <a:pPr marL="285750" indent="-285750">
              <a:lnSpc>
                <a:spcPct val="150000"/>
              </a:lnSpc>
              <a:buFont typeface="Arial" panose="020B0604020202020204" pitchFamily="34" charset="0"/>
              <a:buChar char="•"/>
            </a:pPr>
            <a:r>
              <a:rPr lang="zh-CN" altLang="zh-CN" sz="2000" kern="0" dirty="0">
                <a:solidFill>
                  <a:srgbClr val="404040"/>
                </a:solidFill>
                <a:latin typeface="+mj-ea"/>
                <a:ea typeface="+mj-ea"/>
                <a:cs typeface="Arial" panose="020B0604020202020204" pitchFamily="34" charset="0"/>
              </a:rPr>
              <a:t>在工程领域下</a:t>
            </a:r>
            <a:r>
              <a:rPr lang="zh-CN" altLang="en-US" sz="2000" kern="0" dirty="0">
                <a:solidFill>
                  <a:srgbClr val="404040"/>
                </a:solidFill>
                <a:latin typeface="+mj-ea"/>
                <a:ea typeface="+mj-ea"/>
                <a:cs typeface="Arial" panose="020B0604020202020204" pitchFamily="34" charset="0"/>
              </a:rPr>
              <a:t>用</a:t>
            </a:r>
            <a:r>
              <a:rPr lang="zh-CN" altLang="zh-CN" sz="2000" kern="0" dirty="0">
                <a:solidFill>
                  <a:srgbClr val="404040"/>
                </a:solidFill>
                <a:latin typeface="+mj-ea"/>
                <a:ea typeface="+mj-ea"/>
                <a:cs typeface="Arial" panose="020B0604020202020204" pitchFamily="34" charset="0"/>
              </a:rPr>
              <a:t>工程专业知识与技能促进人类福利，把公众的安全、健康和福利置于至高无上的地位</a:t>
            </a:r>
            <a:r>
              <a:rPr lang="zh-CN" altLang="en-US" sz="2000" kern="0" dirty="0">
                <a:solidFill>
                  <a:srgbClr val="404040"/>
                </a:solidFill>
                <a:latin typeface="+mj-ea"/>
                <a:ea typeface="+mj-ea"/>
                <a:cs typeface="Arial" panose="020B0604020202020204" pitchFamily="34" charset="0"/>
              </a:rPr>
              <a:t>；</a:t>
            </a:r>
            <a:endParaRPr lang="en-US" altLang="zh-CN" sz="2000" kern="0" dirty="0">
              <a:solidFill>
                <a:srgbClr val="404040"/>
              </a:solidFill>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zh-CN" sz="2000" kern="0" dirty="0">
                <a:solidFill>
                  <a:srgbClr val="404040"/>
                </a:solidFill>
                <a:latin typeface="+mj-ea"/>
                <a:ea typeface="+mj-ea"/>
                <a:cs typeface="Arial" panose="020B0604020202020204" pitchFamily="34" charset="0"/>
              </a:rPr>
              <a:t>在本职工作中恪守职业操守，以忠诚的伦理道德信念严格遵守工程规范、技术标准与操作规程；</a:t>
            </a:r>
            <a:endParaRPr lang="en-US" altLang="zh-CN" sz="2000" kern="0" dirty="0">
              <a:solidFill>
                <a:srgbClr val="404040"/>
              </a:solidFill>
              <a:latin typeface="+mj-ea"/>
              <a:ea typeface="+mj-ea"/>
              <a:cs typeface="Arial" panose="020B0604020202020204" pitchFamily="34" charset="0"/>
            </a:endParaRPr>
          </a:p>
          <a:p>
            <a:pPr marL="285750" indent="-285750">
              <a:lnSpc>
                <a:spcPct val="150000"/>
              </a:lnSpc>
              <a:buFont typeface="Arial" panose="020B0604020202020204" pitchFamily="34" charset="0"/>
              <a:buChar char="•"/>
            </a:pPr>
            <a:r>
              <a:rPr lang="zh-CN" altLang="zh-CN" sz="2000" kern="0" dirty="0">
                <a:solidFill>
                  <a:srgbClr val="404040"/>
                </a:solidFill>
                <a:latin typeface="+mj-ea"/>
                <a:ea typeface="+mj-ea"/>
                <a:cs typeface="Arial" panose="020B0604020202020204" pitchFamily="34" charset="0"/>
              </a:rPr>
              <a:t>杜绝使用不合格的材料、杜绝采用非规范的工序，严守工程质量控制，将安全、优质的工程产品提供给客户、公众与社会</a:t>
            </a:r>
            <a:r>
              <a:rPr lang="zh-CN" altLang="en-US" sz="2000" kern="0" dirty="0">
                <a:solidFill>
                  <a:srgbClr val="404040"/>
                </a:solidFill>
                <a:latin typeface="+mj-ea"/>
                <a:ea typeface="+mj-ea"/>
                <a:cs typeface="Arial" panose="020B0604020202020204" pitchFamily="34" charset="0"/>
              </a:rPr>
              <a:t>。</a:t>
            </a:r>
            <a:endParaRPr lang="zh-CN" altLang="zh-CN" sz="2000" kern="100" dirty="0">
              <a:latin typeface="+mj-ea"/>
              <a:ea typeface="+mj-ea"/>
              <a:cs typeface="Times New Roman" panose="02020603050405020304" pitchFamily="18" charset="0"/>
            </a:endParaRPr>
          </a:p>
        </p:txBody>
      </p:sp>
      <p:sp>
        <p:nvSpPr>
          <p:cNvPr id="3" name="标题 1">
            <a:extLst>
              <a:ext uri="{FF2B5EF4-FFF2-40B4-BE49-F238E27FC236}">
                <a16:creationId xmlns:a16="http://schemas.microsoft.com/office/drawing/2014/main" id="{733B2903-DD69-4477-8DCA-86482E98B518}"/>
              </a:ext>
            </a:extLst>
          </p:cNvPr>
          <p:cNvSpPr txBox="1">
            <a:spLocks noChangeArrowheads="1"/>
          </p:cNvSpPr>
          <p:nvPr/>
        </p:nvSpPr>
        <p:spPr>
          <a:xfrm>
            <a:off x="1689100" y="494983"/>
            <a:ext cx="4981121"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素质：工程师的职业伦理</a:t>
            </a:r>
          </a:p>
        </p:txBody>
      </p:sp>
      <p:sp>
        <p:nvSpPr>
          <p:cNvPr id="4" name="矩形 3">
            <a:extLst>
              <a:ext uri="{FF2B5EF4-FFF2-40B4-BE49-F238E27FC236}">
                <a16:creationId xmlns:a16="http://schemas.microsoft.com/office/drawing/2014/main" id="{841A32DC-3BD4-4802-9A39-C5F0E56DC6F1}"/>
              </a:ext>
            </a:extLst>
          </p:cNvPr>
          <p:cNvSpPr/>
          <p:nvPr/>
        </p:nvSpPr>
        <p:spPr>
          <a:xfrm>
            <a:off x="416379" y="5103947"/>
            <a:ext cx="10891157" cy="1015663"/>
          </a:xfrm>
          <a:prstGeom prst="rect">
            <a:avLst/>
          </a:prstGeom>
          <a:solidFill>
            <a:schemeClr val="accent6">
              <a:lumMod val="40000"/>
              <a:lumOff val="60000"/>
            </a:schemeClr>
          </a:solidFill>
        </p:spPr>
        <p:txBody>
          <a:bodyPr wrap="square">
            <a:spAutoFit/>
          </a:bodyPr>
          <a:lstStyle/>
          <a:p>
            <a:pPr>
              <a:spcBef>
                <a:spcPts val="600"/>
              </a:spcBef>
            </a:pPr>
            <a:r>
              <a:rPr lang="zh-CN" altLang="zh-CN" sz="2000" b="1" kern="0" dirty="0">
                <a:solidFill>
                  <a:srgbClr val="404040"/>
                </a:solidFill>
                <a:latin typeface="+mn-ea"/>
                <a:cs typeface="Arial" panose="020B0604020202020204" pitchFamily="34" charset="0"/>
              </a:rPr>
              <a:t>土木工程师</a:t>
            </a:r>
            <a:r>
              <a:rPr lang="en-US" altLang="zh-CN" dirty="0"/>
              <a:t>Frederick Clarke</a:t>
            </a:r>
            <a:r>
              <a:rPr lang="zh-CN" altLang="zh-CN" sz="2000" kern="0" dirty="0">
                <a:solidFill>
                  <a:srgbClr val="404040"/>
                </a:solidFill>
                <a:latin typeface="+mn-ea"/>
                <a:cs typeface="Arial" panose="020B0604020202020204" pitchFamily="34" charset="0"/>
              </a:rPr>
              <a:t>：“工程师必须同时是一位哲学家、人文主义者和精明务实、身手不凡的匠人。他必须是一位知道应该信仰什么的哲学家，足以知道应该追求什么的人文主义者，以及足以知道应该制作什么的工匠。”</a:t>
            </a:r>
          </a:p>
        </p:txBody>
      </p:sp>
    </p:spTree>
    <p:extLst>
      <p:ext uri="{BB962C8B-B14F-4D97-AF65-F5344CB8AC3E}">
        <p14:creationId xmlns:p14="http://schemas.microsoft.com/office/powerpoint/2010/main" val="5673362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A8F7AF99-5BAB-4178-BDDF-17728A891E25}"/>
              </a:ext>
            </a:extLst>
          </p:cNvPr>
          <p:cNvSpPr/>
          <p:nvPr/>
        </p:nvSpPr>
        <p:spPr>
          <a:xfrm>
            <a:off x="1981928" y="1276515"/>
            <a:ext cx="3331291" cy="2708434"/>
          </a:xfrm>
          <a:prstGeom prst="rect">
            <a:avLst/>
          </a:prstGeom>
        </p:spPr>
        <p:txBody>
          <a:bodyPr wrap="square">
            <a:spAutoFit/>
          </a:bodyPr>
          <a:lstStyle/>
          <a:p>
            <a:pPr algn="just">
              <a:spcBef>
                <a:spcPts val="600"/>
              </a:spcBef>
            </a:pPr>
            <a:r>
              <a:rPr lang="zh-CN" altLang="en-US" sz="2000" b="1" dirty="0">
                <a:solidFill>
                  <a:srgbClr val="333333"/>
                </a:solidFill>
                <a:latin typeface="+mn-ea"/>
                <a:cs typeface="宋体" panose="02010600030101010101" pitchFamily="2" charset="-122"/>
              </a:rPr>
              <a:t>现代经济发展的问题</a:t>
            </a:r>
            <a:r>
              <a:rPr lang="zh-CN" altLang="en-US" sz="2000" dirty="0">
                <a:solidFill>
                  <a:srgbClr val="333333"/>
                </a:solidFill>
                <a:latin typeface="+mn-ea"/>
                <a:cs typeface="宋体" panose="02010600030101010101" pitchFamily="2" charset="-122"/>
              </a:rPr>
              <a:t>：</a:t>
            </a:r>
            <a:endParaRPr lang="en-US" altLang="zh-CN" sz="2000" dirty="0">
              <a:solidFill>
                <a:srgbClr val="333333"/>
              </a:solidFill>
              <a:latin typeface="+mn-ea"/>
              <a:cs typeface="宋体" panose="02010600030101010101" pitchFamily="2" charset="-122"/>
            </a:endParaRPr>
          </a:p>
          <a:p>
            <a:pPr marL="342900" indent="-342900" algn="just">
              <a:spcBef>
                <a:spcPts val="600"/>
              </a:spcBef>
              <a:buFont typeface="Arial" panose="020B0604020202020204" pitchFamily="34" charset="0"/>
              <a:buChar char="•"/>
            </a:pPr>
            <a:r>
              <a:rPr lang="zh-CN" altLang="zh-CN" sz="2000" dirty="0">
                <a:solidFill>
                  <a:srgbClr val="333333"/>
                </a:solidFill>
                <a:latin typeface="+mn-ea"/>
                <a:cs typeface="宋体" panose="02010600030101010101" pitchFamily="2" charset="-122"/>
              </a:rPr>
              <a:t>环境污染</a:t>
            </a:r>
            <a:endParaRPr lang="en-US" altLang="zh-CN" sz="2000" dirty="0">
              <a:solidFill>
                <a:srgbClr val="333333"/>
              </a:solidFill>
              <a:latin typeface="+mn-ea"/>
              <a:cs typeface="宋体" panose="02010600030101010101" pitchFamily="2" charset="-122"/>
            </a:endParaRPr>
          </a:p>
          <a:p>
            <a:pPr marL="342900" indent="-342900" algn="just">
              <a:spcBef>
                <a:spcPts val="600"/>
              </a:spcBef>
              <a:buFont typeface="Arial" panose="020B0604020202020204" pitchFamily="34" charset="0"/>
              <a:buChar char="•"/>
            </a:pPr>
            <a:r>
              <a:rPr lang="zh-CN" altLang="zh-CN" sz="2000" dirty="0">
                <a:solidFill>
                  <a:srgbClr val="333333"/>
                </a:solidFill>
                <a:latin typeface="+mn-ea"/>
                <a:cs typeface="宋体" panose="02010600030101010101" pitchFamily="2" charset="-122"/>
              </a:rPr>
              <a:t>能源危机</a:t>
            </a:r>
            <a:endParaRPr lang="en-US" altLang="zh-CN" sz="2000" dirty="0">
              <a:solidFill>
                <a:srgbClr val="333333"/>
              </a:solidFill>
              <a:latin typeface="+mn-ea"/>
              <a:cs typeface="宋体" panose="02010600030101010101" pitchFamily="2" charset="-122"/>
            </a:endParaRPr>
          </a:p>
          <a:p>
            <a:pPr marL="342900" indent="-342900" algn="just">
              <a:spcBef>
                <a:spcPts val="600"/>
              </a:spcBef>
              <a:buFont typeface="Arial" panose="020B0604020202020204" pitchFamily="34" charset="0"/>
              <a:buChar char="•"/>
            </a:pPr>
            <a:r>
              <a:rPr lang="zh-CN" altLang="zh-CN" sz="2000" dirty="0">
                <a:solidFill>
                  <a:srgbClr val="333333"/>
                </a:solidFill>
                <a:latin typeface="+mn-ea"/>
                <a:cs typeface="宋体" panose="02010600030101010101" pitchFamily="2" charset="-122"/>
              </a:rPr>
              <a:t>生态破坏</a:t>
            </a:r>
            <a:endParaRPr lang="en-US" altLang="zh-CN" sz="2000" dirty="0">
              <a:solidFill>
                <a:srgbClr val="333333"/>
              </a:solidFill>
              <a:latin typeface="+mn-ea"/>
              <a:cs typeface="宋体" panose="02010600030101010101" pitchFamily="2" charset="-122"/>
            </a:endParaRPr>
          </a:p>
          <a:p>
            <a:pPr marL="342900" indent="-342900" algn="just">
              <a:spcBef>
                <a:spcPts val="600"/>
              </a:spcBef>
              <a:buFont typeface="Arial" panose="020B0604020202020204" pitchFamily="34" charset="0"/>
              <a:buChar char="•"/>
            </a:pPr>
            <a:r>
              <a:rPr lang="zh-CN" altLang="zh-CN" sz="2000" dirty="0">
                <a:solidFill>
                  <a:srgbClr val="333333"/>
                </a:solidFill>
                <a:latin typeface="+mn-ea"/>
                <a:cs typeface="宋体" panose="02010600030101010101" pitchFamily="2" charset="-122"/>
              </a:rPr>
              <a:t>网络安全</a:t>
            </a:r>
            <a:endParaRPr lang="en-US" altLang="zh-CN" sz="2000" dirty="0">
              <a:solidFill>
                <a:srgbClr val="333333"/>
              </a:solidFill>
              <a:latin typeface="+mn-ea"/>
              <a:cs typeface="宋体" panose="02010600030101010101" pitchFamily="2" charset="-122"/>
            </a:endParaRPr>
          </a:p>
          <a:p>
            <a:pPr marL="342900" indent="-342900" algn="just">
              <a:spcBef>
                <a:spcPts val="600"/>
              </a:spcBef>
              <a:buFont typeface="Arial" panose="020B0604020202020204" pitchFamily="34" charset="0"/>
              <a:buChar char="•"/>
            </a:pPr>
            <a:r>
              <a:rPr lang="zh-CN" altLang="zh-CN" sz="2000" dirty="0">
                <a:solidFill>
                  <a:srgbClr val="333333"/>
                </a:solidFill>
                <a:latin typeface="+mn-ea"/>
                <a:cs typeface="宋体" panose="02010600030101010101" pitchFamily="2" charset="-122"/>
              </a:rPr>
              <a:t>生物工程</a:t>
            </a:r>
            <a:endParaRPr lang="en-US" altLang="zh-CN" sz="2000" dirty="0">
              <a:solidFill>
                <a:srgbClr val="333333"/>
              </a:solidFill>
              <a:latin typeface="+mn-ea"/>
              <a:cs typeface="宋体" panose="02010600030101010101" pitchFamily="2" charset="-122"/>
            </a:endParaRPr>
          </a:p>
          <a:p>
            <a:pPr marL="342900" indent="-342900" algn="just">
              <a:spcBef>
                <a:spcPts val="600"/>
              </a:spcBef>
              <a:buFont typeface="Arial" panose="020B0604020202020204" pitchFamily="34" charset="0"/>
              <a:buChar char="•"/>
            </a:pPr>
            <a:r>
              <a:rPr lang="en-US" altLang="zh-CN" sz="2000" dirty="0">
                <a:solidFill>
                  <a:srgbClr val="333333"/>
                </a:solidFill>
                <a:latin typeface="+mn-ea"/>
                <a:cs typeface="宋体" panose="02010600030101010101" pitchFamily="2" charset="-122"/>
              </a:rPr>
              <a:t>……</a:t>
            </a:r>
          </a:p>
        </p:txBody>
      </p:sp>
      <p:sp>
        <p:nvSpPr>
          <p:cNvPr id="2" name="矩形 1">
            <a:extLst>
              <a:ext uri="{FF2B5EF4-FFF2-40B4-BE49-F238E27FC236}">
                <a16:creationId xmlns:a16="http://schemas.microsoft.com/office/drawing/2014/main" id="{50DC44B8-5F33-45D2-81D5-1423588A6509}"/>
              </a:ext>
            </a:extLst>
          </p:cNvPr>
          <p:cNvSpPr/>
          <p:nvPr/>
        </p:nvSpPr>
        <p:spPr>
          <a:xfrm>
            <a:off x="1981928" y="5082166"/>
            <a:ext cx="7691665" cy="830997"/>
          </a:xfrm>
          <a:prstGeom prst="rect">
            <a:avLst/>
          </a:prstGeom>
          <a:solidFill>
            <a:srgbClr val="92D050"/>
          </a:solidFill>
        </p:spPr>
        <p:txBody>
          <a:bodyPr wrap="square">
            <a:spAutoFit/>
          </a:bodyPr>
          <a:lstStyle/>
          <a:p>
            <a:pPr marL="285750" indent="-285750" algn="just">
              <a:buFont typeface="Arial" panose="020B0604020202020204" pitchFamily="34" charset="0"/>
              <a:buChar char="•"/>
            </a:pPr>
            <a:r>
              <a:rPr lang="zh-CN" altLang="en-US" sz="2400" b="1" dirty="0">
                <a:solidFill>
                  <a:srgbClr val="333333"/>
                </a:solidFill>
                <a:latin typeface="+mn-ea"/>
                <a:cs typeface="宋体" panose="02010600030101010101" pitchFamily="2" charset="-122"/>
              </a:rPr>
              <a:t>工程价值体系：</a:t>
            </a:r>
            <a:r>
              <a:rPr lang="zh-CN" altLang="en-US" sz="2400" dirty="0">
                <a:solidFill>
                  <a:srgbClr val="333333"/>
                </a:solidFill>
                <a:latin typeface="+mn-ea"/>
                <a:cs typeface="宋体" panose="02010600030101010101" pitchFamily="2" charset="-122"/>
              </a:rPr>
              <a:t>关注人、社会、自然之间的和谐关系</a:t>
            </a:r>
            <a:endParaRPr lang="en-US" altLang="zh-CN" sz="2400" dirty="0">
              <a:solidFill>
                <a:srgbClr val="333333"/>
              </a:solidFill>
              <a:latin typeface="+mn-ea"/>
              <a:cs typeface="宋体" panose="02010600030101010101" pitchFamily="2" charset="-122"/>
            </a:endParaRPr>
          </a:p>
          <a:p>
            <a:pPr marL="285750" indent="-285750" algn="just">
              <a:buFont typeface="Arial" panose="020B0604020202020204" pitchFamily="34" charset="0"/>
              <a:buChar char="•"/>
            </a:pPr>
            <a:r>
              <a:rPr lang="zh-CN" altLang="en-US" sz="2400" b="1" dirty="0">
                <a:solidFill>
                  <a:srgbClr val="333333"/>
                </a:solidFill>
                <a:latin typeface="+mn-ea"/>
                <a:cs typeface="宋体" panose="02010600030101010101" pitchFamily="2" charset="-122"/>
              </a:rPr>
              <a:t>工程师：</a:t>
            </a:r>
            <a:r>
              <a:rPr lang="zh-CN" altLang="zh-CN" sz="2400" dirty="0">
                <a:solidFill>
                  <a:srgbClr val="333333"/>
                </a:solidFill>
                <a:latin typeface="+mn-ea"/>
                <a:cs typeface="宋体" panose="02010600030101010101" pitchFamily="2" charset="-122"/>
              </a:rPr>
              <a:t>社会责任感</a:t>
            </a:r>
            <a:r>
              <a:rPr lang="zh-CN" altLang="en-US" sz="2400" dirty="0">
                <a:solidFill>
                  <a:srgbClr val="333333"/>
                </a:solidFill>
                <a:latin typeface="+mn-ea"/>
                <a:cs typeface="宋体" panose="02010600030101010101" pitchFamily="2" charset="-122"/>
              </a:rPr>
              <a:t>、科学理性的价值观</a:t>
            </a:r>
            <a:endParaRPr lang="en-US" altLang="zh-CN" sz="2400" dirty="0">
              <a:solidFill>
                <a:srgbClr val="333333"/>
              </a:solidFill>
              <a:latin typeface="+mn-ea"/>
              <a:cs typeface="宋体" panose="02010600030101010101" pitchFamily="2" charset="-122"/>
            </a:endParaRPr>
          </a:p>
        </p:txBody>
      </p:sp>
      <p:sp>
        <p:nvSpPr>
          <p:cNvPr id="5" name="矩形 4">
            <a:extLst>
              <a:ext uri="{FF2B5EF4-FFF2-40B4-BE49-F238E27FC236}">
                <a16:creationId xmlns:a16="http://schemas.microsoft.com/office/drawing/2014/main" id="{D1801EF5-4F83-4A71-9B6D-96EA1D928D6B}"/>
              </a:ext>
            </a:extLst>
          </p:cNvPr>
          <p:cNvSpPr/>
          <p:nvPr/>
        </p:nvSpPr>
        <p:spPr>
          <a:xfrm>
            <a:off x="6472879" y="1360335"/>
            <a:ext cx="2237508" cy="1938992"/>
          </a:xfrm>
          <a:prstGeom prst="rect">
            <a:avLst/>
          </a:prstGeom>
        </p:spPr>
        <p:txBody>
          <a:bodyPr wrap="square">
            <a:spAutoFit/>
          </a:bodyPr>
          <a:lstStyle/>
          <a:p>
            <a:pPr algn="just">
              <a:spcBef>
                <a:spcPts val="600"/>
              </a:spcBef>
            </a:pPr>
            <a:r>
              <a:rPr lang="zh-CN" altLang="en-US" sz="2000" b="1" dirty="0">
                <a:solidFill>
                  <a:srgbClr val="333333"/>
                </a:solidFill>
                <a:latin typeface="+mn-ea"/>
                <a:cs typeface="宋体" panose="02010600030101010101" pitchFamily="2" charset="-122"/>
              </a:rPr>
              <a:t>现代技术的发展</a:t>
            </a:r>
            <a:r>
              <a:rPr lang="zh-CN" altLang="en-US" sz="2000" dirty="0">
                <a:solidFill>
                  <a:srgbClr val="333333"/>
                </a:solidFill>
                <a:latin typeface="+mn-ea"/>
                <a:cs typeface="宋体" panose="02010600030101010101" pitchFamily="2" charset="-122"/>
              </a:rPr>
              <a:t>：</a:t>
            </a:r>
            <a:endParaRPr lang="en-US" altLang="zh-CN" sz="2000" dirty="0">
              <a:solidFill>
                <a:srgbClr val="333333"/>
              </a:solidFill>
              <a:latin typeface="+mn-ea"/>
              <a:cs typeface="宋体" panose="02010600030101010101" pitchFamily="2" charset="-122"/>
            </a:endParaRPr>
          </a:p>
          <a:p>
            <a:pPr marL="342900" indent="-342900" algn="just">
              <a:spcBef>
                <a:spcPts val="600"/>
              </a:spcBef>
              <a:buFont typeface="Arial" panose="020B0604020202020204" pitchFamily="34" charset="0"/>
              <a:buChar char="•"/>
            </a:pPr>
            <a:r>
              <a:rPr lang="zh-CN" altLang="en-US" sz="2000" dirty="0">
                <a:solidFill>
                  <a:srgbClr val="333333"/>
                </a:solidFill>
                <a:latin typeface="+mn-ea"/>
                <a:cs typeface="宋体" panose="02010600030101010101" pitchFamily="2" charset="-122"/>
              </a:rPr>
              <a:t>生物技术</a:t>
            </a:r>
            <a:endParaRPr lang="en-US" altLang="zh-CN" sz="2000" dirty="0">
              <a:solidFill>
                <a:srgbClr val="333333"/>
              </a:solidFill>
              <a:latin typeface="+mn-ea"/>
              <a:cs typeface="宋体" panose="02010600030101010101" pitchFamily="2" charset="-122"/>
            </a:endParaRPr>
          </a:p>
          <a:p>
            <a:pPr marL="342900" indent="-342900" algn="just">
              <a:spcBef>
                <a:spcPts val="600"/>
              </a:spcBef>
              <a:buFont typeface="Arial" panose="020B0604020202020204" pitchFamily="34" charset="0"/>
              <a:buChar char="•"/>
            </a:pPr>
            <a:r>
              <a:rPr lang="zh-CN" altLang="en-US" sz="2000" dirty="0">
                <a:solidFill>
                  <a:srgbClr val="333333"/>
                </a:solidFill>
                <a:latin typeface="+mn-ea"/>
                <a:cs typeface="宋体" panose="02010600030101010101" pitchFamily="2" charset="-122"/>
              </a:rPr>
              <a:t>人工智能</a:t>
            </a:r>
            <a:endParaRPr lang="en-US" altLang="zh-CN" sz="2000" dirty="0">
              <a:solidFill>
                <a:srgbClr val="333333"/>
              </a:solidFill>
              <a:latin typeface="+mn-ea"/>
              <a:cs typeface="宋体" panose="02010600030101010101" pitchFamily="2" charset="-122"/>
            </a:endParaRPr>
          </a:p>
          <a:p>
            <a:pPr marL="342900" indent="-342900" algn="just">
              <a:spcBef>
                <a:spcPts val="600"/>
              </a:spcBef>
              <a:buFont typeface="Arial" panose="020B0604020202020204" pitchFamily="34" charset="0"/>
              <a:buChar char="•"/>
            </a:pPr>
            <a:r>
              <a:rPr lang="zh-CN" altLang="en-US" sz="2000" dirty="0">
                <a:solidFill>
                  <a:srgbClr val="333333"/>
                </a:solidFill>
                <a:latin typeface="+mn-ea"/>
                <a:cs typeface="宋体" panose="02010600030101010101" pitchFamily="2" charset="-122"/>
              </a:rPr>
              <a:t>信息技术</a:t>
            </a:r>
            <a:endParaRPr lang="en-US" altLang="zh-CN" sz="2000" dirty="0">
              <a:solidFill>
                <a:srgbClr val="333333"/>
              </a:solidFill>
              <a:latin typeface="+mn-ea"/>
              <a:cs typeface="宋体" panose="02010600030101010101" pitchFamily="2" charset="-122"/>
            </a:endParaRPr>
          </a:p>
          <a:p>
            <a:pPr marL="342900" indent="-342900" algn="just">
              <a:spcBef>
                <a:spcPts val="600"/>
              </a:spcBef>
              <a:buFont typeface="Arial" panose="020B0604020202020204" pitchFamily="34" charset="0"/>
              <a:buChar char="•"/>
            </a:pPr>
            <a:r>
              <a:rPr lang="en-US" altLang="zh-CN" sz="2000" dirty="0">
                <a:solidFill>
                  <a:srgbClr val="333333"/>
                </a:solidFill>
                <a:latin typeface="+mn-ea"/>
                <a:cs typeface="宋体" panose="02010600030101010101" pitchFamily="2" charset="-122"/>
              </a:rPr>
              <a:t>……</a:t>
            </a:r>
          </a:p>
        </p:txBody>
      </p:sp>
      <p:sp>
        <p:nvSpPr>
          <p:cNvPr id="6" name="标题 1">
            <a:extLst>
              <a:ext uri="{FF2B5EF4-FFF2-40B4-BE49-F238E27FC236}">
                <a16:creationId xmlns:a16="http://schemas.microsoft.com/office/drawing/2014/main" id="{4F623EF9-1DFC-4157-96EC-C2EE748E28E9}"/>
              </a:ext>
            </a:extLst>
          </p:cNvPr>
          <p:cNvSpPr txBox="1">
            <a:spLocks noChangeArrowheads="1"/>
          </p:cNvSpPr>
          <p:nvPr/>
        </p:nvSpPr>
        <p:spPr>
          <a:xfrm>
            <a:off x="1689100" y="494983"/>
            <a:ext cx="4981121"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素质：工程师的职业伦理</a:t>
            </a:r>
          </a:p>
        </p:txBody>
      </p:sp>
    </p:spTree>
    <p:extLst>
      <p:ext uri="{BB962C8B-B14F-4D97-AF65-F5344CB8AC3E}">
        <p14:creationId xmlns:p14="http://schemas.microsoft.com/office/powerpoint/2010/main" val="29673541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B8D8E05-4D9F-419A-87A6-5D7C2FF27AD9}"/>
              </a:ext>
            </a:extLst>
          </p:cNvPr>
          <p:cNvSpPr/>
          <p:nvPr/>
        </p:nvSpPr>
        <p:spPr>
          <a:xfrm>
            <a:off x="326570" y="929829"/>
            <a:ext cx="11103429" cy="5585440"/>
          </a:xfrm>
          <a:prstGeom prst="rect">
            <a:avLst/>
          </a:prstGeom>
        </p:spPr>
        <p:txBody>
          <a:bodyPr wrap="square">
            <a:spAutoFit/>
          </a:bodyPr>
          <a:lstStyle/>
          <a:p>
            <a:pPr>
              <a:lnSpc>
                <a:spcPct val="150000"/>
              </a:lnSpc>
            </a:pPr>
            <a:r>
              <a:rPr lang="zh-CN" altLang="zh-CN" sz="2000" dirty="0">
                <a:solidFill>
                  <a:srgbClr val="000000"/>
                </a:solidFill>
                <a:latin typeface="+mn-ea"/>
                <a:cs typeface="Arial" panose="020B0604020202020204" pitchFamily="34" charset="0"/>
              </a:rPr>
              <a:t>超级工程需要领军人物。领军人物是技术、管理和精神力量的统一，不仅擅长于利用技术和管理上的把控，也擅长于利用精神力量提升团队战斗力。</a:t>
            </a:r>
            <a:endParaRPr lang="en-US" altLang="zh-CN" sz="2000" dirty="0">
              <a:solidFill>
                <a:srgbClr val="000000"/>
              </a:solidFill>
              <a:latin typeface="+mn-ea"/>
              <a:cs typeface="Arial" panose="020B0604020202020204" pitchFamily="34" charset="0"/>
            </a:endParaRPr>
          </a:p>
          <a:p>
            <a:pPr>
              <a:lnSpc>
                <a:spcPct val="150000"/>
              </a:lnSpc>
            </a:pPr>
            <a:r>
              <a:rPr lang="zh-CN" altLang="zh-CN" sz="2000" b="1" dirty="0">
                <a:solidFill>
                  <a:srgbClr val="000000"/>
                </a:solidFill>
                <a:latin typeface="+mn-ea"/>
                <a:cs typeface="Arial" panose="020B0604020202020204" pitchFamily="34" charset="0"/>
              </a:rPr>
              <a:t>特质：</a:t>
            </a:r>
            <a:endParaRPr lang="en-US" altLang="zh-CN" sz="2000" b="1" dirty="0">
              <a:solidFill>
                <a:srgbClr val="000000"/>
              </a:solidFill>
              <a:latin typeface="+mn-ea"/>
              <a:cs typeface="Arial" panose="020B0604020202020204" pitchFamily="34" charset="0"/>
            </a:endParaRPr>
          </a:p>
          <a:p>
            <a:pPr marL="457200" indent="-457200">
              <a:lnSpc>
                <a:spcPct val="150000"/>
              </a:lnSpc>
              <a:buFont typeface="+mj-lt"/>
              <a:buAutoNum type="arabicPeriod"/>
            </a:pPr>
            <a:r>
              <a:rPr lang="zh-CN" altLang="zh-CN" sz="2000" dirty="0">
                <a:solidFill>
                  <a:srgbClr val="000000"/>
                </a:solidFill>
                <a:latin typeface="+mn-ea"/>
                <a:cs typeface="Arial" panose="020B0604020202020204" pitchFamily="34" charset="0"/>
              </a:rPr>
              <a:t>对工程趋势的把控能力；</a:t>
            </a:r>
            <a:endParaRPr lang="en-US" altLang="zh-CN" sz="2000" dirty="0">
              <a:solidFill>
                <a:srgbClr val="000000"/>
              </a:solidFill>
              <a:latin typeface="+mn-ea"/>
              <a:cs typeface="Arial" panose="020B0604020202020204" pitchFamily="34" charset="0"/>
            </a:endParaRPr>
          </a:p>
          <a:p>
            <a:pPr marL="457200" indent="-457200">
              <a:lnSpc>
                <a:spcPct val="150000"/>
              </a:lnSpc>
              <a:buFont typeface="+mj-lt"/>
              <a:buAutoNum type="arabicPeriod"/>
            </a:pPr>
            <a:r>
              <a:rPr lang="zh-CN" altLang="zh-CN" sz="2000" dirty="0">
                <a:solidFill>
                  <a:srgbClr val="000000"/>
                </a:solidFill>
                <a:latin typeface="+mn-ea"/>
                <a:cs typeface="Arial" panose="020B0604020202020204" pitchFamily="34" charset="0"/>
              </a:rPr>
              <a:t>处理意外事件的应变能力；</a:t>
            </a:r>
            <a:endParaRPr lang="en-US" altLang="zh-CN" sz="2000" dirty="0">
              <a:solidFill>
                <a:srgbClr val="000000"/>
              </a:solidFill>
              <a:latin typeface="+mn-ea"/>
              <a:cs typeface="Arial" panose="020B0604020202020204" pitchFamily="34" charset="0"/>
            </a:endParaRPr>
          </a:p>
          <a:p>
            <a:pPr marL="457200" indent="-457200">
              <a:lnSpc>
                <a:spcPct val="150000"/>
              </a:lnSpc>
              <a:buFont typeface="+mj-lt"/>
              <a:buAutoNum type="arabicPeriod"/>
            </a:pPr>
            <a:r>
              <a:rPr lang="zh-CN" altLang="zh-CN" sz="2000" dirty="0">
                <a:solidFill>
                  <a:srgbClr val="000000"/>
                </a:solidFill>
                <a:latin typeface="+mn-ea"/>
                <a:cs typeface="Arial" panose="020B0604020202020204" pitchFamily="34" charset="0"/>
              </a:rPr>
              <a:t>信息不充分时的判断力；</a:t>
            </a:r>
            <a:endParaRPr lang="en-US" altLang="zh-CN" sz="2000" dirty="0">
              <a:solidFill>
                <a:srgbClr val="000000"/>
              </a:solidFill>
              <a:latin typeface="+mn-ea"/>
              <a:cs typeface="Arial" panose="020B0604020202020204" pitchFamily="34" charset="0"/>
            </a:endParaRPr>
          </a:p>
          <a:p>
            <a:pPr marL="457200" indent="-457200">
              <a:lnSpc>
                <a:spcPct val="150000"/>
              </a:lnSpc>
              <a:buFont typeface="+mj-lt"/>
              <a:buAutoNum type="arabicPeriod"/>
            </a:pPr>
            <a:r>
              <a:rPr lang="zh-CN" altLang="zh-CN" sz="2000" dirty="0">
                <a:solidFill>
                  <a:srgbClr val="000000"/>
                </a:solidFill>
                <a:latin typeface="+mn-ea"/>
                <a:cs typeface="Arial" panose="020B0604020202020204" pitchFamily="34" charset="0"/>
              </a:rPr>
              <a:t>逆境时敢于拍板的决策能力；</a:t>
            </a:r>
            <a:endParaRPr lang="en-US" altLang="zh-CN" sz="2000" dirty="0">
              <a:solidFill>
                <a:srgbClr val="000000"/>
              </a:solidFill>
              <a:latin typeface="+mn-ea"/>
              <a:cs typeface="Arial" panose="020B0604020202020204" pitchFamily="34" charset="0"/>
            </a:endParaRPr>
          </a:p>
          <a:p>
            <a:pPr marL="457200" indent="-457200">
              <a:lnSpc>
                <a:spcPct val="150000"/>
              </a:lnSpc>
              <a:buFont typeface="+mj-lt"/>
              <a:buAutoNum type="arabicPeriod"/>
            </a:pPr>
            <a:r>
              <a:rPr lang="zh-CN" altLang="zh-CN" sz="2000" dirty="0">
                <a:solidFill>
                  <a:srgbClr val="000000"/>
                </a:solidFill>
                <a:latin typeface="+mn-ea"/>
                <a:cs typeface="Arial" panose="020B0604020202020204" pitchFamily="34" charset="0"/>
              </a:rPr>
              <a:t>完成所决策事项的专业能力；</a:t>
            </a:r>
            <a:endParaRPr lang="en-US" altLang="zh-CN" sz="2000" dirty="0">
              <a:solidFill>
                <a:srgbClr val="000000"/>
              </a:solidFill>
              <a:latin typeface="+mn-ea"/>
              <a:cs typeface="Arial" panose="020B0604020202020204" pitchFamily="34" charset="0"/>
            </a:endParaRPr>
          </a:p>
          <a:p>
            <a:pPr marL="457200" indent="-457200">
              <a:lnSpc>
                <a:spcPct val="150000"/>
              </a:lnSpc>
              <a:buFont typeface="+mj-lt"/>
              <a:buAutoNum type="arabicPeriod"/>
            </a:pPr>
            <a:r>
              <a:rPr lang="zh-CN" altLang="zh-CN" sz="2000" dirty="0">
                <a:solidFill>
                  <a:srgbClr val="000000"/>
                </a:solidFill>
                <a:latin typeface="+mn-ea"/>
                <a:cs typeface="Arial" panose="020B0604020202020204" pitchFamily="34" charset="0"/>
              </a:rPr>
              <a:t>低潮时鼓舞士气的能力；</a:t>
            </a:r>
            <a:endParaRPr lang="en-US" altLang="zh-CN" sz="2000" dirty="0">
              <a:solidFill>
                <a:srgbClr val="000000"/>
              </a:solidFill>
              <a:latin typeface="+mn-ea"/>
              <a:cs typeface="Arial" panose="020B0604020202020204" pitchFamily="34" charset="0"/>
            </a:endParaRPr>
          </a:p>
          <a:p>
            <a:pPr marL="457200" indent="-457200">
              <a:lnSpc>
                <a:spcPct val="150000"/>
              </a:lnSpc>
              <a:buFont typeface="+mj-lt"/>
              <a:buAutoNum type="arabicPeriod"/>
            </a:pPr>
            <a:r>
              <a:rPr lang="zh-CN" altLang="zh-CN" sz="2000" dirty="0">
                <a:solidFill>
                  <a:srgbClr val="000000"/>
                </a:solidFill>
                <a:latin typeface="+mn-ea"/>
                <a:cs typeface="Arial" panose="020B0604020202020204" pitchFamily="34" charset="0"/>
              </a:rPr>
              <a:t>强烈的职业荣誉感；</a:t>
            </a:r>
            <a:endParaRPr lang="en-US" altLang="zh-CN" sz="2000" dirty="0">
              <a:solidFill>
                <a:srgbClr val="000000"/>
              </a:solidFill>
              <a:latin typeface="+mn-ea"/>
              <a:cs typeface="Arial" panose="020B0604020202020204" pitchFamily="34" charset="0"/>
            </a:endParaRPr>
          </a:p>
          <a:p>
            <a:pPr marL="457200" indent="-457200">
              <a:lnSpc>
                <a:spcPct val="150000"/>
              </a:lnSpc>
              <a:buFont typeface="+mj-lt"/>
              <a:buAutoNum type="arabicPeriod"/>
            </a:pPr>
            <a:r>
              <a:rPr lang="zh-CN" altLang="zh-CN" sz="2000" dirty="0">
                <a:solidFill>
                  <a:srgbClr val="000000"/>
                </a:solidFill>
                <a:latin typeface="+mn-ea"/>
                <a:cs typeface="Arial" panose="020B0604020202020204" pitchFamily="34" charset="0"/>
              </a:rPr>
              <a:t>具备创新热忱和刻苦钻研精神；</a:t>
            </a:r>
            <a:endParaRPr lang="en-US" altLang="zh-CN" sz="2000" dirty="0">
              <a:solidFill>
                <a:srgbClr val="000000"/>
              </a:solidFill>
              <a:latin typeface="+mn-ea"/>
              <a:cs typeface="Arial" panose="020B0604020202020204" pitchFamily="34" charset="0"/>
            </a:endParaRPr>
          </a:p>
          <a:p>
            <a:pPr marL="457200" indent="-457200">
              <a:lnSpc>
                <a:spcPct val="150000"/>
              </a:lnSpc>
              <a:buFont typeface="+mj-lt"/>
              <a:buAutoNum type="arabicPeriod"/>
            </a:pPr>
            <a:r>
              <a:rPr lang="zh-CN" altLang="zh-CN" sz="2000" dirty="0">
                <a:solidFill>
                  <a:srgbClr val="000000"/>
                </a:solidFill>
                <a:latin typeface="+mn-ea"/>
                <a:cs typeface="Arial" panose="020B0604020202020204" pitchFamily="34" charset="0"/>
              </a:rPr>
              <a:t>超乎常人的毅力。</a:t>
            </a:r>
            <a:endParaRPr lang="zh-CN" altLang="zh-CN" sz="2000" dirty="0">
              <a:latin typeface="+mn-ea"/>
              <a:cs typeface="宋体" panose="02010600030101010101" pitchFamily="2" charset="-122"/>
            </a:endParaRPr>
          </a:p>
        </p:txBody>
      </p:sp>
      <p:sp>
        <p:nvSpPr>
          <p:cNvPr id="3" name="标题 1">
            <a:extLst>
              <a:ext uri="{FF2B5EF4-FFF2-40B4-BE49-F238E27FC236}">
                <a16:creationId xmlns:a16="http://schemas.microsoft.com/office/drawing/2014/main" id="{06E9A44A-B6DD-4E9D-8117-D094B2CDB95C}"/>
              </a:ext>
            </a:extLst>
          </p:cNvPr>
          <p:cNvSpPr txBox="1">
            <a:spLocks noChangeArrowheads="1"/>
          </p:cNvSpPr>
          <p:nvPr/>
        </p:nvSpPr>
        <p:spPr>
          <a:xfrm>
            <a:off x="1768022" y="443015"/>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超级工程的领军人物</a:t>
            </a:r>
          </a:p>
        </p:txBody>
      </p:sp>
      <p:sp>
        <p:nvSpPr>
          <p:cNvPr id="4" name="文本框 3">
            <a:extLst>
              <a:ext uri="{FF2B5EF4-FFF2-40B4-BE49-F238E27FC236}">
                <a16:creationId xmlns:a16="http://schemas.microsoft.com/office/drawing/2014/main" id="{0245F03E-AA13-468D-85C9-B97F1E349216}"/>
              </a:ext>
            </a:extLst>
          </p:cNvPr>
          <p:cNvSpPr txBox="1"/>
          <p:nvPr/>
        </p:nvSpPr>
        <p:spPr>
          <a:xfrm>
            <a:off x="3323986" y="6424028"/>
            <a:ext cx="4485554" cy="369332"/>
          </a:xfrm>
          <a:prstGeom prst="rect">
            <a:avLst/>
          </a:prstGeom>
          <a:solidFill>
            <a:schemeClr val="accent4">
              <a:lumMod val="20000"/>
              <a:lumOff val="80000"/>
            </a:schemeClr>
          </a:solidFill>
        </p:spPr>
        <p:txBody>
          <a:bodyPr wrap="square" rtlCol="0">
            <a:spAutoFit/>
          </a:bodyPr>
          <a:lstStyle/>
          <a:p>
            <a:pPr algn="ctr"/>
            <a:r>
              <a:rPr lang="zh-CN" altLang="en-US" b="1" dirty="0">
                <a:latin typeface="等线 Light" panose="02010600030101010101" pitchFamily="2" charset="-122"/>
                <a:ea typeface="等线 Light" panose="02010600030101010101" pitchFamily="2" charset="-122"/>
              </a:rPr>
              <a:t>来源：港珠澳大桥原工程总监张劲文</a:t>
            </a:r>
          </a:p>
        </p:txBody>
      </p:sp>
    </p:spTree>
    <p:extLst>
      <p:ext uri="{BB962C8B-B14F-4D97-AF65-F5344CB8AC3E}">
        <p14:creationId xmlns:p14="http://schemas.microsoft.com/office/powerpoint/2010/main" val="35310813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96F4E19A-001D-4301-BAE2-E95BE6E2227E}"/>
              </a:ext>
            </a:extLst>
          </p:cNvPr>
          <p:cNvSpPr/>
          <p:nvPr/>
        </p:nvSpPr>
        <p:spPr>
          <a:xfrm>
            <a:off x="2216949" y="1245982"/>
            <a:ext cx="1023520" cy="420871"/>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kern="100" dirty="0">
                <a:solidFill>
                  <a:schemeClr val="tx1"/>
                </a:solidFill>
                <a:latin typeface="+mn-ea"/>
                <a:cs typeface="Times New Roman" panose="02020603050405020304" pitchFamily="18" charset="0"/>
              </a:rPr>
              <a:t>问题</a:t>
            </a:r>
            <a:endParaRPr lang="zh-CN" altLang="en-US" dirty="0">
              <a:solidFill>
                <a:schemeClr val="tx1"/>
              </a:solidFill>
              <a:latin typeface="+mn-ea"/>
            </a:endParaRPr>
          </a:p>
        </p:txBody>
      </p:sp>
      <p:sp>
        <p:nvSpPr>
          <p:cNvPr id="4" name="矩形 3">
            <a:extLst>
              <a:ext uri="{FF2B5EF4-FFF2-40B4-BE49-F238E27FC236}">
                <a16:creationId xmlns:a16="http://schemas.microsoft.com/office/drawing/2014/main" id="{9671F263-9BFF-4106-BF03-032FCF0D99D3}"/>
              </a:ext>
            </a:extLst>
          </p:cNvPr>
          <p:cNvSpPr/>
          <p:nvPr/>
        </p:nvSpPr>
        <p:spPr>
          <a:xfrm>
            <a:off x="2200088" y="1913335"/>
            <a:ext cx="1023520" cy="550402"/>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mn-ea"/>
              </a:rPr>
              <a:t>设定</a:t>
            </a:r>
            <a:endParaRPr lang="en-US" altLang="zh-CN" dirty="0">
              <a:solidFill>
                <a:schemeClr val="tx1"/>
              </a:solidFill>
              <a:latin typeface="+mn-ea"/>
            </a:endParaRPr>
          </a:p>
          <a:p>
            <a:pPr algn="ctr"/>
            <a:r>
              <a:rPr lang="zh-CN" altLang="en-US" dirty="0">
                <a:solidFill>
                  <a:schemeClr val="tx1"/>
                </a:solidFill>
                <a:latin typeface="+mn-ea"/>
              </a:rPr>
              <a:t>目标</a:t>
            </a:r>
          </a:p>
        </p:txBody>
      </p:sp>
      <p:sp>
        <p:nvSpPr>
          <p:cNvPr id="5" name="矩形 4">
            <a:extLst>
              <a:ext uri="{FF2B5EF4-FFF2-40B4-BE49-F238E27FC236}">
                <a16:creationId xmlns:a16="http://schemas.microsoft.com/office/drawing/2014/main" id="{D13B93FF-255C-414B-9F14-5418CE4CAEE3}"/>
              </a:ext>
            </a:extLst>
          </p:cNvPr>
          <p:cNvSpPr/>
          <p:nvPr/>
        </p:nvSpPr>
        <p:spPr>
          <a:xfrm>
            <a:off x="1999761" y="2691753"/>
            <a:ext cx="1507793" cy="1267716"/>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方案设计</a:t>
            </a:r>
            <a:endParaRPr lang="en-US" altLang="zh-CN" dirty="0">
              <a:solidFill>
                <a:schemeClr val="tx1"/>
              </a:solidFill>
            </a:endParaRPr>
          </a:p>
          <a:p>
            <a:pPr algn="ctr"/>
            <a:r>
              <a:rPr lang="zh-CN" altLang="en-US" dirty="0">
                <a:solidFill>
                  <a:schemeClr val="tx1"/>
                </a:solidFill>
              </a:rPr>
              <a:t>（建模、仿真、试验、优化）</a:t>
            </a:r>
            <a:endParaRPr lang="zh-CN" altLang="en-US" dirty="0">
              <a:solidFill>
                <a:schemeClr val="tx1"/>
              </a:solidFill>
              <a:latin typeface="+mn-ea"/>
            </a:endParaRPr>
          </a:p>
        </p:txBody>
      </p:sp>
      <p:sp>
        <p:nvSpPr>
          <p:cNvPr id="6" name="矩形 5">
            <a:extLst>
              <a:ext uri="{FF2B5EF4-FFF2-40B4-BE49-F238E27FC236}">
                <a16:creationId xmlns:a16="http://schemas.microsoft.com/office/drawing/2014/main" id="{24FD3BB2-72C5-4ACB-AD24-45D4ABFA0D47}"/>
              </a:ext>
            </a:extLst>
          </p:cNvPr>
          <p:cNvSpPr/>
          <p:nvPr/>
        </p:nvSpPr>
        <p:spPr>
          <a:xfrm>
            <a:off x="2033012" y="4340281"/>
            <a:ext cx="1412706" cy="728012"/>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kern="100" dirty="0">
                <a:solidFill>
                  <a:schemeClr val="tx1"/>
                </a:solidFill>
                <a:latin typeface="+mn-ea"/>
                <a:cs typeface="Times New Roman" panose="02020603050405020304" pitchFamily="18" charset="0"/>
              </a:rPr>
              <a:t>结果分析与评估</a:t>
            </a:r>
          </a:p>
        </p:txBody>
      </p:sp>
      <p:sp>
        <p:nvSpPr>
          <p:cNvPr id="7" name="矩形 6">
            <a:extLst>
              <a:ext uri="{FF2B5EF4-FFF2-40B4-BE49-F238E27FC236}">
                <a16:creationId xmlns:a16="http://schemas.microsoft.com/office/drawing/2014/main" id="{F22B61B5-F306-4319-AFA2-9E54CF17DC54}"/>
              </a:ext>
            </a:extLst>
          </p:cNvPr>
          <p:cNvSpPr/>
          <p:nvPr/>
        </p:nvSpPr>
        <p:spPr>
          <a:xfrm>
            <a:off x="2191775" y="5338481"/>
            <a:ext cx="1100700" cy="455490"/>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kern="100" dirty="0">
                <a:solidFill>
                  <a:schemeClr val="tx1"/>
                </a:solidFill>
                <a:latin typeface="+mn-ea"/>
                <a:cs typeface="Times New Roman" panose="02020603050405020304" pitchFamily="18" charset="0"/>
              </a:rPr>
              <a:t>形成报告</a:t>
            </a:r>
          </a:p>
        </p:txBody>
      </p:sp>
      <p:sp>
        <p:nvSpPr>
          <p:cNvPr id="8" name="箭头: 右 7">
            <a:extLst>
              <a:ext uri="{FF2B5EF4-FFF2-40B4-BE49-F238E27FC236}">
                <a16:creationId xmlns:a16="http://schemas.microsoft.com/office/drawing/2014/main" id="{3F470F77-678D-4CB7-9553-615232DF2558}"/>
              </a:ext>
            </a:extLst>
          </p:cNvPr>
          <p:cNvSpPr/>
          <p:nvPr/>
        </p:nvSpPr>
        <p:spPr>
          <a:xfrm rot="5400000">
            <a:off x="2584411" y="1693474"/>
            <a:ext cx="254874" cy="185455"/>
          </a:xfrm>
          <a:prstGeom prst="rightArrow">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箭头: 右 8">
            <a:extLst>
              <a:ext uri="{FF2B5EF4-FFF2-40B4-BE49-F238E27FC236}">
                <a16:creationId xmlns:a16="http://schemas.microsoft.com/office/drawing/2014/main" id="{E64DE69F-F8FB-4E67-AC08-C568F1661231}"/>
              </a:ext>
            </a:extLst>
          </p:cNvPr>
          <p:cNvSpPr/>
          <p:nvPr/>
        </p:nvSpPr>
        <p:spPr>
          <a:xfrm rot="5400000">
            <a:off x="2625747" y="2494924"/>
            <a:ext cx="205925" cy="151735"/>
          </a:xfrm>
          <a:prstGeom prst="rightArrow">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右 9">
            <a:extLst>
              <a:ext uri="{FF2B5EF4-FFF2-40B4-BE49-F238E27FC236}">
                <a16:creationId xmlns:a16="http://schemas.microsoft.com/office/drawing/2014/main" id="{D4F75F46-E358-4D16-8088-B4489C020849}"/>
              </a:ext>
            </a:extLst>
          </p:cNvPr>
          <p:cNvSpPr/>
          <p:nvPr/>
        </p:nvSpPr>
        <p:spPr>
          <a:xfrm rot="5400000">
            <a:off x="2522237" y="4075527"/>
            <a:ext cx="362594" cy="166915"/>
          </a:xfrm>
          <a:prstGeom prst="rightArrow">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箭头: 右 10">
            <a:extLst>
              <a:ext uri="{FF2B5EF4-FFF2-40B4-BE49-F238E27FC236}">
                <a16:creationId xmlns:a16="http://schemas.microsoft.com/office/drawing/2014/main" id="{2D9AD9A7-EDB7-48C6-803D-F338FE3BE3D8}"/>
              </a:ext>
            </a:extLst>
          </p:cNvPr>
          <p:cNvSpPr/>
          <p:nvPr/>
        </p:nvSpPr>
        <p:spPr>
          <a:xfrm rot="5400000">
            <a:off x="2577845" y="5129337"/>
            <a:ext cx="256581" cy="161713"/>
          </a:xfrm>
          <a:prstGeom prst="rightArrow">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0A266BB9-F60D-45B6-A648-A9806151AFE1}"/>
              </a:ext>
            </a:extLst>
          </p:cNvPr>
          <p:cNvSpPr txBox="1"/>
          <p:nvPr/>
        </p:nvSpPr>
        <p:spPr>
          <a:xfrm>
            <a:off x="3789755" y="3036969"/>
            <a:ext cx="490651" cy="2031325"/>
          </a:xfrm>
          <a:prstGeom prst="rect">
            <a:avLst/>
          </a:prstGeom>
          <a:solidFill>
            <a:schemeClr val="accent6">
              <a:lumMod val="20000"/>
              <a:lumOff val="80000"/>
            </a:schemeClr>
          </a:solidFill>
        </p:spPr>
        <p:txBody>
          <a:bodyPr wrap="square" rtlCol="0">
            <a:spAutoFit/>
          </a:bodyPr>
          <a:lstStyle/>
          <a:p>
            <a:r>
              <a:rPr lang="zh-CN" altLang="en-US" dirty="0"/>
              <a:t>调整模型和参数</a:t>
            </a:r>
          </a:p>
        </p:txBody>
      </p:sp>
      <p:cxnSp>
        <p:nvCxnSpPr>
          <p:cNvPr id="13" name="连接符: 肘形 12">
            <a:extLst>
              <a:ext uri="{FF2B5EF4-FFF2-40B4-BE49-F238E27FC236}">
                <a16:creationId xmlns:a16="http://schemas.microsoft.com/office/drawing/2014/main" id="{D90E4AF1-3EEF-43AF-ACCF-EA5B10025F97}"/>
              </a:ext>
            </a:extLst>
          </p:cNvPr>
          <p:cNvCxnSpPr>
            <a:cxnSpLocks/>
            <a:stCxn id="5" idx="3"/>
            <a:endCxn id="6" idx="3"/>
          </p:cNvCxnSpPr>
          <p:nvPr/>
        </p:nvCxnSpPr>
        <p:spPr>
          <a:xfrm flipH="1">
            <a:off x="3445719" y="3325611"/>
            <a:ext cx="61835" cy="1378676"/>
          </a:xfrm>
          <a:prstGeom prst="bentConnector3">
            <a:avLst>
              <a:gd name="adj1" fmla="val -369694"/>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9F7724EF-4A86-46B4-943C-EAA88EA6EAC1}"/>
              </a:ext>
            </a:extLst>
          </p:cNvPr>
          <p:cNvSpPr/>
          <p:nvPr/>
        </p:nvSpPr>
        <p:spPr>
          <a:xfrm>
            <a:off x="4682380" y="1245982"/>
            <a:ext cx="2935950" cy="646331"/>
          </a:xfrm>
          <a:prstGeom prst="rect">
            <a:avLst/>
          </a:prstGeom>
          <a:ln>
            <a:solidFill>
              <a:schemeClr val="accent1"/>
            </a:solidFill>
          </a:ln>
        </p:spPr>
        <p:txBody>
          <a:bodyPr wrap="square">
            <a:spAutoFit/>
          </a:bodyPr>
          <a:lstStyle/>
          <a:p>
            <a:pPr marL="285750" indent="-285750">
              <a:buFont typeface="Arial" panose="020B0604020202020204" pitchFamily="34" charset="0"/>
              <a:buChar char="•"/>
            </a:pPr>
            <a:r>
              <a:rPr lang="zh-CN" altLang="zh-CN" kern="100" dirty="0">
                <a:solidFill>
                  <a:srgbClr val="222222"/>
                </a:solidFill>
                <a:latin typeface="Arial" panose="020B0604020202020204" pitchFamily="34" charset="0"/>
                <a:cs typeface="Arial" panose="020B0604020202020204" pitchFamily="34" charset="0"/>
              </a:rPr>
              <a:t>识别</a:t>
            </a:r>
            <a:r>
              <a:rPr lang="zh-CN" altLang="en-US" kern="100" dirty="0">
                <a:solidFill>
                  <a:srgbClr val="222222"/>
                </a:solidFill>
                <a:latin typeface="Arial" panose="020B0604020202020204" pitchFamily="34" charset="0"/>
                <a:cs typeface="Arial" panose="020B0604020202020204" pitchFamily="34" charset="0"/>
              </a:rPr>
              <a:t>和呈现</a:t>
            </a:r>
            <a:r>
              <a:rPr lang="zh-CN" altLang="zh-CN" kern="100" dirty="0">
                <a:solidFill>
                  <a:srgbClr val="222222"/>
                </a:solidFill>
                <a:latin typeface="Arial" panose="020B0604020202020204" pitchFamily="34" charset="0"/>
                <a:cs typeface="Arial" panose="020B0604020202020204" pitchFamily="34" charset="0"/>
              </a:rPr>
              <a:t>工程问题</a:t>
            </a:r>
            <a:endParaRPr lang="zh-CN" altLang="zh-CN" kern="100" dirty="0">
              <a:latin typeface="等线" panose="02010600030101010101" pitchFamily="2" charset="-122"/>
              <a:cs typeface="Times New Roman" panose="02020603050405020304" pitchFamily="18" charset="0"/>
            </a:endParaRPr>
          </a:p>
          <a:p>
            <a:pPr marL="285750" indent="-285750">
              <a:buFont typeface="Arial" panose="020B0604020202020204" pitchFamily="34" charset="0"/>
              <a:buChar char="•"/>
            </a:pPr>
            <a:r>
              <a:rPr lang="zh-CN" altLang="zh-CN" kern="100" dirty="0"/>
              <a:t>用户导向的思维</a:t>
            </a:r>
            <a:endParaRPr lang="en-US" altLang="zh-CN" kern="100" dirty="0"/>
          </a:p>
        </p:txBody>
      </p:sp>
      <p:sp>
        <p:nvSpPr>
          <p:cNvPr id="17" name="矩形 16">
            <a:extLst>
              <a:ext uri="{FF2B5EF4-FFF2-40B4-BE49-F238E27FC236}">
                <a16:creationId xmlns:a16="http://schemas.microsoft.com/office/drawing/2014/main" id="{BEC4C2C4-A174-4878-88FC-86403521D858}"/>
              </a:ext>
            </a:extLst>
          </p:cNvPr>
          <p:cNvSpPr/>
          <p:nvPr/>
        </p:nvSpPr>
        <p:spPr>
          <a:xfrm>
            <a:off x="4682380" y="2035974"/>
            <a:ext cx="2935950" cy="369332"/>
          </a:xfrm>
          <a:prstGeom prst="rect">
            <a:avLst/>
          </a:prstGeom>
          <a:ln>
            <a:solidFill>
              <a:schemeClr val="accent1"/>
            </a:solidFill>
          </a:ln>
        </p:spPr>
        <p:txBody>
          <a:bodyPr wrap="square">
            <a:spAutoFit/>
          </a:bodyPr>
          <a:lstStyle/>
          <a:p>
            <a:pPr marL="285750" indent="-285750" algn="ctr">
              <a:buFont typeface="Arial" panose="020B0604020202020204" pitchFamily="34" charset="0"/>
              <a:buChar char="•"/>
            </a:pPr>
            <a:r>
              <a:rPr lang="zh-CN" altLang="en-US" kern="100" dirty="0">
                <a:latin typeface="等线" panose="02010600030101010101" pitchFamily="2" charset="-122"/>
                <a:cs typeface="Times New Roman" panose="02020603050405020304" pitchFamily="18" charset="0"/>
              </a:rPr>
              <a:t>科学、理性的价值体系</a:t>
            </a:r>
            <a:endParaRPr lang="zh-CN" altLang="zh-CN" kern="100" dirty="0">
              <a:latin typeface="等线" panose="02010600030101010101" pitchFamily="2" charset="-122"/>
              <a:cs typeface="Times New Roman" panose="02020603050405020304" pitchFamily="18" charset="0"/>
            </a:endParaRPr>
          </a:p>
        </p:txBody>
      </p:sp>
      <p:sp>
        <p:nvSpPr>
          <p:cNvPr id="36" name="矩形 35">
            <a:extLst>
              <a:ext uri="{FF2B5EF4-FFF2-40B4-BE49-F238E27FC236}">
                <a16:creationId xmlns:a16="http://schemas.microsoft.com/office/drawing/2014/main" id="{4B7655FA-80F3-474E-8ABC-98DB71DD5A94}"/>
              </a:ext>
            </a:extLst>
          </p:cNvPr>
          <p:cNvSpPr/>
          <p:nvPr/>
        </p:nvSpPr>
        <p:spPr>
          <a:xfrm>
            <a:off x="8008922" y="3082306"/>
            <a:ext cx="2556450" cy="1754326"/>
          </a:xfrm>
          <a:prstGeom prst="rect">
            <a:avLst/>
          </a:prstGeom>
          <a:ln>
            <a:solidFill>
              <a:schemeClr val="accent1"/>
            </a:solidFill>
          </a:ln>
        </p:spPr>
        <p:txBody>
          <a:bodyPr wrap="square">
            <a:spAutoFit/>
          </a:bodyPr>
          <a:lstStyle/>
          <a:p>
            <a:pPr marL="285750" indent="-285750">
              <a:buFont typeface="Arial" panose="020B0604020202020204" pitchFamily="34" charset="0"/>
              <a:buChar char="•"/>
            </a:pPr>
            <a:r>
              <a:rPr lang="zh-CN" altLang="en-US" dirty="0">
                <a:ea typeface="宋体" panose="02010600030101010101" pitchFamily="2" charset="-122"/>
                <a:cs typeface="Times New Roman" panose="02020603050405020304" pitchFamily="18" charset="0"/>
              </a:rPr>
              <a:t>系统思维和系统设计</a:t>
            </a:r>
          </a:p>
          <a:p>
            <a:pPr marL="285750" indent="-285750">
              <a:buFont typeface="Arial" panose="020B0604020202020204" pitchFamily="34" charset="0"/>
              <a:buChar char="•"/>
            </a:pPr>
            <a:r>
              <a:rPr lang="zh-CN" altLang="zh-CN" dirty="0">
                <a:ea typeface="宋体" panose="02010600030101010101" pitchFamily="2" charset="-122"/>
                <a:cs typeface="Times New Roman" panose="02020603050405020304" pitchFamily="18" charset="0"/>
              </a:rPr>
              <a:t>理性和直觉的混合</a:t>
            </a:r>
            <a:endParaRPr lang="en-US" altLang="zh-CN" dirty="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r>
              <a:rPr lang="zh-CN" altLang="en-US" dirty="0">
                <a:ea typeface="宋体" panose="02010600030101010101" pitchFamily="2" charset="-122"/>
                <a:cs typeface="Times New Roman" panose="02020603050405020304" pitchFamily="18" charset="0"/>
              </a:rPr>
              <a:t>处理不确定性</a:t>
            </a:r>
            <a:endParaRPr lang="en-US" altLang="zh-CN" dirty="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r>
              <a:rPr lang="zh-CN" altLang="zh-CN" dirty="0">
                <a:ea typeface="宋体" panose="02010600030101010101" pitchFamily="2" charset="-122"/>
                <a:cs typeface="Times New Roman" panose="02020603050405020304" pitchFamily="18" charset="0"/>
              </a:rPr>
              <a:t>容忍失败和模糊</a:t>
            </a:r>
            <a:endParaRPr lang="en-US" altLang="zh-CN" dirty="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r>
              <a:rPr lang="zh-CN" altLang="zh-CN" dirty="0">
                <a:ea typeface="宋体" panose="02010600030101010101" pitchFamily="2" charset="-122"/>
                <a:cs typeface="Times New Roman" panose="02020603050405020304" pitchFamily="18" charset="0"/>
              </a:rPr>
              <a:t>迭代和试验</a:t>
            </a:r>
            <a:endParaRPr lang="en-US" altLang="zh-CN" dirty="0">
              <a:ea typeface="宋体" panose="02010600030101010101" pitchFamily="2" charset="-122"/>
              <a:cs typeface="Times New Roman" panose="02020603050405020304" pitchFamily="18" charset="0"/>
            </a:endParaRPr>
          </a:p>
          <a:p>
            <a:pPr marL="285750" indent="-285750">
              <a:buFont typeface="Arial" panose="020B0604020202020204" pitchFamily="34" charset="0"/>
              <a:buChar char="•"/>
            </a:pPr>
            <a:r>
              <a:rPr lang="zh-CN" altLang="zh-CN" dirty="0">
                <a:ea typeface="宋体" panose="02010600030101010101" pitchFamily="2" charset="-122"/>
                <a:cs typeface="Times New Roman" panose="02020603050405020304" pitchFamily="18" charset="0"/>
              </a:rPr>
              <a:t>跨</a:t>
            </a:r>
            <a:r>
              <a:rPr lang="zh-CN" altLang="en-US" dirty="0">
                <a:ea typeface="宋体" panose="02010600030101010101" pitchFamily="2" charset="-122"/>
                <a:cs typeface="Times New Roman" panose="02020603050405020304" pitchFamily="18" charset="0"/>
              </a:rPr>
              <a:t>专业合作</a:t>
            </a:r>
          </a:p>
        </p:txBody>
      </p:sp>
      <p:sp>
        <p:nvSpPr>
          <p:cNvPr id="37" name="矩形 36">
            <a:extLst>
              <a:ext uri="{FF2B5EF4-FFF2-40B4-BE49-F238E27FC236}">
                <a16:creationId xmlns:a16="http://schemas.microsoft.com/office/drawing/2014/main" id="{918051F0-82A1-4B02-B93B-356C9CEB296C}"/>
              </a:ext>
            </a:extLst>
          </p:cNvPr>
          <p:cNvSpPr/>
          <p:nvPr/>
        </p:nvSpPr>
        <p:spPr>
          <a:xfrm>
            <a:off x="4663475" y="3544760"/>
            <a:ext cx="2935950" cy="923330"/>
          </a:xfrm>
          <a:prstGeom prst="rect">
            <a:avLst/>
          </a:prstGeom>
          <a:ln>
            <a:solidFill>
              <a:schemeClr val="accent1"/>
            </a:solidFill>
          </a:ln>
        </p:spPr>
        <p:txBody>
          <a:bodyPr wrap="square">
            <a:spAutoFit/>
          </a:bodyPr>
          <a:lstStyle/>
          <a:p>
            <a:pPr marL="285750" indent="-285750">
              <a:buFont typeface="Arial" panose="020B0604020202020204" pitchFamily="34" charset="0"/>
              <a:buChar char="•"/>
            </a:pPr>
            <a:r>
              <a:rPr lang="zh-CN" altLang="zh-CN" kern="100" dirty="0">
                <a:solidFill>
                  <a:srgbClr val="222222"/>
                </a:solidFill>
                <a:latin typeface="Arial" panose="020B0604020202020204" pitchFamily="34" charset="0"/>
                <a:cs typeface="Arial" panose="020B0604020202020204" pitchFamily="34" charset="0"/>
              </a:rPr>
              <a:t>在</a:t>
            </a:r>
            <a:r>
              <a:rPr lang="zh-CN" altLang="en-US" kern="100" dirty="0">
                <a:solidFill>
                  <a:srgbClr val="222222"/>
                </a:solidFill>
                <a:latin typeface="Arial" panose="020B0604020202020204" pitchFamily="34" charset="0"/>
                <a:cs typeface="Arial" panose="020B0604020202020204" pitchFamily="34" charset="0"/>
              </a:rPr>
              <a:t>目标和</a:t>
            </a:r>
            <a:r>
              <a:rPr lang="zh-CN" altLang="zh-CN" kern="100" dirty="0">
                <a:solidFill>
                  <a:srgbClr val="222222"/>
                </a:solidFill>
                <a:latin typeface="Arial" panose="020B0604020202020204" pitchFamily="34" charset="0"/>
                <a:cs typeface="Arial" panose="020B0604020202020204" pitchFamily="34" charset="0"/>
              </a:rPr>
              <a:t>约束下设计</a:t>
            </a:r>
            <a:endParaRPr lang="en-US" altLang="zh-CN" kern="100" dirty="0">
              <a:solidFill>
                <a:srgbClr val="222222"/>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zh-CN" altLang="en-US" kern="100" dirty="0">
                <a:solidFill>
                  <a:srgbClr val="222222"/>
                </a:solidFill>
                <a:latin typeface="Arial" panose="020B0604020202020204" pitchFamily="34" charset="0"/>
                <a:cs typeface="Arial" panose="020B0604020202020204" pitchFamily="34" charset="0"/>
              </a:rPr>
              <a:t>试验、建模、优化等</a:t>
            </a:r>
            <a:endParaRPr lang="zh-CN" altLang="en-US" dirty="0"/>
          </a:p>
          <a:p>
            <a:pPr marL="285750" indent="-285750">
              <a:buFont typeface="Arial" panose="020B0604020202020204" pitchFamily="34" charset="0"/>
              <a:buChar char="•"/>
            </a:pPr>
            <a:r>
              <a:rPr lang="zh-CN" altLang="zh-CN" kern="100" dirty="0">
                <a:solidFill>
                  <a:srgbClr val="222222"/>
                </a:solidFill>
                <a:latin typeface="Arial" panose="020B0604020202020204" pitchFamily="34" charset="0"/>
                <a:cs typeface="Arial" panose="020B0604020202020204" pitchFamily="34" charset="0"/>
              </a:rPr>
              <a:t>分析实验数据及解释</a:t>
            </a:r>
            <a:endParaRPr lang="zh-CN" altLang="en-US" dirty="0"/>
          </a:p>
        </p:txBody>
      </p:sp>
      <p:sp>
        <p:nvSpPr>
          <p:cNvPr id="46" name="矩形 45">
            <a:extLst>
              <a:ext uri="{FF2B5EF4-FFF2-40B4-BE49-F238E27FC236}">
                <a16:creationId xmlns:a16="http://schemas.microsoft.com/office/drawing/2014/main" id="{15F51F9D-88E2-4435-B9DC-00A2D60AC286}"/>
              </a:ext>
            </a:extLst>
          </p:cNvPr>
          <p:cNvSpPr/>
          <p:nvPr/>
        </p:nvSpPr>
        <p:spPr>
          <a:xfrm>
            <a:off x="4663475" y="5514524"/>
            <a:ext cx="2800420" cy="646331"/>
          </a:xfrm>
          <a:prstGeom prst="rect">
            <a:avLst/>
          </a:prstGeom>
          <a:ln>
            <a:solidFill>
              <a:schemeClr val="accent1"/>
            </a:solidFill>
          </a:ln>
        </p:spPr>
        <p:txBody>
          <a:bodyPr wrap="square">
            <a:spAutoFit/>
          </a:bodyPr>
          <a:lstStyle/>
          <a:p>
            <a:pPr marL="285750" indent="-285750">
              <a:buFont typeface="Arial" panose="020B0604020202020204" pitchFamily="34" charset="0"/>
              <a:buChar char="•"/>
            </a:pPr>
            <a:r>
              <a:rPr lang="zh-CN" altLang="zh-CN" kern="100" dirty="0">
                <a:solidFill>
                  <a:srgbClr val="222222"/>
                </a:solidFill>
                <a:latin typeface="Arial" panose="020B0604020202020204" pitchFamily="34" charset="0"/>
                <a:cs typeface="Arial" panose="020B0604020202020204" pitchFamily="34" charset="0"/>
              </a:rPr>
              <a:t>有效沟通</a:t>
            </a:r>
            <a:r>
              <a:rPr lang="zh-CN" altLang="en-US" kern="100" dirty="0">
                <a:solidFill>
                  <a:srgbClr val="222222"/>
                </a:solidFill>
                <a:latin typeface="Arial" panose="020B0604020202020204" pitchFamily="34" charset="0"/>
                <a:cs typeface="Arial" panose="020B0604020202020204" pitchFamily="34" charset="0"/>
              </a:rPr>
              <a:t>（写作、沟通和汇报）</a:t>
            </a:r>
            <a:endParaRPr lang="en-US" altLang="zh-CN" kern="100" dirty="0">
              <a:solidFill>
                <a:srgbClr val="222222"/>
              </a:solidFill>
              <a:latin typeface="Arial" panose="020B0604020202020204" pitchFamily="34" charset="0"/>
              <a:cs typeface="Arial" panose="020B0604020202020204" pitchFamily="34" charset="0"/>
            </a:endParaRPr>
          </a:p>
        </p:txBody>
      </p:sp>
      <p:sp>
        <p:nvSpPr>
          <p:cNvPr id="19" name="Rectangle 4">
            <a:extLst>
              <a:ext uri="{FF2B5EF4-FFF2-40B4-BE49-F238E27FC236}">
                <a16:creationId xmlns:a16="http://schemas.microsoft.com/office/drawing/2014/main" id="{2E49A4A2-D9DD-4486-8806-01E2960434A4}"/>
              </a:ext>
            </a:extLst>
          </p:cNvPr>
          <p:cNvSpPr txBox="1">
            <a:spLocks/>
          </p:cNvSpPr>
          <p:nvPr/>
        </p:nvSpPr>
        <p:spPr>
          <a:xfrm>
            <a:off x="1709565" y="381579"/>
            <a:ext cx="7833445" cy="51494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latin typeface="Times New Roman" pitchFamily="18" charset="0"/>
              </a:rPr>
              <a:t>工程管理设计研究过程的能力与素质要求</a:t>
            </a:r>
          </a:p>
        </p:txBody>
      </p:sp>
    </p:spTree>
    <p:extLst>
      <p:ext uri="{BB962C8B-B14F-4D97-AF65-F5344CB8AC3E}">
        <p14:creationId xmlns:p14="http://schemas.microsoft.com/office/powerpoint/2010/main" val="35344209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副标题 5">
            <a:extLst>
              <a:ext uri="{FF2B5EF4-FFF2-40B4-BE49-F238E27FC236}">
                <a16:creationId xmlns:a16="http://schemas.microsoft.com/office/drawing/2014/main" id="{2ED7CF1A-575F-4415-8FBC-F9146B098DA1}"/>
              </a:ext>
            </a:extLst>
          </p:cNvPr>
          <p:cNvSpPr txBox="1">
            <a:spLocks/>
          </p:cNvSpPr>
          <p:nvPr/>
        </p:nvSpPr>
        <p:spPr bwMode="auto">
          <a:xfrm>
            <a:off x="2840475" y="1883261"/>
            <a:ext cx="553588" cy="2924832"/>
          </a:xfrm>
          <a:prstGeom prst="rect">
            <a:avLst/>
          </a:prstGeom>
          <a:noFill/>
          <a:ln w="9525">
            <a:solidFill>
              <a:schemeClr val="tx1"/>
            </a:solidFill>
            <a:miter lim="800000"/>
            <a:headEnd/>
            <a:tailEnd/>
          </a:ln>
        </p:spPr>
        <p:txBody>
          <a:bodyPr vert="horz" wrap="square" lIns="0" tIns="0" rIns="0" bIns="0" numCol="1" anchor="t" anchorCtr="0" compatLnSpc="1">
            <a:prstTxWarp prst="textNoShape">
              <a:avLst/>
            </a:prstTxWarp>
            <a:normAutofit/>
          </a:bodyPr>
          <a:lstStyle>
            <a:lvl1pPr marL="0" indent="0" algn="l" rtl="0" eaLnBrk="0" fontAlgn="base" hangingPunct="0">
              <a:lnSpc>
                <a:spcPts val="3428"/>
              </a:lnSpc>
              <a:spcBef>
                <a:spcPts val="0"/>
              </a:spcBef>
              <a:spcAft>
                <a:spcPct val="0"/>
              </a:spcAft>
              <a:buClr>
                <a:srgbClr val="777777"/>
              </a:buClr>
              <a:buSzPct val="60000"/>
              <a:buFont typeface="Wingdings" pitchFamily="2" charset="2"/>
              <a:buNone/>
              <a:defRPr sz="2799" b="1" baseline="0">
                <a:solidFill>
                  <a:srgbClr val="2F5597"/>
                </a:solidFill>
                <a:latin typeface="Microsoft YaHei" panose="020B0503020204020204" pitchFamily="34" charset="-122"/>
                <a:ea typeface="Microsoft YaHei" panose="020B0503020204020204" pitchFamily="34" charset="-122"/>
                <a:cs typeface="+mn-cs"/>
              </a:defRPr>
            </a:lvl1pPr>
            <a:lvl2pPr marL="593425" indent="0" algn="ctr" rtl="0" eaLnBrk="0" fontAlgn="base" hangingPunct="0">
              <a:lnSpc>
                <a:spcPct val="140000"/>
              </a:lnSpc>
              <a:spcBef>
                <a:spcPct val="0"/>
              </a:spcBef>
              <a:spcAft>
                <a:spcPct val="0"/>
              </a:spcAft>
              <a:buSzPct val="50000"/>
              <a:buFont typeface="Wingdings" pitchFamily="2" charset="2"/>
              <a:buNone/>
              <a:defRPr sz="2596">
                <a:solidFill>
                  <a:schemeClr val="tx1"/>
                </a:solidFill>
                <a:latin typeface="微软雅黑" panose="020B0503020204020204" pitchFamily="34" charset="-122"/>
                <a:ea typeface="微软雅黑" panose="020B0503020204020204" pitchFamily="34" charset="-122"/>
                <a:cs typeface="+mn-cs"/>
              </a:defRPr>
            </a:lvl2pPr>
            <a:lvl3pPr marL="1186848" indent="0" algn="ctr" rtl="0" eaLnBrk="0" fontAlgn="base" hangingPunct="0">
              <a:lnSpc>
                <a:spcPct val="140000"/>
              </a:lnSpc>
              <a:spcBef>
                <a:spcPct val="0"/>
              </a:spcBef>
              <a:spcAft>
                <a:spcPct val="0"/>
              </a:spcAft>
              <a:buSzPct val="50000"/>
              <a:buFont typeface="Wingdings" pitchFamily="2" charset="2"/>
              <a:buNone/>
              <a:defRPr sz="2336">
                <a:solidFill>
                  <a:schemeClr val="tx1"/>
                </a:solidFill>
                <a:latin typeface="微软雅黑" panose="020B0503020204020204" pitchFamily="34" charset="-122"/>
                <a:ea typeface="微软雅黑" panose="020B0503020204020204" pitchFamily="34" charset="-122"/>
                <a:cs typeface="+mn-cs"/>
              </a:defRPr>
            </a:lvl3pPr>
            <a:lvl4pPr marL="1780274" indent="0" algn="ctr" rtl="0" eaLnBrk="0" fontAlgn="base" hangingPunct="0">
              <a:lnSpc>
                <a:spcPct val="140000"/>
              </a:lnSpc>
              <a:spcBef>
                <a:spcPct val="0"/>
              </a:spcBef>
              <a:spcAft>
                <a:spcPct val="0"/>
              </a:spcAft>
              <a:buNone/>
              <a:defRPr sz="2077">
                <a:solidFill>
                  <a:schemeClr val="tx1"/>
                </a:solidFill>
                <a:latin typeface="微软雅黑" panose="020B0503020204020204" pitchFamily="34" charset="-122"/>
                <a:ea typeface="微软雅黑" panose="020B0503020204020204" pitchFamily="34" charset="-122"/>
                <a:cs typeface="+mn-cs"/>
              </a:defRPr>
            </a:lvl4pPr>
            <a:lvl5pPr marL="2373698" indent="0" algn="ctr" rtl="0" eaLnBrk="0" fontAlgn="base" hangingPunct="0">
              <a:lnSpc>
                <a:spcPct val="140000"/>
              </a:lnSpc>
              <a:spcBef>
                <a:spcPct val="0"/>
              </a:spcBef>
              <a:spcAft>
                <a:spcPct val="0"/>
              </a:spcAft>
              <a:buFont typeface="Arial" charset="0"/>
              <a:buNone/>
              <a:defRPr sz="2077">
                <a:solidFill>
                  <a:schemeClr val="tx1"/>
                </a:solidFill>
                <a:latin typeface="微软雅黑" panose="020B0503020204020204" pitchFamily="34" charset="-122"/>
                <a:ea typeface="微软雅黑" panose="020B0503020204020204" pitchFamily="34" charset="-122"/>
                <a:cs typeface="+mn-cs"/>
              </a:defRPr>
            </a:lvl5pPr>
            <a:lvl6pPr marL="296712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6pPr>
            <a:lvl7pPr marL="3560546"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7pPr>
            <a:lvl8pPr marL="415397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8pPr>
            <a:lvl9pPr marL="4747395"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9pPr>
          </a:lstStyle>
          <a:p>
            <a:pPr algn="ctr"/>
            <a:r>
              <a:rPr lang="zh-CN" altLang="en-US" sz="2800" kern="0" dirty="0">
                <a:solidFill>
                  <a:schemeClr val="tx1"/>
                </a:solidFill>
                <a:highlight>
                  <a:srgbClr val="FFFF00"/>
                </a:highlight>
                <a:latin typeface="+mj-ea"/>
                <a:ea typeface="+mj-ea"/>
              </a:rPr>
              <a:t>学位论文</a:t>
            </a:r>
            <a:endParaRPr lang="en-US" altLang="zh-CN" sz="2800" kern="0" dirty="0">
              <a:solidFill>
                <a:schemeClr val="tx1"/>
              </a:solidFill>
              <a:highlight>
                <a:srgbClr val="FFFF00"/>
              </a:highlight>
              <a:latin typeface="+mj-ea"/>
              <a:ea typeface="+mj-ea"/>
            </a:endParaRPr>
          </a:p>
          <a:p>
            <a:pPr algn="ctr"/>
            <a:r>
              <a:rPr lang="zh-CN" altLang="en-US" sz="2800" kern="0" dirty="0">
                <a:solidFill>
                  <a:schemeClr val="tx1"/>
                </a:solidFill>
                <a:highlight>
                  <a:srgbClr val="FFFF00"/>
                </a:highlight>
                <a:latin typeface="+mj-ea"/>
                <a:ea typeface="+mj-ea"/>
              </a:rPr>
              <a:t>研究</a:t>
            </a:r>
          </a:p>
        </p:txBody>
      </p:sp>
      <p:grpSp>
        <p:nvGrpSpPr>
          <p:cNvPr id="40" name="组合 39">
            <a:extLst>
              <a:ext uri="{FF2B5EF4-FFF2-40B4-BE49-F238E27FC236}">
                <a16:creationId xmlns:a16="http://schemas.microsoft.com/office/drawing/2014/main" id="{21C99374-D097-43DC-BC5B-C95A3F83C88E}"/>
              </a:ext>
            </a:extLst>
          </p:cNvPr>
          <p:cNvGrpSpPr/>
          <p:nvPr/>
        </p:nvGrpSpPr>
        <p:grpSpPr>
          <a:xfrm>
            <a:off x="5511861" y="1726414"/>
            <a:ext cx="4810762" cy="3189510"/>
            <a:chOff x="9880039" y="2775861"/>
            <a:chExt cx="4810762" cy="3189510"/>
          </a:xfrm>
        </p:grpSpPr>
        <p:sp>
          <p:nvSpPr>
            <p:cNvPr id="39" name="副标题 5">
              <a:extLst>
                <a:ext uri="{FF2B5EF4-FFF2-40B4-BE49-F238E27FC236}">
                  <a16:creationId xmlns:a16="http://schemas.microsoft.com/office/drawing/2014/main" id="{1C8DB318-D605-4FD6-BB9B-0C07B51143BF}"/>
                </a:ext>
              </a:extLst>
            </p:cNvPr>
            <p:cNvSpPr txBox="1">
              <a:spLocks/>
            </p:cNvSpPr>
            <p:nvPr/>
          </p:nvSpPr>
          <p:spPr bwMode="auto">
            <a:xfrm>
              <a:off x="9914741" y="2775861"/>
              <a:ext cx="4639457" cy="3189510"/>
            </a:xfrm>
            <a:prstGeom prst="rect">
              <a:avLst/>
            </a:prstGeom>
            <a:solidFill>
              <a:schemeClr val="accent6">
                <a:lumMod val="40000"/>
                <a:lumOff val="60000"/>
              </a:schemeClr>
            </a:solidFill>
            <a:ln w="9525">
              <a:noFill/>
              <a:miter lim="800000"/>
              <a:headEnd/>
              <a:tailEnd/>
            </a:ln>
          </p:spPr>
          <p:txBody>
            <a:bodyPr vert="horz" wrap="square" lIns="0" tIns="0" rIns="0" bIns="0" numCol="1" anchor="t" anchorCtr="0" compatLnSpc="1">
              <a:prstTxWarp prst="textNoShape">
                <a:avLst/>
              </a:prstTxWarp>
              <a:normAutofit/>
            </a:bodyPr>
            <a:lstStyle>
              <a:lvl1pPr marL="0" indent="0" algn="l" rtl="0" eaLnBrk="0" fontAlgn="base" hangingPunct="0">
                <a:lnSpc>
                  <a:spcPts val="3428"/>
                </a:lnSpc>
                <a:spcBef>
                  <a:spcPts val="0"/>
                </a:spcBef>
                <a:spcAft>
                  <a:spcPct val="0"/>
                </a:spcAft>
                <a:buClr>
                  <a:srgbClr val="777777"/>
                </a:buClr>
                <a:buSzPct val="60000"/>
                <a:buFont typeface="Wingdings" pitchFamily="2" charset="2"/>
                <a:buNone/>
                <a:defRPr sz="2799" b="1" baseline="0">
                  <a:solidFill>
                    <a:srgbClr val="2F5597"/>
                  </a:solidFill>
                  <a:latin typeface="Microsoft YaHei" panose="020B0503020204020204" pitchFamily="34" charset="-122"/>
                  <a:ea typeface="Microsoft YaHei" panose="020B0503020204020204" pitchFamily="34" charset="-122"/>
                  <a:cs typeface="+mn-cs"/>
                </a:defRPr>
              </a:lvl1pPr>
              <a:lvl2pPr marL="593425" indent="0" algn="ctr" rtl="0" eaLnBrk="0" fontAlgn="base" hangingPunct="0">
                <a:lnSpc>
                  <a:spcPct val="140000"/>
                </a:lnSpc>
                <a:spcBef>
                  <a:spcPct val="0"/>
                </a:spcBef>
                <a:spcAft>
                  <a:spcPct val="0"/>
                </a:spcAft>
                <a:buSzPct val="50000"/>
                <a:buFont typeface="Wingdings" pitchFamily="2" charset="2"/>
                <a:buNone/>
                <a:defRPr sz="2596">
                  <a:solidFill>
                    <a:schemeClr val="tx1"/>
                  </a:solidFill>
                  <a:latin typeface="微软雅黑" panose="020B0503020204020204" pitchFamily="34" charset="-122"/>
                  <a:ea typeface="微软雅黑" panose="020B0503020204020204" pitchFamily="34" charset="-122"/>
                  <a:cs typeface="+mn-cs"/>
                </a:defRPr>
              </a:lvl2pPr>
              <a:lvl3pPr marL="1186848" indent="0" algn="ctr" rtl="0" eaLnBrk="0" fontAlgn="base" hangingPunct="0">
                <a:lnSpc>
                  <a:spcPct val="140000"/>
                </a:lnSpc>
                <a:spcBef>
                  <a:spcPct val="0"/>
                </a:spcBef>
                <a:spcAft>
                  <a:spcPct val="0"/>
                </a:spcAft>
                <a:buSzPct val="50000"/>
                <a:buFont typeface="Wingdings" pitchFamily="2" charset="2"/>
                <a:buNone/>
                <a:defRPr sz="2336">
                  <a:solidFill>
                    <a:schemeClr val="tx1"/>
                  </a:solidFill>
                  <a:latin typeface="微软雅黑" panose="020B0503020204020204" pitchFamily="34" charset="-122"/>
                  <a:ea typeface="微软雅黑" panose="020B0503020204020204" pitchFamily="34" charset="-122"/>
                  <a:cs typeface="+mn-cs"/>
                </a:defRPr>
              </a:lvl3pPr>
              <a:lvl4pPr marL="1780274" indent="0" algn="ctr" rtl="0" eaLnBrk="0" fontAlgn="base" hangingPunct="0">
                <a:lnSpc>
                  <a:spcPct val="140000"/>
                </a:lnSpc>
                <a:spcBef>
                  <a:spcPct val="0"/>
                </a:spcBef>
                <a:spcAft>
                  <a:spcPct val="0"/>
                </a:spcAft>
                <a:buNone/>
                <a:defRPr sz="2077">
                  <a:solidFill>
                    <a:schemeClr val="tx1"/>
                  </a:solidFill>
                  <a:latin typeface="微软雅黑" panose="020B0503020204020204" pitchFamily="34" charset="-122"/>
                  <a:ea typeface="微软雅黑" panose="020B0503020204020204" pitchFamily="34" charset="-122"/>
                  <a:cs typeface="+mn-cs"/>
                </a:defRPr>
              </a:lvl4pPr>
              <a:lvl5pPr marL="2373698" indent="0" algn="ctr" rtl="0" eaLnBrk="0" fontAlgn="base" hangingPunct="0">
                <a:lnSpc>
                  <a:spcPct val="140000"/>
                </a:lnSpc>
                <a:spcBef>
                  <a:spcPct val="0"/>
                </a:spcBef>
                <a:spcAft>
                  <a:spcPct val="0"/>
                </a:spcAft>
                <a:buFont typeface="Arial" charset="0"/>
                <a:buNone/>
                <a:defRPr sz="2077">
                  <a:solidFill>
                    <a:schemeClr val="tx1"/>
                  </a:solidFill>
                  <a:latin typeface="微软雅黑" panose="020B0503020204020204" pitchFamily="34" charset="-122"/>
                  <a:ea typeface="微软雅黑" panose="020B0503020204020204" pitchFamily="34" charset="-122"/>
                  <a:cs typeface="+mn-cs"/>
                </a:defRPr>
              </a:lvl5pPr>
              <a:lvl6pPr marL="296712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6pPr>
              <a:lvl7pPr marL="3560546"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7pPr>
              <a:lvl8pPr marL="4153972"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8pPr>
              <a:lvl9pPr marL="4747395" indent="0" algn="ctr" rtl="0" eaLnBrk="1" fontAlgn="base" hangingPunct="1">
                <a:spcBef>
                  <a:spcPct val="20000"/>
                </a:spcBef>
                <a:spcAft>
                  <a:spcPct val="0"/>
                </a:spcAft>
                <a:buFont typeface="Arial" charset="0"/>
                <a:buNone/>
                <a:defRPr sz="2077">
                  <a:solidFill>
                    <a:schemeClr val="tx1"/>
                  </a:solidFill>
                  <a:latin typeface="+mn-lt"/>
                  <a:ea typeface="+mn-ea"/>
                  <a:cs typeface="+mn-cs"/>
                </a:defRPr>
              </a:lvl9pPr>
            </a:lstStyle>
            <a:p>
              <a:pPr algn="ctr"/>
              <a:endParaRPr lang="zh-CN" altLang="en-US" sz="1700" kern="0" dirty="0">
                <a:solidFill>
                  <a:schemeClr val="tx1"/>
                </a:solidFill>
                <a:latin typeface="+mj-ea"/>
                <a:ea typeface="+mj-ea"/>
              </a:endParaRPr>
            </a:p>
          </p:txBody>
        </p:sp>
        <p:grpSp>
          <p:nvGrpSpPr>
            <p:cNvPr id="5" name="组合 4">
              <a:extLst>
                <a:ext uri="{FF2B5EF4-FFF2-40B4-BE49-F238E27FC236}">
                  <a16:creationId xmlns:a16="http://schemas.microsoft.com/office/drawing/2014/main" id="{69794C6C-A5FA-471F-8881-710018804D3E}"/>
                </a:ext>
              </a:extLst>
            </p:cNvPr>
            <p:cNvGrpSpPr/>
            <p:nvPr/>
          </p:nvGrpSpPr>
          <p:grpSpPr>
            <a:xfrm>
              <a:off x="9880039" y="2932708"/>
              <a:ext cx="4810762" cy="2631627"/>
              <a:chOff x="4181637" y="1356749"/>
              <a:chExt cx="6854212" cy="4086770"/>
            </a:xfrm>
          </p:grpSpPr>
          <p:graphicFrame>
            <p:nvGraphicFramePr>
              <p:cNvPr id="2" name="图示 1">
                <a:extLst>
                  <a:ext uri="{FF2B5EF4-FFF2-40B4-BE49-F238E27FC236}">
                    <a16:creationId xmlns:a16="http://schemas.microsoft.com/office/drawing/2014/main" id="{2C720FCE-4426-4260-ABE8-5158F6874ABD}"/>
                  </a:ext>
                </a:extLst>
              </p:cNvPr>
              <p:cNvGraphicFramePr/>
              <p:nvPr>
                <p:extLst>
                  <p:ext uri="{D42A27DB-BD31-4B8C-83A1-F6EECF244321}">
                    <p14:modId xmlns:p14="http://schemas.microsoft.com/office/powerpoint/2010/main" val="3160820750"/>
                  </p:ext>
                </p:extLst>
              </p:nvPr>
            </p:nvGraphicFramePr>
            <p:xfrm>
              <a:off x="4569331" y="1988211"/>
              <a:ext cx="5145675" cy="2917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文本框 2">
                <a:extLst>
                  <a:ext uri="{FF2B5EF4-FFF2-40B4-BE49-F238E27FC236}">
                    <a16:creationId xmlns:a16="http://schemas.microsoft.com/office/drawing/2014/main" id="{9A475FD8-5319-499E-B52B-B6FEC1ADF266}"/>
                  </a:ext>
                </a:extLst>
              </p:cNvPr>
              <p:cNvSpPr txBox="1"/>
              <p:nvPr/>
            </p:nvSpPr>
            <p:spPr>
              <a:xfrm>
                <a:off x="4181637" y="4372289"/>
                <a:ext cx="2490995" cy="1003716"/>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复杂工程问题解决能力</a:t>
                </a:r>
                <a:endParaRPr lang="en-US" altLang="zh-CN" dirty="0"/>
              </a:p>
            </p:txBody>
          </p:sp>
          <p:sp>
            <p:nvSpPr>
              <p:cNvPr id="4" name="文本框 3">
                <a:extLst>
                  <a:ext uri="{FF2B5EF4-FFF2-40B4-BE49-F238E27FC236}">
                    <a16:creationId xmlns:a16="http://schemas.microsoft.com/office/drawing/2014/main" id="{CFDEBA11-8043-4BFD-A21C-7AA529A938D0}"/>
                  </a:ext>
                </a:extLst>
              </p:cNvPr>
              <p:cNvSpPr txBox="1"/>
              <p:nvPr/>
            </p:nvSpPr>
            <p:spPr>
              <a:xfrm>
                <a:off x="8307635" y="4009639"/>
                <a:ext cx="2728214" cy="1433880"/>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科学、理性的工程价值观</a:t>
                </a:r>
                <a:endParaRPr lang="en-US" altLang="zh-CN" dirty="0"/>
              </a:p>
              <a:p>
                <a:pPr marL="285750" indent="-285750">
                  <a:buFont typeface="Arial" panose="020B0604020202020204" pitchFamily="34" charset="0"/>
                  <a:buChar char="•"/>
                </a:pPr>
                <a:r>
                  <a:rPr lang="zh-CN" altLang="en-US" dirty="0"/>
                  <a:t>职业道德</a:t>
                </a:r>
              </a:p>
            </p:txBody>
          </p:sp>
          <p:sp>
            <p:nvSpPr>
              <p:cNvPr id="6" name="文本框 5">
                <a:extLst>
                  <a:ext uri="{FF2B5EF4-FFF2-40B4-BE49-F238E27FC236}">
                    <a16:creationId xmlns:a16="http://schemas.microsoft.com/office/drawing/2014/main" id="{44572B23-0BD3-4C00-B04A-5ECD3393507E}"/>
                  </a:ext>
                </a:extLst>
              </p:cNvPr>
              <p:cNvSpPr txBox="1"/>
              <p:nvPr/>
            </p:nvSpPr>
            <p:spPr>
              <a:xfrm>
                <a:off x="4964824" y="1356749"/>
                <a:ext cx="5137876" cy="573552"/>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扎实的科学、工程和专业知识</a:t>
                </a:r>
              </a:p>
            </p:txBody>
          </p:sp>
        </p:grpSp>
      </p:grpSp>
      <p:pic>
        <p:nvPicPr>
          <p:cNvPr id="33794" name="Picture 2" descr="如何用CAD画螺旋上升图-百度经验">
            <a:extLst>
              <a:ext uri="{FF2B5EF4-FFF2-40B4-BE49-F238E27FC236}">
                <a16:creationId xmlns:a16="http://schemas.microsoft.com/office/drawing/2014/main" id="{872D857C-F956-4293-8E76-8D2438C02D79}"/>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3131" t="4072" r="31220"/>
          <a:stretch/>
        </p:blipFill>
        <p:spPr bwMode="auto">
          <a:xfrm>
            <a:off x="3661606" y="1883261"/>
            <a:ext cx="1748354" cy="3003300"/>
          </a:xfrm>
          <a:prstGeom prst="rect">
            <a:avLst/>
          </a:prstGeom>
          <a:noFill/>
          <a:extLst>
            <a:ext uri="{909E8E84-426E-40DD-AFC4-6F175D3DCCD1}">
              <a14:hiddenFill xmlns:a14="http://schemas.microsoft.com/office/drawing/2010/main">
                <a:solidFill>
                  <a:srgbClr val="FFFFFF"/>
                </a:solidFill>
              </a14:hiddenFill>
            </a:ext>
          </a:extLst>
        </p:spPr>
      </p:pic>
      <p:sp>
        <p:nvSpPr>
          <p:cNvPr id="43" name="Rectangle 4">
            <a:extLst>
              <a:ext uri="{FF2B5EF4-FFF2-40B4-BE49-F238E27FC236}">
                <a16:creationId xmlns:a16="http://schemas.microsoft.com/office/drawing/2014/main" id="{B86EA05A-B9B1-4789-AE80-03EB3EEEFF8F}"/>
              </a:ext>
            </a:extLst>
          </p:cNvPr>
          <p:cNvSpPr txBox="1">
            <a:spLocks/>
          </p:cNvSpPr>
          <p:nvPr/>
        </p:nvSpPr>
        <p:spPr>
          <a:xfrm>
            <a:off x="1709565" y="381579"/>
            <a:ext cx="7833445" cy="51494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b="1" dirty="0">
                <a:latin typeface="Times New Roman" pitchFamily="18" charset="0"/>
              </a:rPr>
              <a:t>小结</a:t>
            </a:r>
          </a:p>
        </p:txBody>
      </p:sp>
    </p:spTree>
    <p:extLst>
      <p:ext uri="{BB962C8B-B14F-4D97-AF65-F5344CB8AC3E}">
        <p14:creationId xmlns:p14="http://schemas.microsoft.com/office/powerpoint/2010/main" val="160569058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940</TotalTime>
  <Words>3314</Words>
  <Application>Microsoft Office PowerPoint</Application>
  <PresentationFormat>宽屏</PresentationFormat>
  <Paragraphs>396</Paragraphs>
  <Slides>43</Slides>
  <Notes>4</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43</vt:i4>
      </vt:variant>
    </vt:vector>
  </HeadingPairs>
  <TitlesOfParts>
    <vt:vector size="54" baseType="lpstr">
      <vt:lpstr>-apple-system</vt:lpstr>
      <vt:lpstr>等线</vt:lpstr>
      <vt:lpstr>等线 Light</vt:lpstr>
      <vt:lpstr>宋体</vt:lpstr>
      <vt:lpstr>微软雅黑</vt:lpstr>
      <vt:lpstr>Arial</vt:lpstr>
      <vt:lpstr>Calibri</vt:lpstr>
      <vt:lpstr>Times New Roman</vt:lpstr>
      <vt:lpstr>Wingdings</vt:lpstr>
      <vt:lpstr>Office 主题​​</vt:lpstr>
      <vt:lpstr>Visio</vt:lpstr>
      <vt:lpstr>专业硕士学位论文研究 与培养目标达成</vt:lpstr>
      <vt:lpstr>目 录</vt:lpstr>
      <vt:lpstr>研究生专业学位的发展</vt:lpstr>
      <vt:lpstr>PowerPoint 演示文稿</vt:lpstr>
      <vt:lpstr>专业学位研究生的差别化培养</vt:lpstr>
      <vt:lpstr>《工程管理硕士专业学位基本要求（试行）》</vt:lpstr>
      <vt:lpstr>PowerPoint 演示文稿</vt:lpstr>
      <vt:lpstr>硕士学位论文的要求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工程教育认证标准（2022版）：毕业要求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Yan Ning</dc:creator>
  <cp:lastModifiedBy>Yan Ning</cp:lastModifiedBy>
  <cp:revision>282</cp:revision>
  <dcterms:created xsi:type="dcterms:W3CDTF">2023-02-21T01:12:16Z</dcterms:created>
  <dcterms:modified xsi:type="dcterms:W3CDTF">2025-02-28T02:06:51Z</dcterms:modified>
</cp:coreProperties>
</file>