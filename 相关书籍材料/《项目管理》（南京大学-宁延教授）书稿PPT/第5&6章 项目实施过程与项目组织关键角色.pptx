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heme/theme3.xml" ContentType="application/vnd.openxmlformats-officedocument.them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2.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notesSlides/notesSlide3.xml" ContentType="application/vnd.openxmlformats-officedocument.presentationml.notesSlide+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4.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notesSlides/notesSlide5.xml" ContentType="application/vnd.openxmlformats-officedocument.presentationml.notesSlide+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Lst>
  <p:notesMasterIdLst>
    <p:notesMasterId r:id="rId72"/>
  </p:notesMasterIdLst>
  <p:sldIdLst>
    <p:sldId id="282" r:id="rId3"/>
    <p:sldId id="260" r:id="rId4"/>
    <p:sldId id="261" r:id="rId5"/>
    <p:sldId id="284" r:id="rId6"/>
    <p:sldId id="364" r:id="rId7"/>
    <p:sldId id="372" r:id="rId8"/>
    <p:sldId id="373" r:id="rId9"/>
    <p:sldId id="374" r:id="rId10"/>
    <p:sldId id="375" r:id="rId11"/>
    <p:sldId id="332" r:id="rId12"/>
    <p:sldId id="288" r:id="rId13"/>
    <p:sldId id="369" r:id="rId14"/>
    <p:sldId id="293" r:id="rId15"/>
    <p:sldId id="368" r:id="rId16"/>
    <p:sldId id="336" r:id="rId17"/>
    <p:sldId id="297" r:id="rId18"/>
    <p:sldId id="296" r:id="rId19"/>
    <p:sldId id="403" r:id="rId20"/>
    <p:sldId id="376" r:id="rId21"/>
    <p:sldId id="377" r:id="rId22"/>
    <p:sldId id="378" r:id="rId23"/>
    <p:sldId id="379" r:id="rId24"/>
    <p:sldId id="402" r:id="rId25"/>
    <p:sldId id="302" r:id="rId26"/>
    <p:sldId id="298" r:id="rId27"/>
    <p:sldId id="299" r:id="rId28"/>
    <p:sldId id="333" r:id="rId29"/>
    <p:sldId id="304" r:id="rId30"/>
    <p:sldId id="305" r:id="rId31"/>
    <p:sldId id="334" r:id="rId32"/>
    <p:sldId id="306" r:id="rId33"/>
    <p:sldId id="367" r:id="rId34"/>
    <p:sldId id="307" r:id="rId35"/>
    <p:sldId id="401" r:id="rId36"/>
    <p:sldId id="359" r:id="rId37"/>
    <p:sldId id="380" r:id="rId38"/>
    <p:sldId id="363" r:id="rId39"/>
    <p:sldId id="365" r:id="rId40"/>
    <p:sldId id="341" r:id="rId41"/>
    <p:sldId id="381" r:id="rId42"/>
    <p:sldId id="382" r:id="rId43"/>
    <p:sldId id="383" r:id="rId44"/>
    <p:sldId id="384" r:id="rId45"/>
    <p:sldId id="314" r:id="rId46"/>
    <p:sldId id="400" r:id="rId47"/>
    <p:sldId id="315" r:id="rId48"/>
    <p:sldId id="385" r:id="rId49"/>
    <p:sldId id="386" r:id="rId50"/>
    <p:sldId id="387" r:id="rId51"/>
    <p:sldId id="388" r:id="rId52"/>
    <p:sldId id="347" r:id="rId53"/>
    <p:sldId id="366" r:id="rId54"/>
    <p:sldId id="348" r:id="rId55"/>
    <p:sldId id="349" r:id="rId56"/>
    <p:sldId id="319" r:id="rId57"/>
    <p:sldId id="389" r:id="rId58"/>
    <p:sldId id="350" r:id="rId59"/>
    <p:sldId id="390" r:id="rId60"/>
    <p:sldId id="351" r:id="rId61"/>
    <p:sldId id="352" r:id="rId62"/>
    <p:sldId id="391" r:id="rId63"/>
    <p:sldId id="392" r:id="rId64"/>
    <p:sldId id="393" r:id="rId65"/>
    <p:sldId id="394" r:id="rId66"/>
    <p:sldId id="395" r:id="rId67"/>
    <p:sldId id="321" r:id="rId68"/>
    <p:sldId id="356" r:id="rId69"/>
    <p:sldId id="396" r:id="rId70"/>
    <p:sldId id="283" r:id="rId7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CC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49" autoAdjust="0"/>
    <p:restoredTop sz="93438" autoAdjust="0"/>
  </p:normalViewPr>
  <p:slideViewPr>
    <p:cSldViewPr snapToGrid="0" snapToObjects="1">
      <p:cViewPr>
        <p:scale>
          <a:sx n="100" d="100"/>
          <a:sy n="100" d="100"/>
        </p:scale>
        <p:origin x="2342" y="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6c5e2e04bbef42de" providerId="LiveId" clId="{A7C13293-01C2-4DA7-9A93-876ADE0FC620}"/>
    <pc:docChg chg="custSel delSld modSld">
      <pc:chgData name="" userId="6c5e2e04bbef42de" providerId="LiveId" clId="{A7C13293-01C2-4DA7-9A93-876ADE0FC620}" dt="2025-08-23T05:26:34.760" v="9" actId="2696"/>
      <pc:docMkLst>
        <pc:docMk/>
      </pc:docMkLst>
      <pc:sldChg chg="delSp">
        <pc:chgData name="" userId="6c5e2e04bbef42de" providerId="LiveId" clId="{A7C13293-01C2-4DA7-9A93-876ADE0FC620}" dt="2025-08-23T05:25:17.808" v="2" actId="478"/>
        <pc:sldMkLst>
          <pc:docMk/>
          <pc:sldMk cId="0" sldId="260"/>
        </pc:sldMkLst>
        <pc:spChg chg="del">
          <ac:chgData name="" userId="6c5e2e04bbef42de" providerId="LiveId" clId="{A7C13293-01C2-4DA7-9A93-876ADE0FC620}" dt="2025-08-23T05:25:16.175" v="1" actId="478"/>
          <ac:spMkLst>
            <pc:docMk/>
            <pc:sldMk cId="0" sldId="260"/>
            <ac:spMk id="19" creationId="{00000000-0000-0000-0000-000000000000}"/>
          </ac:spMkLst>
        </pc:spChg>
        <pc:spChg chg="del">
          <ac:chgData name="" userId="6c5e2e04bbef42de" providerId="LiveId" clId="{A7C13293-01C2-4DA7-9A93-876ADE0FC620}" dt="2025-08-23T05:25:17.808" v="2" actId="478"/>
          <ac:spMkLst>
            <pc:docMk/>
            <pc:sldMk cId="0" sldId="260"/>
            <ac:spMk id="21" creationId="{00000000-0000-0000-0000-000000000000}"/>
          </ac:spMkLst>
        </pc:spChg>
      </pc:sldChg>
      <pc:sldChg chg="delSp">
        <pc:chgData name="" userId="6c5e2e04bbef42de" providerId="LiveId" clId="{A7C13293-01C2-4DA7-9A93-876ADE0FC620}" dt="2025-08-23T05:25:11.312" v="0" actId="478"/>
        <pc:sldMkLst>
          <pc:docMk/>
          <pc:sldMk cId="0" sldId="282"/>
        </pc:sldMkLst>
        <pc:spChg chg="del">
          <ac:chgData name="" userId="6c5e2e04bbef42de" providerId="LiveId" clId="{A7C13293-01C2-4DA7-9A93-876ADE0FC620}" dt="2025-08-23T05:25:11.312" v="0" actId="478"/>
          <ac:spMkLst>
            <pc:docMk/>
            <pc:sldMk cId="0" sldId="282"/>
            <ac:spMk id="4" creationId="{3710AC8B-12DC-B007-4ED1-ADC5089FEBC1}"/>
          </ac:spMkLst>
        </pc:spChg>
      </pc:sldChg>
      <pc:sldChg chg="del">
        <pc:chgData name="" userId="6c5e2e04bbef42de" providerId="LiveId" clId="{A7C13293-01C2-4DA7-9A93-876ADE0FC620}" dt="2025-08-23T05:26:27.552" v="4" actId="2696"/>
        <pc:sldMkLst>
          <pc:docMk/>
          <pc:sldMk cId="2827075550" sldId="328"/>
        </pc:sldMkLst>
      </pc:sldChg>
      <pc:sldChg chg="del">
        <pc:chgData name="" userId="6c5e2e04bbef42de" providerId="LiveId" clId="{A7C13293-01C2-4DA7-9A93-876ADE0FC620}" dt="2025-08-23T05:26:31.281" v="6" actId="2696"/>
        <pc:sldMkLst>
          <pc:docMk/>
          <pc:sldMk cId="3977620507" sldId="329"/>
        </pc:sldMkLst>
      </pc:sldChg>
      <pc:sldChg chg="del">
        <pc:chgData name="" userId="6c5e2e04bbef42de" providerId="LiveId" clId="{A7C13293-01C2-4DA7-9A93-876ADE0FC620}" dt="2025-08-23T05:26:33.034" v="8" actId="2696"/>
        <pc:sldMkLst>
          <pc:docMk/>
          <pc:sldMk cId="2834749540" sldId="331"/>
        </pc:sldMkLst>
      </pc:sldChg>
      <pc:sldChg chg="del">
        <pc:chgData name="" userId="6c5e2e04bbef42de" providerId="LiveId" clId="{A7C13293-01C2-4DA7-9A93-876ADE0FC620}" dt="2025-08-23T05:26:26.250" v="3" actId="2696"/>
        <pc:sldMkLst>
          <pc:docMk/>
          <pc:sldMk cId="3962277825" sldId="361"/>
        </pc:sldMkLst>
      </pc:sldChg>
      <pc:sldChg chg="del">
        <pc:chgData name="" userId="6c5e2e04bbef42de" providerId="LiveId" clId="{A7C13293-01C2-4DA7-9A93-876ADE0FC620}" dt="2025-08-23T05:26:29.153" v="5" actId="2696"/>
        <pc:sldMkLst>
          <pc:docMk/>
          <pc:sldMk cId="721656356" sldId="397"/>
        </pc:sldMkLst>
      </pc:sldChg>
      <pc:sldChg chg="del">
        <pc:chgData name="" userId="6c5e2e04bbef42de" providerId="LiveId" clId="{A7C13293-01C2-4DA7-9A93-876ADE0FC620}" dt="2025-08-23T05:26:32.402" v="7" actId="2696"/>
        <pc:sldMkLst>
          <pc:docMk/>
          <pc:sldMk cId="3379758862" sldId="398"/>
        </pc:sldMkLst>
      </pc:sldChg>
      <pc:sldChg chg="del">
        <pc:chgData name="" userId="6c5e2e04bbef42de" providerId="LiveId" clId="{A7C13293-01C2-4DA7-9A93-876ADE0FC620}" dt="2025-08-23T05:26:34.760" v="9" actId="2696"/>
        <pc:sldMkLst>
          <pc:docMk/>
          <pc:sldMk cId="3331453114" sldId="399"/>
        </pc:sldMkLst>
      </pc:sldChg>
    </pc:docChg>
  </pc:docChgLst>
  <pc:docChgLst>
    <pc:chgData userId="6c5e2e04bbef42de" providerId="LiveId" clId="{33823A34-3D47-4AB0-AE58-B85FEAA415F1}"/>
    <pc:docChg chg="modSld">
      <pc:chgData name="" userId="6c5e2e04bbef42de" providerId="LiveId" clId="{33823A34-3D47-4AB0-AE58-B85FEAA415F1}" dt="2025-08-23T05:28:18.437" v="15" actId="20577"/>
      <pc:docMkLst>
        <pc:docMk/>
      </pc:docMkLst>
      <pc:sldChg chg="addSp modSp">
        <pc:chgData name="" userId="6c5e2e04bbef42de" providerId="LiveId" clId="{33823A34-3D47-4AB0-AE58-B85FEAA415F1}" dt="2025-08-23T05:28:18.437" v="15" actId="20577"/>
        <pc:sldMkLst>
          <pc:docMk/>
          <pc:sldMk cId="0" sldId="282"/>
        </pc:sldMkLst>
        <pc:spChg chg="add mod">
          <ac:chgData name="" userId="6c5e2e04bbef42de" providerId="LiveId" clId="{33823A34-3D47-4AB0-AE58-B85FEAA415F1}" dt="2025-08-23T05:28:18.437" v="15" actId="20577"/>
          <ac:spMkLst>
            <pc:docMk/>
            <pc:sldMk cId="0" sldId="282"/>
            <ac:spMk id="6" creationId="{ECDE39BB-5683-484E-A547-F0950042B68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9494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lstStyle/>
          <a:p>
            <a:endParaRPr lang="zh-CN" altLang="en-US" dirty="0"/>
          </a:p>
        </p:txBody>
      </p:sp>
    </p:spTree>
    <p:extLst>
      <p:ext uri="{BB962C8B-B14F-4D97-AF65-F5344CB8AC3E}">
        <p14:creationId xmlns:p14="http://schemas.microsoft.com/office/powerpoint/2010/main" val="2851321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56778-AB53-86F4-9052-0D1AC9C94C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3D0BDC-F6A6-1E00-585A-FFC9EE79CA14}"/>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a:extLst>
              <a:ext uri="{FF2B5EF4-FFF2-40B4-BE49-F238E27FC236}">
                <a16:creationId xmlns:a16="http://schemas.microsoft.com/office/drawing/2014/main" id="{2EB2A834-55D0-B04E-4C9C-F69D7D44DEAE}"/>
              </a:ext>
            </a:extLst>
          </p:cNvPr>
          <p:cNvSpPr>
            <a:spLocks noGrp="1"/>
          </p:cNvSpPr>
          <p:nvPr>
            <p:ph type="body" idx="1"/>
          </p:nvPr>
        </p:nvSpPr>
        <p:spPr>
          <a:xfrm>
            <a:off x="514350" y="4400550"/>
            <a:ext cx="4114800" cy="3600450"/>
          </a:xfrm>
          <a:prstGeom prst="rect">
            <a:avLst/>
          </a:prstGeom>
        </p:spPr>
        <p:txBody>
          <a:bodyPr/>
          <a:lstStyle/>
          <a:p>
            <a:endParaRPr lang="zh-CN" altLang="en-US" dirty="0"/>
          </a:p>
        </p:txBody>
      </p:sp>
    </p:spTree>
    <p:extLst>
      <p:ext uri="{BB962C8B-B14F-4D97-AF65-F5344CB8AC3E}">
        <p14:creationId xmlns:p14="http://schemas.microsoft.com/office/powerpoint/2010/main" val="1262612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F93C9-F45F-6355-4E80-5684AAF738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D95475-56E8-0FB2-47B3-7B520A1470B4}"/>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a:extLst>
              <a:ext uri="{FF2B5EF4-FFF2-40B4-BE49-F238E27FC236}">
                <a16:creationId xmlns:a16="http://schemas.microsoft.com/office/drawing/2014/main" id="{7ACA5600-9775-555A-30C4-E0E355352949}"/>
              </a:ext>
            </a:extLst>
          </p:cNvPr>
          <p:cNvSpPr>
            <a:spLocks noGrp="1"/>
          </p:cNvSpPr>
          <p:nvPr>
            <p:ph type="body" idx="1"/>
          </p:nvPr>
        </p:nvSpPr>
        <p:spPr>
          <a:xfrm>
            <a:off x="514350" y="4400550"/>
            <a:ext cx="4114800" cy="3600450"/>
          </a:xfrm>
          <a:prstGeom prst="rect">
            <a:avLst/>
          </a:prstGeom>
        </p:spPr>
        <p:txBody>
          <a:bodyPr/>
          <a:lstStyle/>
          <a:p>
            <a:endParaRPr lang="zh-CN" altLang="en-US" dirty="0"/>
          </a:p>
        </p:txBody>
      </p:sp>
    </p:spTree>
    <p:extLst>
      <p:ext uri="{BB962C8B-B14F-4D97-AF65-F5344CB8AC3E}">
        <p14:creationId xmlns:p14="http://schemas.microsoft.com/office/powerpoint/2010/main" val="2674502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lstStyle/>
          <a:p>
            <a:endParaRPr lang="zh-CN" altLang="en-US" dirty="0"/>
          </a:p>
        </p:txBody>
      </p:sp>
    </p:spTree>
    <p:extLst>
      <p:ext uri="{BB962C8B-B14F-4D97-AF65-F5344CB8AC3E}">
        <p14:creationId xmlns:p14="http://schemas.microsoft.com/office/powerpoint/2010/main" val="4196228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1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7.xml"/><Relationship Id="rId7"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10" Type="http://schemas.openxmlformats.org/officeDocument/2006/relationships/image" Target="../media/image8.png"/><Relationship Id="rId4" Type="http://schemas.openxmlformats.org/officeDocument/2006/relationships/tags" Target="../tags/tag18.xml"/><Relationship Id="rId9"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Master" Target="../slideMasters/slideMaster2.xml"/><Relationship Id="rId5" Type="http://schemas.openxmlformats.org/officeDocument/2006/relationships/tags" Target="../tags/tag25.xml"/><Relationship Id="rId4" Type="http://schemas.openxmlformats.org/officeDocument/2006/relationships/tags" Target="../tags/tag24.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2.xml"/><Relationship Id="rId5" Type="http://schemas.openxmlformats.org/officeDocument/2006/relationships/tags" Target="../tags/tag30.xml"/><Relationship Id="rId4" Type="http://schemas.openxmlformats.org/officeDocument/2006/relationships/tags" Target="../tags/tag29.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44.xml"/><Relationship Id="rId3" Type="http://schemas.openxmlformats.org/officeDocument/2006/relationships/tags" Target="../tags/tag39.xml"/><Relationship Id="rId7" Type="http://schemas.openxmlformats.org/officeDocument/2006/relationships/tags" Target="../tags/tag43.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9"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slideMaster" Target="../slideMasters/slideMaster2.xml"/><Relationship Id="rId4" Type="http://schemas.openxmlformats.org/officeDocument/2006/relationships/tags" Target="../tags/tag48.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54.xml"/><Relationship Id="rId7"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2.xml"/><Relationship Id="rId5" Type="http://schemas.openxmlformats.org/officeDocument/2006/relationships/tags" Target="../tags/tag62.xml"/><Relationship Id="rId4" Type="http://schemas.openxmlformats.org/officeDocument/2006/relationships/tags" Target="../tags/tag6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slideMaster" Target="../slideMasters/slideMaster2.xml"/><Relationship Id="rId4" Type="http://schemas.openxmlformats.org/officeDocument/2006/relationships/tags" Target="../tags/tag66.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slideMaster" Target="../slideMasters/slideMaster2.xml"/><Relationship Id="rId5" Type="http://schemas.openxmlformats.org/officeDocument/2006/relationships/tags" Target="../tags/tag71.xml"/><Relationship Id="rId4" Type="http://schemas.openxmlformats.org/officeDocument/2006/relationships/tags" Target="../tags/tag70.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slideMaster" Target="../slideMasters/slideMaster2.xml"/><Relationship Id="rId5" Type="http://schemas.openxmlformats.org/officeDocument/2006/relationships/tags" Target="../tags/tag76.xml"/><Relationship Id="rId4" Type="http://schemas.openxmlformats.org/officeDocument/2006/relationships/tags" Target="../tags/tag7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pic>
        <p:nvPicPr>
          <p:cNvPr id="5" name="图片 4" descr="底图-11"/>
          <p:cNvPicPr>
            <a:picLocks noChangeAspect="1"/>
          </p:cNvPicPr>
          <p:nvPr userDrawn="1">
            <p:custDataLst>
              <p:tags r:id="rId1"/>
            </p:custDataLst>
          </p:nvPr>
        </p:nvPicPr>
        <p:blipFill>
          <a:blip r:embed="rId4"/>
          <a:stretch>
            <a:fillRect/>
          </a:stretch>
        </p:blipFill>
        <p:spPr>
          <a:xfrm>
            <a:off x="0" y="1"/>
            <a:ext cx="9143524" cy="5143976"/>
          </a:xfrm>
          <a:prstGeom prst="rect">
            <a:avLst/>
          </a:prstGeom>
        </p:spPr>
      </p:pic>
      <p:pic>
        <p:nvPicPr>
          <p:cNvPr id="6" name="图片 5" descr="建筑-14"/>
          <p:cNvPicPr>
            <a:picLocks noChangeAspect="1"/>
          </p:cNvPicPr>
          <p:nvPr userDrawn="1">
            <p:custDataLst>
              <p:tags r:id="rId2"/>
            </p:custDataLst>
          </p:nvPr>
        </p:nvPicPr>
        <p:blipFill>
          <a:blip r:embed="rId5">
            <a:alphaModFix amt="10000"/>
          </a:blip>
          <a:stretch>
            <a:fillRect/>
          </a:stretch>
        </p:blipFill>
        <p:spPr>
          <a:xfrm>
            <a:off x="3303746" y="851535"/>
            <a:ext cx="2490788" cy="2437448"/>
          </a:xfrm>
          <a:prstGeom prst="rect">
            <a:avLst/>
          </a:prstGeom>
        </p:spPr>
      </p:pic>
      <p:pic>
        <p:nvPicPr>
          <p:cNvPr id="7" name="图片 6" descr="建筑_画板 1 副本 2"/>
          <p:cNvPicPr>
            <a:picLocks noChangeAspect="1"/>
          </p:cNvPicPr>
          <p:nvPr userDrawn="1"/>
        </p:nvPicPr>
        <p:blipFill>
          <a:blip r:embed="rId6"/>
          <a:stretch>
            <a:fillRect/>
          </a:stretch>
        </p:blipFill>
        <p:spPr>
          <a:xfrm>
            <a:off x="-1696879" y="2480311"/>
            <a:ext cx="5092200" cy="2340266"/>
          </a:xfrm>
          <a:prstGeom prst="rect">
            <a:avLst/>
          </a:prstGeom>
        </p:spPr>
      </p:pic>
      <p:pic>
        <p:nvPicPr>
          <p:cNvPr id="8" name="图片 7" descr="建筑_画板 1 副本 6"/>
          <p:cNvPicPr>
            <a:picLocks noChangeAspect="1"/>
          </p:cNvPicPr>
          <p:nvPr userDrawn="1"/>
        </p:nvPicPr>
        <p:blipFill>
          <a:blip r:embed="rId7">
            <a:alphaModFix amt="90000"/>
          </a:blip>
          <a:stretch>
            <a:fillRect/>
          </a:stretch>
        </p:blipFill>
        <p:spPr>
          <a:xfrm>
            <a:off x="3163253" y="2816067"/>
            <a:ext cx="5980500" cy="2004434"/>
          </a:xfrm>
          <a:prstGeom prst="rect">
            <a:avLst/>
          </a:prstGeom>
        </p:spPr>
      </p:pic>
    </p:spTree>
    <p:extLst>
      <p:ext uri="{BB962C8B-B14F-4D97-AF65-F5344CB8AC3E}">
        <p14:creationId xmlns:p14="http://schemas.microsoft.com/office/powerpoint/2010/main" val="2609375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2025/8/23</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4218080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5" name="图片 4" descr="底图-11"/>
          <p:cNvPicPr>
            <a:picLocks noChangeAspect="1"/>
          </p:cNvPicPr>
          <p:nvPr userDrawn="1">
            <p:custDataLst>
              <p:tags r:id="rId1"/>
            </p:custDataLst>
          </p:nvPr>
        </p:nvPicPr>
        <p:blipFill>
          <a:blip r:embed="rId4"/>
          <a:stretch>
            <a:fillRect/>
          </a:stretch>
        </p:blipFill>
        <p:spPr>
          <a:xfrm>
            <a:off x="0" y="1"/>
            <a:ext cx="9143524" cy="5143976"/>
          </a:xfrm>
          <a:prstGeom prst="rect">
            <a:avLst/>
          </a:prstGeom>
        </p:spPr>
      </p:pic>
      <p:pic>
        <p:nvPicPr>
          <p:cNvPr id="6" name="图片 5" descr="建筑-14"/>
          <p:cNvPicPr>
            <a:picLocks noChangeAspect="1"/>
          </p:cNvPicPr>
          <p:nvPr userDrawn="1">
            <p:custDataLst>
              <p:tags r:id="rId2"/>
            </p:custDataLst>
          </p:nvPr>
        </p:nvPicPr>
        <p:blipFill>
          <a:blip r:embed="rId5">
            <a:alphaModFix amt="10000"/>
          </a:blip>
          <a:stretch>
            <a:fillRect/>
          </a:stretch>
        </p:blipFill>
        <p:spPr>
          <a:xfrm>
            <a:off x="3303746" y="851535"/>
            <a:ext cx="2490788" cy="2437448"/>
          </a:xfrm>
          <a:prstGeom prst="rect">
            <a:avLst/>
          </a:prstGeom>
        </p:spPr>
      </p:pic>
      <p:pic>
        <p:nvPicPr>
          <p:cNvPr id="7" name="图片 6" descr="建筑_画板 1 副本 2"/>
          <p:cNvPicPr>
            <a:picLocks noChangeAspect="1"/>
          </p:cNvPicPr>
          <p:nvPr userDrawn="1"/>
        </p:nvPicPr>
        <p:blipFill>
          <a:blip r:embed="rId6"/>
          <a:stretch>
            <a:fillRect/>
          </a:stretch>
        </p:blipFill>
        <p:spPr>
          <a:xfrm>
            <a:off x="-1696879" y="2480311"/>
            <a:ext cx="5092200" cy="2340266"/>
          </a:xfrm>
          <a:prstGeom prst="rect">
            <a:avLst/>
          </a:prstGeom>
        </p:spPr>
      </p:pic>
      <p:pic>
        <p:nvPicPr>
          <p:cNvPr id="8" name="图片 7" descr="建筑_画板 1 副本 6"/>
          <p:cNvPicPr>
            <a:picLocks noChangeAspect="1"/>
          </p:cNvPicPr>
          <p:nvPr userDrawn="1"/>
        </p:nvPicPr>
        <p:blipFill>
          <a:blip r:embed="rId7">
            <a:alphaModFix amt="90000"/>
          </a:blip>
          <a:stretch>
            <a:fillRect/>
          </a:stretch>
        </p:blipFill>
        <p:spPr>
          <a:xfrm>
            <a:off x="3163253" y="2816067"/>
            <a:ext cx="5980500" cy="2004434"/>
          </a:xfrm>
          <a:prstGeom prst="rect">
            <a:avLst/>
          </a:prstGeom>
        </p:spPr>
      </p:pic>
    </p:spTree>
    <p:extLst>
      <p:ext uri="{BB962C8B-B14F-4D97-AF65-F5344CB8AC3E}">
        <p14:creationId xmlns:p14="http://schemas.microsoft.com/office/powerpoint/2010/main" val="889777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4" name="图片 3" descr="底图-11"/>
          <p:cNvPicPr>
            <a:picLocks noChangeAspect="1"/>
          </p:cNvPicPr>
          <p:nvPr userDrawn="1"/>
        </p:nvPicPr>
        <p:blipFill>
          <a:blip r:embed="rId3"/>
          <a:stretch>
            <a:fillRect/>
          </a:stretch>
        </p:blipFill>
        <p:spPr>
          <a:xfrm>
            <a:off x="0" y="1"/>
            <a:ext cx="9143524" cy="5143976"/>
          </a:xfrm>
          <a:prstGeom prst="rect">
            <a:avLst/>
          </a:prstGeom>
        </p:spPr>
      </p:pic>
      <p:pic>
        <p:nvPicPr>
          <p:cNvPr id="6" name="图片 5" descr="建筑-14"/>
          <p:cNvPicPr>
            <a:picLocks noChangeAspect="1"/>
          </p:cNvPicPr>
          <p:nvPr userDrawn="1">
            <p:custDataLst>
              <p:tags r:id="rId1"/>
            </p:custDataLst>
          </p:nvPr>
        </p:nvPicPr>
        <p:blipFill>
          <a:blip r:embed="rId4">
            <a:alphaModFix amt="10000"/>
          </a:blip>
          <a:stretch>
            <a:fillRect/>
          </a:stretch>
        </p:blipFill>
        <p:spPr>
          <a:xfrm>
            <a:off x="3303746" y="851535"/>
            <a:ext cx="2490788" cy="2437448"/>
          </a:xfrm>
          <a:prstGeom prst="rect">
            <a:avLst/>
          </a:prstGeom>
        </p:spPr>
      </p:pic>
      <p:pic>
        <p:nvPicPr>
          <p:cNvPr id="9" name="图片 8" descr="建筑_画板 1 副本 14"/>
          <p:cNvPicPr>
            <a:picLocks noChangeAspect="1"/>
          </p:cNvPicPr>
          <p:nvPr userDrawn="1"/>
        </p:nvPicPr>
        <p:blipFill>
          <a:blip r:embed="rId5"/>
          <a:stretch>
            <a:fillRect/>
          </a:stretch>
        </p:blipFill>
        <p:spPr>
          <a:xfrm>
            <a:off x="6090761" y="1739742"/>
            <a:ext cx="3393900" cy="3196237"/>
          </a:xfrm>
          <a:prstGeom prst="rect">
            <a:avLst/>
          </a:prstGeom>
        </p:spPr>
      </p:pic>
      <p:pic>
        <p:nvPicPr>
          <p:cNvPr id="10" name="图片 9" descr="建筑_画板 1 副本 10"/>
          <p:cNvPicPr>
            <a:picLocks noChangeAspect="1"/>
          </p:cNvPicPr>
          <p:nvPr userDrawn="1"/>
        </p:nvPicPr>
        <p:blipFill>
          <a:blip r:embed="rId6">
            <a:alphaModFix amt="90000"/>
          </a:blip>
          <a:stretch>
            <a:fillRect/>
          </a:stretch>
        </p:blipFill>
        <p:spPr>
          <a:xfrm>
            <a:off x="-570071" y="2514124"/>
            <a:ext cx="6966000" cy="2334736"/>
          </a:xfrm>
          <a:prstGeom prst="rect">
            <a:avLst/>
          </a:prstGeom>
        </p:spPr>
      </p:pic>
    </p:spTree>
    <p:extLst>
      <p:ext uri="{BB962C8B-B14F-4D97-AF65-F5344CB8AC3E}">
        <p14:creationId xmlns:p14="http://schemas.microsoft.com/office/powerpoint/2010/main" val="1487232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2_标题幻灯片">
    <p:bg>
      <p:bgPr>
        <a:solidFill>
          <a:srgbClr val="515983"/>
        </a:solidFill>
        <a:effectLst/>
      </p:bgPr>
    </p:bg>
    <p:spTree>
      <p:nvGrpSpPr>
        <p:cNvPr id="1" name=""/>
        <p:cNvGrpSpPr/>
        <p:nvPr/>
      </p:nvGrpSpPr>
      <p:grpSpPr>
        <a:xfrm>
          <a:off x="0" y="0"/>
          <a:ext cx="0" cy="0"/>
          <a:chOff x="0" y="0"/>
          <a:chExt cx="0" cy="0"/>
        </a:xfrm>
      </p:grpSpPr>
      <p:pic>
        <p:nvPicPr>
          <p:cNvPr id="9" name="图片 8" descr="底图-02"/>
          <p:cNvPicPr>
            <a:picLocks noChangeAspect="1"/>
          </p:cNvPicPr>
          <p:nvPr userDrawn="1">
            <p:custDataLst>
              <p:tags r:id="rId1"/>
            </p:custDataLst>
          </p:nvPr>
        </p:nvPicPr>
        <p:blipFill>
          <a:blip r:embed="rId8">
            <a:alphaModFix amt="50000"/>
          </a:blip>
          <a:stretch>
            <a:fillRect/>
          </a:stretch>
        </p:blipFill>
        <p:spPr>
          <a:xfrm>
            <a:off x="0" y="1664017"/>
            <a:ext cx="9144000" cy="3264218"/>
          </a:xfrm>
          <a:prstGeom prst="rect">
            <a:avLst/>
          </a:prstGeom>
        </p:spPr>
      </p:pic>
      <p:sp>
        <p:nvSpPr>
          <p:cNvPr id="16" name="日期占位符 15"/>
          <p:cNvSpPr>
            <a:spLocks noGrp="1"/>
          </p:cNvSpPr>
          <p:nvPr>
            <p:ph type="dt" sz="half" idx="10"/>
            <p:custDataLst>
              <p:tags r:id="rId2"/>
            </p:custDataLst>
          </p:nvPr>
        </p:nvSpPr>
        <p:spPr/>
        <p:txBody>
          <a:bodyPr/>
          <a:lstStyle/>
          <a:p>
            <a:fld id="{760FBDFE-C587-4B4C-A407-44438C67B59E}" type="datetimeFigureOut">
              <a:rPr lang="zh-CN" altLang="en-US" smtClean="0"/>
              <a:t>2025/8/23</a:t>
            </a:fld>
            <a:endParaRPr lang="zh-CN" altLang="en-US"/>
          </a:p>
        </p:txBody>
      </p:sp>
      <p:sp>
        <p:nvSpPr>
          <p:cNvPr id="17" name="页脚占位符 16"/>
          <p:cNvSpPr>
            <a:spLocks noGrp="1"/>
          </p:cNvSpPr>
          <p:nvPr>
            <p:ph type="ftr" sz="quarter" idx="11"/>
            <p:custDataLst>
              <p:tags r:id="rId3"/>
            </p:custDataLst>
          </p:nvPr>
        </p:nvSpPr>
        <p:spPr/>
        <p:txBody>
          <a:bodyPr/>
          <a:lstStyle/>
          <a:p>
            <a:endParaRPr lang="zh-CN" altLang="en-US" dirty="0"/>
          </a:p>
        </p:txBody>
      </p:sp>
      <p:sp>
        <p:nvSpPr>
          <p:cNvPr id="18" name="灯片编号占位符 17"/>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dirty="0"/>
          </a:p>
        </p:txBody>
      </p:sp>
      <p:pic>
        <p:nvPicPr>
          <p:cNvPr id="5" name="图片 4" descr="建筑-14"/>
          <p:cNvPicPr>
            <a:picLocks noChangeAspect="1"/>
          </p:cNvPicPr>
          <p:nvPr userDrawn="1">
            <p:custDataLst>
              <p:tags r:id="rId5"/>
            </p:custDataLst>
          </p:nvPr>
        </p:nvPicPr>
        <p:blipFill>
          <a:blip r:embed="rId9">
            <a:alphaModFix amt="10000"/>
          </a:blip>
          <a:stretch>
            <a:fillRect/>
          </a:stretch>
        </p:blipFill>
        <p:spPr>
          <a:xfrm>
            <a:off x="3303746" y="851535"/>
            <a:ext cx="2490788" cy="2437448"/>
          </a:xfrm>
          <a:prstGeom prst="rect">
            <a:avLst/>
          </a:prstGeom>
        </p:spPr>
      </p:pic>
      <p:pic>
        <p:nvPicPr>
          <p:cNvPr id="6" name="图片 5" descr="底图-07"/>
          <p:cNvPicPr>
            <a:picLocks noChangeAspect="1"/>
          </p:cNvPicPr>
          <p:nvPr userDrawn="1">
            <p:custDataLst>
              <p:tags r:id="rId6"/>
            </p:custDataLst>
          </p:nvPr>
        </p:nvPicPr>
        <p:blipFill>
          <a:blip r:embed="rId10"/>
          <a:stretch>
            <a:fillRect/>
          </a:stretch>
        </p:blipFill>
        <p:spPr>
          <a:xfrm>
            <a:off x="-599850" y="4224814"/>
            <a:ext cx="10343700" cy="1058613"/>
          </a:xfrm>
          <a:prstGeom prst="rect">
            <a:avLst/>
          </a:prstGeom>
        </p:spPr>
      </p:pic>
    </p:spTree>
    <p:extLst>
      <p:ext uri="{BB962C8B-B14F-4D97-AF65-F5344CB8AC3E}">
        <p14:creationId xmlns:p14="http://schemas.microsoft.com/office/powerpoint/2010/main" val="1344003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456300"/>
            <a:ext cx="8226900" cy="5292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456300" y="1117800"/>
            <a:ext cx="8226900" cy="3569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2025/8/23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097958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493100" y="2886300"/>
            <a:ext cx="5826600" cy="575100"/>
          </a:xfrm>
        </p:spPr>
        <p:txBody>
          <a:bodyPr lIns="90000" tIns="46800" rIns="90000" bIns="46800" anchor="b" anchorCtr="0">
            <a:normAutofit/>
          </a:bodyPr>
          <a:lstStyle>
            <a:lvl1pPr>
              <a:defRPr sz="33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493100" y="3461400"/>
            <a:ext cx="5826600" cy="650700"/>
          </a:xfrm>
        </p:spPr>
        <p:txBody>
          <a:bodyPr lIns="90000" tIns="46800" rIns="90000" bIns="46800">
            <a:normAutofit/>
          </a:bodyPr>
          <a:lstStyle>
            <a:lvl1pPr marL="0" indent="0">
              <a:buNone/>
              <a:defRPr sz="1350">
                <a:solidFill>
                  <a:schemeClr val="tx1">
                    <a:lumMod val="65000"/>
                    <a:lumOff val="35000"/>
                  </a:schemeClr>
                </a:solidFill>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2025/8/23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856598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456300"/>
            <a:ext cx="8226900" cy="5292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456300" y="1125900"/>
            <a:ext cx="3882600" cy="35613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4808700" y="1125900"/>
            <a:ext cx="3882600" cy="35613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2025/8/23</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814556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456300"/>
            <a:ext cx="8226900" cy="5292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456300" y="1071900"/>
            <a:ext cx="4006800" cy="286200"/>
          </a:xfrm>
        </p:spPr>
        <p:txBody>
          <a:bodyPr lIns="101600" tIns="38100" rIns="76200" bIns="38100" anchor="t" anchorCtr="0">
            <a:normAutofit/>
          </a:bodyPr>
          <a:lstStyle>
            <a:lvl1pPr marL="0" indent="0">
              <a:lnSpc>
                <a:spcPct val="100000"/>
              </a:lnSpc>
              <a:buNone/>
              <a:defRPr sz="1500" b="1" spc="15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456300" y="1390500"/>
            <a:ext cx="4006800" cy="32967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4676813" y="1066297"/>
            <a:ext cx="4006800" cy="286200"/>
          </a:xfrm>
        </p:spPr>
        <p:txBody>
          <a:bodyPr vert="horz" lIns="101600" tIns="38100" rIns="76200" bIns="38100" rtlCol="0" anchor="t" anchorCtr="0">
            <a:normAutofit/>
          </a:bodyPr>
          <a:lstStyle>
            <a:lvl1pPr marL="0" indent="0">
              <a:lnSpc>
                <a:spcPct val="100000"/>
              </a:lnSpc>
              <a:buNone/>
              <a:defRPr sz="1500" b="1" spc="15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4676813" y="1390500"/>
            <a:ext cx="4006800" cy="32967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2025/8/23</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664371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456300"/>
            <a:ext cx="8226900" cy="5292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2025/8/23</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567899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2025/8/23</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1388500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456300" y="1166400"/>
            <a:ext cx="3924808" cy="3456000"/>
          </a:xfrm>
        </p:spPr>
        <p:txBody>
          <a:bodyPr vert="horz" lIns="90000" tIns="46800" rIns="90000" bIns="46800" rtlCol="0">
            <a:normAutofit/>
          </a:bodyPr>
          <a:lstStyle>
            <a:lvl1pPr>
              <a:buNone/>
              <a:defRPr sz="1200"/>
            </a:lvl1pPr>
          </a:lstStyle>
          <a:p>
            <a:pPr lvl="0"/>
            <a:endParaRPr lang="zh-CN" altLang="en-US"/>
          </a:p>
        </p:txBody>
      </p:sp>
      <p:sp>
        <p:nvSpPr>
          <p:cNvPr id="4" name="文本占位符 3"/>
          <p:cNvSpPr>
            <a:spLocks noGrp="1"/>
          </p:cNvSpPr>
          <p:nvPr>
            <p:ph type="body" sz="half" idx="2"/>
            <p:custDataLst>
              <p:tags r:id="rId2"/>
            </p:custDataLst>
          </p:nvPr>
        </p:nvSpPr>
        <p:spPr>
          <a:xfrm>
            <a:off x="4762800" y="1166400"/>
            <a:ext cx="3920400" cy="3456000"/>
          </a:xfrm>
        </p:spPr>
        <p:txBody>
          <a:bodyPr vert="horz" lIns="90000" tIns="46800" rIns="90000" bIns="46800" rtlCol="0">
            <a:normAutofit/>
          </a:bodyPr>
          <a:lstStyle>
            <a:lvl1pPr>
              <a:buNone/>
              <a:defRPr sz="12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2025/8/23</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extLst>
      <p:ext uri="{BB962C8B-B14F-4D97-AF65-F5344CB8AC3E}">
        <p14:creationId xmlns:p14="http://schemas.microsoft.com/office/powerpoint/2010/main" val="2792531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7676100" y="685800"/>
            <a:ext cx="783000" cy="3771900"/>
          </a:xfrm>
        </p:spPr>
        <p:txBody>
          <a:bodyPr vert="eaVert" lIns="90000" tIns="46800" rIns="90000" bIns="46800" rtlCol="0" anchor="ctr" anchorCtr="0">
            <a:normAutofit/>
          </a:bodyPr>
          <a:lstStyle>
            <a:lvl1pPr>
              <a:buNone/>
              <a:defRPr sz="21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685800" y="685800"/>
            <a:ext cx="6876900" cy="3771900"/>
          </a:xfrm>
        </p:spPr>
        <p:txBody>
          <a:bodyPr vert="eaVert" lIns="46800" tIns="46800" rIns="46800" bIns="46800"/>
          <a:lstStyle>
            <a:lvl1pPr marL="171450" indent="-171450">
              <a:spcAft>
                <a:spcPts val="750"/>
              </a:spcAft>
              <a:defRPr spc="225"/>
            </a:lvl1pPr>
            <a:lvl2pPr marL="514350" indent="-171450">
              <a:defRPr spc="225"/>
            </a:lvl2pPr>
            <a:lvl3pPr marL="857250" indent="-171450">
              <a:defRPr spc="225"/>
            </a:lvl3pPr>
            <a:lvl4pPr marL="1200150" indent="-171450">
              <a:defRPr spc="225"/>
            </a:lvl4pPr>
            <a:lvl5pPr marL="1543050" indent="-171450">
              <a:defRPr spc="225"/>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2025/8/23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1250715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2025/8/23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456300" y="580500"/>
            <a:ext cx="8229600" cy="41121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92172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2025/8/23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899100" y="1863000"/>
            <a:ext cx="7349400" cy="764100"/>
          </a:xfrm>
        </p:spPr>
        <p:txBody>
          <a:bodyPr vert="horz" lIns="90000" tIns="46800" rIns="90000" bIns="46800" rtlCol="0" anchor="t" anchorCtr="0">
            <a:normAutofit/>
          </a:bodyPr>
          <a:lstStyle>
            <a:lvl1pPr algn="ctr">
              <a:defRPr sz="45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899100" y="2670300"/>
            <a:ext cx="7349400" cy="353700"/>
          </a:xfrm>
        </p:spPr>
        <p:txBody>
          <a:bodyPr lIns="90000" tIns="46800" rIns="90000" bIns="46800">
            <a:normAutofit/>
          </a:bodyPr>
          <a:lstStyle>
            <a:lvl1pPr algn="ctr">
              <a:lnSpc>
                <a:spcPct val="110000"/>
              </a:lnSpc>
              <a:buNone/>
              <a:defRPr sz="1800" spc="150"/>
            </a:lvl1pPr>
          </a:lstStyle>
          <a:p>
            <a:pPr lvl="0"/>
            <a:r>
              <a:rPr lang="zh-CN" altLang="en-US" dirty="0"/>
              <a:t>单击此处编辑母版文本样式</a:t>
            </a:r>
          </a:p>
        </p:txBody>
      </p:sp>
    </p:spTree>
    <p:extLst>
      <p:ext uri="{BB962C8B-B14F-4D97-AF65-F5344CB8AC3E}">
        <p14:creationId xmlns:p14="http://schemas.microsoft.com/office/powerpoint/2010/main" val="30577734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7" name="副标题"/>
          <p:cNvSpPr txBox="1">
            <a:spLocks noGrp="1"/>
          </p:cNvSpPr>
          <p:nvPr>
            <p:ph type="body" idx="5" hasCustomPrompt="1"/>
            <p:custDataLst>
              <p:tags r:id="rId1"/>
            </p:custDataLst>
          </p:nvPr>
        </p:nvSpPr>
        <p:spPr>
          <a:xfrm rot="5400000">
            <a:off x="1144905" y="1967865"/>
            <a:ext cx="4114800" cy="1007745"/>
          </a:xfrm>
          <a:prstGeom prst="rect">
            <a:avLst/>
          </a:prstGeom>
          <a:noFill/>
        </p:spPr>
        <p:txBody>
          <a:bodyPr wrap="square" lIns="91440" tIns="45720" rIns="91440" bIns="45720" rtlCol="0" anchor="ctr" anchorCtr="0">
            <a:normAutofit/>
          </a:bodyPr>
          <a:lstStyle>
            <a:lvl1pPr marL="0" marR="0" lvl="0" algn="l" defTabSz="685800" rtl="0" eaLnBrk="1" fontAlgn="ctr" latinLnBrk="0" hangingPunct="1">
              <a:lnSpc>
                <a:spcPct val="100000"/>
              </a:lnSpc>
              <a:buClrTx/>
              <a:buSzTx/>
              <a:buFontTx/>
              <a:buNone/>
              <a:defRPr kumimoji="0" lang="en-US" altLang="zh-CN" sz="4875" b="1" i="0" u="none" strike="noStrike" kern="1200" cap="none" spc="0" normalizeH="0" baseline="0" noProof="1">
                <a:ln>
                  <a:gradFill>
                    <a:gsLst>
                      <a:gs pos="19000">
                        <a:schemeClr val="accent1">
                          <a:alpha val="0"/>
                        </a:schemeClr>
                      </a:gs>
                      <a:gs pos="74000">
                        <a:schemeClr val="accent1">
                          <a:alpha val="35000"/>
                        </a:schemeClr>
                      </a:gs>
                    </a:gsLst>
                    <a:lin ang="16200000" scaled="0"/>
                  </a:gradFill>
                </a:ln>
                <a:noFill/>
                <a:latin typeface="+mj-ea"/>
                <a:ea typeface="+mj-ea"/>
                <a:cs typeface="微软雅黑" panose="020B0503020204020204" charset="-122"/>
                <a:sym typeface="+mn-ea"/>
              </a:defRPr>
            </a:lvl1pPr>
          </a:lstStyle>
          <a:p>
            <a:pPr lvl="0" algn="l" fontAlgn="ctr">
              <a:buClrTx/>
              <a:buSzTx/>
              <a:buFontTx/>
            </a:pPr>
            <a:r>
              <a:rPr dirty="0" err="1">
                <a:sym typeface="+mn-ea"/>
              </a:rPr>
              <a:t>编辑副标题</a:t>
            </a:r>
            <a:endParaRPr dirty="0">
              <a:sym typeface="+mn-ea"/>
            </a:endParaRPr>
          </a:p>
        </p:txBody>
      </p:sp>
      <p:sp>
        <p:nvSpPr>
          <p:cNvPr id="6" name="标题"/>
          <p:cNvSpPr txBox="1">
            <a:spLocks noGrp="1"/>
          </p:cNvSpPr>
          <p:nvPr>
            <p:ph type="title" idx="4" hasCustomPrompt="1"/>
            <p:custDataLst>
              <p:tags r:id="rId2"/>
            </p:custDataLst>
          </p:nvPr>
        </p:nvSpPr>
        <p:spPr>
          <a:xfrm>
            <a:off x="2456497" y="434817"/>
            <a:ext cx="1071563" cy="3452336"/>
          </a:xfrm>
          <a:prstGeom prst="rect">
            <a:avLst/>
          </a:prstGeom>
          <a:noFill/>
        </p:spPr>
        <p:txBody>
          <a:bodyPr vert="eaVert" wrap="square" lIns="91440" tIns="45720" rIns="91440" bIns="45720" rtlCol="0" anchor="b" anchorCtr="0">
            <a:normAutofit/>
          </a:bodyPr>
          <a:lstStyle>
            <a:lvl1pPr marL="0" marR="0" lvl="0" algn="l" defTabSz="685800" rtl="0" eaLnBrk="1" fontAlgn="ctr" latinLnBrk="0" hangingPunct="1">
              <a:lnSpc>
                <a:spcPct val="100000"/>
              </a:lnSpc>
              <a:buClrTx/>
              <a:buSzTx/>
              <a:buFontTx/>
              <a:buNone/>
              <a:defRPr kumimoji="0" lang="zh-CN" altLang="en-US" sz="4500" b="1" i="0" u="none" strike="noStrike" kern="1200" cap="none" spc="750" normalizeH="0" baseline="0" noProof="1">
                <a:solidFill>
                  <a:schemeClr val="accent1"/>
                </a:solidFill>
                <a:uFillTx/>
                <a:latin typeface="+mj-ea"/>
                <a:ea typeface="+mj-ea"/>
                <a:cs typeface="微软雅黑" panose="020B0503020204020204" charset="-122"/>
                <a:sym typeface="+mn-ea"/>
              </a:defRPr>
            </a:lvl1pPr>
          </a:lstStyle>
          <a:p>
            <a:pPr lvl="0" algn="l" fontAlgn="ctr">
              <a:buClrTx/>
              <a:buSzTx/>
              <a:buFontTx/>
            </a:pPr>
            <a:r>
              <a:rPr dirty="0">
                <a:sym typeface="+mn-ea"/>
              </a:rPr>
              <a:t>编辑标题</a:t>
            </a:r>
          </a:p>
        </p:txBody>
      </p:sp>
      <p:sp>
        <p:nvSpPr>
          <p:cNvPr id="3" name="日期占位符 2"/>
          <p:cNvSpPr>
            <a:spLocks noGrp="1"/>
          </p:cNvSpPr>
          <p:nvPr>
            <p:ph type="dt" sz="half" idx="10"/>
            <p:custDataLst>
              <p:tags r:id="rId3"/>
            </p:custDataLst>
          </p:nvPr>
        </p:nvSpPr>
        <p:spPr>
          <a:xfrm>
            <a:off x="459000" y="4735800"/>
            <a:ext cx="2025000" cy="237600"/>
          </a:xfrm>
        </p:spPr>
        <p:txBody>
          <a:bodyPr/>
          <a:lstStyle/>
          <a:p>
            <a:fld id="{760FBDFE-C587-4B4C-A407-44438C67B59E}" type="datetimeFigureOut">
              <a:rPr lang="zh-CN" altLang="en-US" smtClean="0"/>
              <a:t>2025/8/23</a:t>
            </a:fld>
            <a:endParaRPr lang="zh-CN" altLang="en-US"/>
          </a:p>
        </p:txBody>
      </p:sp>
      <p:sp>
        <p:nvSpPr>
          <p:cNvPr id="4" name="页脚占位符 3"/>
          <p:cNvSpPr>
            <a:spLocks noGrp="1"/>
          </p:cNvSpPr>
          <p:nvPr>
            <p:ph type="ftr" sz="quarter" idx="11"/>
            <p:custDataLst>
              <p:tags r:id="rId4"/>
            </p:custDataLst>
          </p:nvPr>
        </p:nvSpPr>
        <p:spPr>
          <a:xfrm>
            <a:off x="3087000" y="4735800"/>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658200" y="4735800"/>
            <a:ext cx="2025000" cy="237600"/>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295272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tags" Target="../tags/tag8.xml"/><Relationship Id="rId3" Type="http://schemas.openxmlformats.org/officeDocument/2006/relationships/slideLayout" Target="../slideLayouts/slideLayout6.xml"/><Relationship Id="rId21" Type="http://schemas.openxmlformats.org/officeDocument/2006/relationships/tags" Target="../tags/tag11.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tags" Target="../tags/tag7.xml"/><Relationship Id="rId2" Type="http://schemas.openxmlformats.org/officeDocument/2006/relationships/slideLayout" Target="../slideLayouts/slideLayout5.xml"/><Relationship Id="rId16" Type="http://schemas.openxmlformats.org/officeDocument/2006/relationships/tags" Target="../tags/tag6.xml"/><Relationship Id="rId20" Type="http://schemas.openxmlformats.org/officeDocument/2006/relationships/tags" Target="../tags/tag10.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theme" Target="../theme/theme2.xml"/><Relationship Id="rId10" Type="http://schemas.openxmlformats.org/officeDocument/2006/relationships/slideLayout" Target="../slideLayouts/slideLayout13.xml"/><Relationship Id="rId19" Type="http://schemas.openxmlformats.org/officeDocument/2006/relationships/tags" Target="../tags/tag9.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7"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7"/>
            </p:custDataLst>
          </p:nvPr>
        </p:nvSpPr>
        <p:spPr>
          <a:xfrm>
            <a:off x="456300" y="456300"/>
            <a:ext cx="8226900" cy="5292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8"/>
            </p:custDataLst>
          </p:nvPr>
        </p:nvSpPr>
        <p:spPr>
          <a:xfrm>
            <a:off x="456300" y="1117800"/>
            <a:ext cx="8226900" cy="35694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9"/>
            </p:custDataLst>
          </p:nvPr>
        </p:nvSpPr>
        <p:spPr>
          <a:xfrm>
            <a:off x="459000" y="4735800"/>
            <a:ext cx="2025000" cy="237600"/>
          </a:xfrm>
          <a:prstGeom prst="rect">
            <a:avLst/>
          </a:prstGeom>
        </p:spPr>
        <p:txBody>
          <a:bodyPr vert="horz" lIns="91440" tIns="45720" rIns="91440" bIns="45720" rtlCol="0" anchor="ctr">
            <a:normAutofit/>
          </a:bodyPr>
          <a:lstStyle>
            <a:lvl1pPr algn="l">
              <a:defRPr sz="750" baseline="0">
                <a:solidFill>
                  <a:schemeClr val="tx1">
                    <a:tint val="75000"/>
                  </a:schemeClr>
                </a:solidFill>
              </a:defRPr>
            </a:lvl1pPr>
          </a:lstStyle>
          <a:p>
            <a:fld id="{760FBDFE-C587-4B4C-A407-44438C67B59E}" type="datetimeFigureOut">
              <a:rPr lang="zh-CN" altLang="en-US" smtClean="0"/>
              <a:t>2025/8/23</a:t>
            </a:fld>
            <a:endParaRPr lang="zh-CN" altLang="en-US"/>
          </a:p>
        </p:txBody>
      </p:sp>
      <p:sp>
        <p:nvSpPr>
          <p:cNvPr id="5" name="页脚占位符 4"/>
          <p:cNvSpPr>
            <a:spLocks noGrp="1"/>
          </p:cNvSpPr>
          <p:nvPr>
            <p:ph type="ftr" sz="quarter" idx="3"/>
            <p:custDataLst>
              <p:tags r:id="rId20"/>
            </p:custDataLst>
          </p:nvPr>
        </p:nvSpPr>
        <p:spPr>
          <a:xfrm>
            <a:off x="3087000" y="4735800"/>
            <a:ext cx="2970000" cy="237600"/>
          </a:xfrm>
          <a:prstGeom prst="rect">
            <a:avLst/>
          </a:prstGeom>
        </p:spPr>
        <p:txBody>
          <a:bodyPr vert="horz" lIns="91440" tIns="45720" rIns="91440" bIns="45720" rtlCol="0" anchor="ctr">
            <a:normAutofit/>
          </a:bodyPr>
          <a:lstStyle>
            <a:lvl1pPr algn="ctr">
              <a:defRPr sz="75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1"/>
            </p:custDataLst>
          </p:nvPr>
        </p:nvSpPr>
        <p:spPr>
          <a:xfrm>
            <a:off x="6658200" y="4735800"/>
            <a:ext cx="2025000" cy="237600"/>
          </a:xfrm>
          <a:prstGeom prst="rect">
            <a:avLst/>
          </a:prstGeom>
        </p:spPr>
        <p:txBody>
          <a:bodyPr vert="horz" lIns="91440" tIns="45720" rIns="91440" bIns="45720" rtlCol="0" anchor="ctr">
            <a:normAutofit/>
          </a:bodyPr>
          <a:lstStyle>
            <a:lvl1pPr algn="r">
              <a:defRPr sz="75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6"/>
    </p:custDataLst>
    <p:extLst>
      <p:ext uri="{BB962C8B-B14F-4D97-AF65-F5344CB8AC3E}">
        <p14:creationId xmlns:p14="http://schemas.microsoft.com/office/powerpoint/2010/main" val="3558681731"/>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Lst>
  <p:txStyles>
    <p:titleStyle>
      <a:lvl1pPr algn="l" defTabSz="685800" rtl="0" eaLnBrk="1" fontAlgn="auto" latinLnBrk="0" hangingPunct="1">
        <a:lnSpc>
          <a:spcPct val="100000"/>
        </a:lnSpc>
        <a:spcBef>
          <a:spcPct val="0"/>
        </a:spcBef>
        <a:buNone/>
        <a:defRPr sz="2700" b="1" u="none" strike="noStrike" kern="1200" cap="none" spc="225" normalizeH="0" baseline="0">
          <a:solidFill>
            <a:schemeClr val="tx1">
              <a:lumMod val="85000"/>
              <a:lumOff val="15000"/>
            </a:schemeClr>
          </a:solidFill>
          <a:uFillTx/>
          <a:latin typeface="+mj-lt"/>
          <a:ea typeface="+mj-ea"/>
          <a:cs typeface="+mj-cs"/>
        </a:defRPr>
      </a:lvl1pPr>
    </p:titleStyle>
    <p:bodyStyle>
      <a:lvl1pPr marL="171450" indent="-171450" algn="l" defTabSz="685800" rtl="0" eaLnBrk="1" fontAlgn="auto" latinLnBrk="0" hangingPunct="1">
        <a:lnSpc>
          <a:spcPct val="130000"/>
        </a:lnSpc>
        <a:spcBef>
          <a:spcPts val="0"/>
        </a:spcBef>
        <a:spcAft>
          <a:spcPts val="750"/>
        </a:spcAft>
        <a:buFont typeface="Arial" panose="020B0604020202020204" pitchFamily="34" charset="0"/>
        <a:buChar char="●"/>
        <a:defRPr sz="1350" u="none" strike="noStrike" kern="1200" cap="none" spc="113" normalizeH="0" baseline="0">
          <a:solidFill>
            <a:schemeClr val="tx1">
              <a:lumMod val="65000"/>
              <a:lumOff val="35000"/>
            </a:schemeClr>
          </a:solidFill>
          <a:uFillTx/>
          <a:latin typeface="+mn-lt"/>
          <a:ea typeface="+mn-ea"/>
          <a:cs typeface="+mn-cs"/>
        </a:defRPr>
      </a:lvl1pPr>
      <a:lvl2pPr marL="514350" indent="-171450" algn="l" defTabSz="685800" rtl="0" eaLnBrk="1" fontAlgn="auto" latinLnBrk="0" hangingPunct="1">
        <a:lnSpc>
          <a:spcPct val="120000"/>
        </a:lnSpc>
        <a:spcBef>
          <a:spcPts val="0"/>
        </a:spcBef>
        <a:spcAft>
          <a:spcPts val="450"/>
        </a:spcAft>
        <a:buFont typeface="Arial" panose="020B0604020202020204" pitchFamily="34" charset="0"/>
        <a:buChar char="●"/>
        <a:tabLst>
          <a:tab pos="1207294" algn="l"/>
          <a:tab pos="1207294" algn="l"/>
          <a:tab pos="1207294" algn="l"/>
          <a:tab pos="1207294" algn="l"/>
        </a:tabLst>
        <a:defRPr sz="1200" u="none" strike="noStrike" kern="1200" cap="none" spc="113" normalizeH="0" baseline="0">
          <a:solidFill>
            <a:schemeClr val="tx1">
              <a:lumMod val="65000"/>
              <a:lumOff val="35000"/>
            </a:schemeClr>
          </a:solidFill>
          <a:uFillTx/>
          <a:latin typeface="+mn-lt"/>
          <a:ea typeface="+mn-ea"/>
          <a:cs typeface="+mn-cs"/>
        </a:defRPr>
      </a:lvl2pPr>
      <a:lvl3pPr marL="857250" indent="-171450" algn="l" defTabSz="685800" rtl="0" eaLnBrk="1" fontAlgn="auto" latinLnBrk="0" hangingPunct="1">
        <a:lnSpc>
          <a:spcPct val="120000"/>
        </a:lnSpc>
        <a:spcBef>
          <a:spcPts val="0"/>
        </a:spcBef>
        <a:spcAft>
          <a:spcPts val="450"/>
        </a:spcAft>
        <a:buFont typeface="Arial" panose="020B0604020202020204" pitchFamily="34" charset="0"/>
        <a:buChar char="●"/>
        <a:defRPr sz="1200" u="none" strike="noStrike" kern="1200" cap="none" spc="113" normalizeH="0" baseline="0">
          <a:solidFill>
            <a:schemeClr val="tx1">
              <a:lumMod val="65000"/>
              <a:lumOff val="35000"/>
            </a:schemeClr>
          </a:solidFill>
          <a:uFillTx/>
          <a:latin typeface="+mn-lt"/>
          <a:ea typeface="+mn-ea"/>
          <a:cs typeface="+mn-cs"/>
        </a:defRPr>
      </a:lvl3pPr>
      <a:lvl4pPr marL="1200150" indent="-171450" algn="l" defTabSz="685800" rtl="0" eaLnBrk="1" fontAlgn="auto" latinLnBrk="0" hangingPunct="1">
        <a:lnSpc>
          <a:spcPct val="120000"/>
        </a:lnSpc>
        <a:spcBef>
          <a:spcPts val="0"/>
        </a:spcBef>
        <a:spcAft>
          <a:spcPts val="225"/>
        </a:spcAft>
        <a:buFont typeface="Wingdings" panose="05000000000000000000" charset="0"/>
        <a:buChar char=""/>
        <a:defRPr sz="1050" u="none" strike="noStrike" kern="1200" cap="none" spc="113" normalizeH="0" baseline="0">
          <a:solidFill>
            <a:schemeClr val="tx1">
              <a:lumMod val="65000"/>
              <a:lumOff val="35000"/>
            </a:schemeClr>
          </a:solidFill>
          <a:uFillTx/>
          <a:latin typeface="+mn-lt"/>
          <a:ea typeface="+mn-ea"/>
          <a:cs typeface="+mn-cs"/>
        </a:defRPr>
      </a:lvl4pPr>
      <a:lvl5pPr marL="1543050" indent="-171450" algn="l" defTabSz="685800" rtl="0" eaLnBrk="1" fontAlgn="auto" latinLnBrk="0" hangingPunct="1">
        <a:lnSpc>
          <a:spcPct val="120000"/>
        </a:lnSpc>
        <a:spcBef>
          <a:spcPts val="0"/>
        </a:spcBef>
        <a:spcAft>
          <a:spcPts val="225"/>
        </a:spcAft>
        <a:buFont typeface="Arial" panose="020B0604020202020204" pitchFamily="34" charset="0"/>
        <a:buChar char="•"/>
        <a:defRPr sz="1050" u="none" strike="noStrike" kern="1200" cap="none" spc="113" normalizeH="0" baseline="0">
          <a:solidFill>
            <a:schemeClr val="tx1">
              <a:lumMod val="65000"/>
              <a:lumOff val="35000"/>
            </a:schemeClr>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79.xml"/><Relationship Id="rId7" Type="http://schemas.openxmlformats.org/officeDocument/2006/relationships/image" Target="../media/image9.png"/><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slideLayout" Target="../slideLayouts/slideLayout2.xml"/><Relationship Id="rId5" Type="http://schemas.openxmlformats.org/officeDocument/2006/relationships/tags" Target="../tags/tag81.xml"/><Relationship Id="rId4" Type="http://schemas.openxmlformats.org/officeDocument/2006/relationships/tags" Target="../tags/tag80.xml"/><Relationship Id="rId9"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notesSlide" Target="../notesSlides/notesSlide1.xm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slideLayout" Target="../slideLayouts/slideLayout17.xml"/><Relationship Id="rId2" Type="http://schemas.openxmlformats.org/officeDocument/2006/relationships/tags" Target="../tags/tag83.xml"/><Relationship Id="rId16" Type="http://schemas.openxmlformats.org/officeDocument/2006/relationships/image" Target="../media/image9.png"/><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5" Type="http://schemas.openxmlformats.org/officeDocument/2006/relationships/image" Target="../media/image13.png"/><Relationship Id="rId10" Type="http://schemas.openxmlformats.org/officeDocument/2006/relationships/tags" Target="../tags/tag91.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image" Target="../media/image12.jpeg"/></Relationships>
</file>

<file path=ppt/slides/_rels/slide3.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image" Target="../media/image14.jpeg"/><Relationship Id="rId3" Type="http://schemas.openxmlformats.org/officeDocument/2006/relationships/tags" Target="../tags/tag95.xml"/><Relationship Id="rId7" Type="http://schemas.openxmlformats.org/officeDocument/2006/relationships/tags" Target="../tags/tag99.xml"/><Relationship Id="rId12" Type="http://schemas.openxmlformats.org/officeDocument/2006/relationships/slideLayout" Target="../slideLayouts/slideLayout4.xml"/><Relationship Id="rId17" Type="http://schemas.openxmlformats.org/officeDocument/2006/relationships/image" Target="../media/image11.png"/><Relationship Id="rId2" Type="http://schemas.openxmlformats.org/officeDocument/2006/relationships/tags" Target="../tags/tag94.xml"/><Relationship Id="rId16" Type="http://schemas.openxmlformats.org/officeDocument/2006/relationships/image" Target="../media/image10.png"/><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5" Type="http://schemas.openxmlformats.org/officeDocument/2006/relationships/tags" Target="../tags/tag97.xml"/><Relationship Id="rId15" Type="http://schemas.openxmlformats.org/officeDocument/2006/relationships/image" Target="../media/image9.png"/><Relationship Id="rId10" Type="http://schemas.openxmlformats.org/officeDocument/2006/relationships/tags" Target="../tags/tag102.xml"/><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106.xml"/><Relationship Id="rId7" Type="http://schemas.openxmlformats.org/officeDocument/2006/relationships/image" Target="../media/image16.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slideLayout" Target="../slideLayouts/slideLayout12.xml"/><Relationship Id="rId5" Type="http://schemas.openxmlformats.org/officeDocument/2006/relationships/tags" Target="../tags/tag108.xml"/><Relationship Id="rId4" Type="http://schemas.openxmlformats.org/officeDocument/2006/relationships/tags" Target="../tags/tag107.xml"/><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tags" Target="../tags/tag111.xml"/><Relationship Id="rId7" Type="http://schemas.openxmlformats.org/officeDocument/2006/relationships/image" Target="../media/image16.png"/><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slideLayout" Target="../slideLayouts/slideLayout12.xml"/><Relationship Id="rId5" Type="http://schemas.openxmlformats.org/officeDocument/2006/relationships/tags" Target="../tags/tag113.xml"/><Relationship Id="rId4" Type="http://schemas.openxmlformats.org/officeDocument/2006/relationships/tags" Target="../tags/tag112.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16.xml"/><Relationship Id="rId7" Type="http://schemas.openxmlformats.org/officeDocument/2006/relationships/slideLayout" Target="../slideLayouts/slideLayout12.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22.xml"/><Relationship Id="rId7" Type="http://schemas.openxmlformats.org/officeDocument/2006/relationships/slideLayout" Target="../slideLayouts/slideLayout12.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28.xml"/><Relationship Id="rId7" Type="http://schemas.openxmlformats.org/officeDocument/2006/relationships/slideLayout" Target="../slideLayouts/slideLayout1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34.xml"/><Relationship Id="rId7" Type="http://schemas.openxmlformats.org/officeDocument/2006/relationships/slideLayout" Target="../slideLayouts/slideLayout12.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40.xml"/><Relationship Id="rId7" Type="http://schemas.openxmlformats.org/officeDocument/2006/relationships/slideLayout" Target="../slideLayouts/slideLayout12.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46.xml"/><Relationship Id="rId7" Type="http://schemas.openxmlformats.org/officeDocument/2006/relationships/slideLayout" Target="../slideLayouts/slideLayout12.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52.xml"/><Relationship Id="rId7" Type="http://schemas.openxmlformats.org/officeDocument/2006/relationships/slideLayout" Target="../slideLayouts/slideLayout12.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158.xml"/><Relationship Id="rId7" Type="http://schemas.openxmlformats.org/officeDocument/2006/relationships/slideLayout" Target="../slideLayouts/slideLayout12.xml"/><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tags" Target="../tags/tag161.xml"/><Relationship Id="rId5" Type="http://schemas.openxmlformats.org/officeDocument/2006/relationships/tags" Target="../tags/tag160.xml"/><Relationship Id="rId10" Type="http://schemas.openxmlformats.org/officeDocument/2006/relationships/image" Target="../media/image20.png"/><Relationship Id="rId4" Type="http://schemas.openxmlformats.org/officeDocument/2006/relationships/tags" Target="../tags/tag159.xml"/><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64.xml"/><Relationship Id="rId7" Type="http://schemas.openxmlformats.org/officeDocument/2006/relationships/slideLayout" Target="../slideLayouts/slideLayout12.xml"/><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9"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170.xml"/><Relationship Id="rId7" Type="http://schemas.openxmlformats.org/officeDocument/2006/relationships/slideLayout" Target="../slideLayouts/slideLayout12.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image" Target="../media/image22.png"/><Relationship Id="rId5" Type="http://schemas.openxmlformats.org/officeDocument/2006/relationships/tags" Target="../tags/tag172.xml"/><Relationship Id="rId10" Type="http://schemas.openxmlformats.org/officeDocument/2006/relationships/image" Target="../media/image21.png"/><Relationship Id="rId4" Type="http://schemas.openxmlformats.org/officeDocument/2006/relationships/tags" Target="../tags/tag171.xml"/><Relationship Id="rId9"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76.xml"/><Relationship Id="rId7" Type="http://schemas.openxmlformats.org/officeDocument/2006/relationships/slideLayout" Target="../slideLayouts/slideLayout12.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tags" Target="../tags/tag179.xml"/><Relationship Id="rId5" Type="http://schemas.openxmlformats.org/officeDocument/2006/relationships/tags" Target="../tags/tag178.xml"/><Relationship Id="rId10" Type="http://schemas.openxmlformats.org/officeDocument/2006/relationships/image" Target="../media/image24.png"/><Relationship Id="rId4" Type="http://schemas.openxmlformats.org/officeDocument/2006/relationships/tags" Target="../tags/tag177.xml"/><Relationship Id="rId9" Type="http://schemas.openxmlformats.org/officeDocument/2006/relationships/image" Target="../media/image23.png"/></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82.xml"/><Relationship Id="rId7" Type="http://schemas.openxmlformats.org/officeDocument/2006/relationships/slideLayout" Target="../slideLayouts/slideLayout12.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tags" Target="../tags/tag183.xml"/><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88.xml"/><Relationship Id="rId7" Type="http://schemas.openxmlformats.org/officeDocument/2006/relationships/slideLayout" Target="../slideLayouts/slideLayout12.xm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9"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94.xml"/><Relationship Id="rId7" Type="http://schemas.openxmlformats.org/officeDocument/2006/relationships/slideLayout" Target="../slideLayouts/slideLayout12.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00.xml"/><Relationship Id="rId7" Type="http://schemas.openxmlformats.org/officeDocument/2006/relationships/slideLayout" Target="../slideLayouts/slideLayout12.xml"/><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tags" Target="../tags/tag203.xml"/><Relationship Id="rId5" Type="http://schemas.openxmlformats.org/officeDocument/2006/relationships/tags" Target="../tags/tag202.xml"/><Relationship Id="rId4" Type="http://schemas.openxmlformats.org/officeDocument/2006/relationships/tags" Target="../tags/tag201.xml"/></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06.xml"/><Relationship Id="rId7" Type="http://schemas.openxmlformats.org/officeDocument/2006/relationships/slideLayout" Target="../slideLayouts/slideLayout12.xml"/><Relationship Id="rId2" Type="http://schemas.openxmlformats.org/officeDocument/2006/relationships/tags" Target="../tags/tag205.xml"/><Relationship Id="rId1" Type="http://schemas.openxmlformats.org/officeDocument/2006/relationships/tags" Target="../tags/tag204.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s>
</file>

<file path=ppt/slides/_rels/slide2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12.xml"/><Relationship Id="rId7" Type="http://schemas.openxmlformats.org/officeDocument/2006/relationships/slideLayout" Target="../slideLayouts/slideLayout12.xml"/><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s>
</file>

<file path=ppt/slides/_rels/slide2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18.xml"/><Relationship Id="rId7" Type="http://schemas.openxmlformats.org/officeDocument/2006/relationships/slideLayout" Target="../slideLayouts/slideLayout12.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tags" Target="../tags/tag221.xml"/><Relationship Id="rId11" Type="http://schemas.openxmlformats.org/officeDocument/2006/relationships/image" Target="../media/image28.png"/><Relationship Id="rId5" Type="http://schemas.openxmlformats.org/officeDocument/2006/relationships/tags" Target="../tags/tag220.xml"/><Relationship Id="rId10" Type="http://schemas.openxmlformats.org/officeDocument/2006/relationships/image" Target="../media/image27.png"/><Relationship Id="rId4" Type="http://schemas.openxmlformats.org/officeDocument/2006/relationships/tags" Target="../tags/tag219.xml"/><Relationship Id="rId9" Type="http://schemas.openxmlformats.org/officeDocument/2006/relationships/image" Target="../media/image26.png"/></Relationships>
</file>

<file path=ppt/slides/_rels/slide2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24.xml"/><Relationship Id="rId7" Type="http://schemas.openxmlformats.org/officeDocument/2006/relationships/slideLayout" Target="../slideLayouts/slideLayout12.xml"/><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tags" Target="../tags/tag227.xml"/><Relationship Id="rId5" Type="http://schemas.openxmlformats.org/officeDocument/2006/relationships/tags" Target="../tags/tag226.xml"/><Relationship Id="rId4" Type="http://schemas.openxmlformats.org/officeDocument/2006/relationships/tags" Target="../tags/tag225.xml"/><Relationship Id="rId9" Type="http://schemas.openxmlformats.org/officeDocument/2006/relationships/image" Target="../media/image29.png"/></Relationships>
</file>

<file path=ppt/slides/_rels/slide2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30.xml"/><Relationship Id="rId7" Type="http://schemas.openxmlformats.org/officeDocument/2006/relationships/slideLayout" Target="../slideLayouts/slideLayout12.xml"/><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s>
</file>

<file path=ppt/slides/_rels/slide2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36.xml"/><Relationship Id="rId7" Type="http://schemas.openxmlformats.org/officeDocument/2006/relationships/slideLayout" Target="../slideLayouts/slideLayout12.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tags" Target="../tags/tag239.xml"/><Relationship Id="rId5" Type="http://schemas.openxmlformats.org/officeDocument/2006/relationships/tags" Target="../tags/tag238.xml"/><Relationship Id="rId4" Type="http://schemas.openxmlformats.org/officeDocument/2006/relationships/tags" Target="../tags/tag237.xml"/><Relationship Id="rId9" Type="http://schemas.openxmlformats.org/officeDocument/2006/relationships/image" Target="../media/image30.png"/></Relationships>
</file>

<file path=ppt/slides/_rels/slide2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42.xml"/><Relationship Id="rId7" Type="http://schemas.openxmlformats.org/officeDocument/2006/relationships/slideLayout" Target="../slideLayouts/slideLayout12.xml"/><Relationship Id="rId2" Type="http://schemas.openxmlformats.org/officeDocument/2006/relationships/tags" Target="../tags/tag241.xml"/><Relationship Id="rId1" Type="http://schemas.openxmlformats.org/officeDocument/2006/relationships/tags" Target="../tags/tag240.xml"/><Relationship Id="rId6" Type="http://schemas.openxmlformats.org/officeDocument/2006/relationships/tags" Target="../tags/tag245.xml"/><Relationship Id="rId5" Type="http://schemas.openxmlformats.org/officeDocument/2006/relationships/tags" Target="../tags/tag244.xml"/><Relationship Id="rId4" Type="http://schemas.openxmlformats.org/officeDocument/2006/relationships/tags" Target="../tags/tag243.xml"/></Relationships>
</file>

<file path=ppt/slides/_rels/slide2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48.xml"/><Relationship Id="rId7" Type="http://schemas.openxmlformats.org/officeDocument/2006/relationships/slideLayout" Target="../slideLayouts/slideLayout12.xml"/><Relationship Id="rId2" Type="http://schemas.openxmlformats.org/officeDocument/2006/relationships/tags" Target="../tags/tag247.xml"/><Relationship Id="rId1" Type="http://schemas.openxmlformats.org/officeDocument/2006/relationships/tags" Target="../tags/tag246.xml"/><Relationship Id="rId6" Type="http://schemas.openxmlformats.org/officeDocument/2006/relationships/tags" Target="../tags/tag251.xml"/><Relationship Id="rId5" Type="http://schemas.openxmlformats.org/officeDocument/2006/relationships/tags" Target="../tags/tag250.xml"/><Relationship Id="rId4" Type="http://schemas.openxmlformats.org/officeDocument/2006/relationships/tags" Target="../tags/tag249.xml"/><Relationship Id="rId9" Type="http://schemas.openxmlformats.org/officeDocument/2006/relationships/image" Target="../media/image31.png"/></Relationships>
</file>

<file path=ppt/slides/_rels/slide2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54.xml"/><Relationship Id="rId7" Type="http://schemas.openxmlformats.org/officeDocument/2006/relationships/slideLayout" Target="../slideLayouts/slideLayout12.xml"/><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s>
</file>

<file path=ppt/slides/_rels/slide3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60.xml"/><Relationship Id="rId7" Type="http://schemas.openxmlformats.org/officeDocument/2006/relationships/slideLayout" Target="../slideLayouts/slideLayout12.xml"/><Relationship Id="rId2" Type="http://schemas.openxmlformats.org/officeDocument/2006/relationships/tags" Target="../tags/tag259.xml"/><Relationship Id="rId1" Type="http://schemas.openxmlformats.org/officeDocument/2006/relationships/tags" Target="../tags/tag258.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tags" Target="../tags/tag261.xml"/></Relationships>
</file>

<file path=ppt/slides/_rels/slide3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66.xml"/><Relationship Id="rId7" Type="http://schemas.openxmlformats.org/officeDocument/2006/relationships/slideLayout" Target="../slideLayouts/slideLayout12.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tags" Target="../tags/tag269.xml"/><Relationship Id="rId5" Type="http://schemas.openxmlformats.org/officeDocument/2006/relationships/tags" Target="../tags/tag268.xml"/><Relationship Id="rId4" Type="http://schemas.openxmlformats.org/officeDocument/2006/relationships/tags" Target="../tags/tag267.xml"/></Relationships>
</file>

<file path=ppt/slides/_rels/slide3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72.xml"/><Relationship Id="rId7" Type="http://schemas.openxmlformats.org/officeDocument/2006/relationships/slideLayout" Target="../slideLayouts/slideLayout12.xml"/><Relationship Id="rId2" Type="http://schemas.openxmlformats.org/officeDocument/2006/relationships/tags" Target="../tags/tag271.xml"/><Relationship Id="rId1" Type="http://schemas.openxmlformats.org/officeDocument/2006/relationships/tags" Target="../tags/tag270.xml"/><Relationship Id="rId6" Type="http://schemas.openxmlformats.org/officeDocument/2006/relationships/tags" Target="../tags/tag275.xml"/><Relationship Id="rId5" Type="http://schemas.openxmlformats.org/officeDocument/2006/relationships/tags" Target="../tags/tag274.xml"/><Relationship Id="rId4" Type="http://schemas.openxmlformats.org/officeDocument/2006/relationships/tags" Target="../tags/tag273.xml"/></Relationships>
</file>

<file path=ppt/slides/_rels/slide3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78.xml"/><Relationship Id="rId7" Type="http://schemas.openxmlformats.org/officeDocument/2006/relationships/slideLayout" Target="../slideLayouts/slideLayout12.xml"/><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tags" Target="../tags/tag281.xml"/><Relationship Id="rId5" Type="http://schemas.openxmlformats.org/officeDocument/2006/relationships/tags" Target="../tags/tag280.xml"/><Relationship Id="rId4" Type="http://schemas.openxmlformats.org/officeDocument/2006/relationships/tags" Target="../tags/tag279.xml"/><Relationship Id="rId9" Type="http://schemas.openxmlformats.org/officeDocument/2006/relationships/image" Target="../media/image32.png"/></Relationships>
</file>

<file path=ppt/slides/_rels/slide3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84.xml"/><Relationship Id="rId7" Type="http://schemas.openxmlformats.org/officeDocument/2006/relationships/slideLayout" Target="../slideLayouts/slideLayout12.xml"/><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tags" Target="../tags/tag287.xml"/><Relationship Id="rId5" Type="http://schemas.openxmlformats.org/officeDocument/2006/relationships/tags" Target="../tags/tag286.xml"/><Relationship Id="rId4" Type="http://schemas.openxmlformats.org/officeDocument/2006/relationships/tags" Target="../tags/tag285.xml"/><Relationship Id="rId9" Type="http://schemas.openxmlformats.org/officeDocument/2006/relationships/image" Target="../media/image25.png"/></Relationships>
</file>

<file path=ppt/slides/_rels/slide35.xml.rels><?xml version="1.0" encoding="UTF-8" standalone="yes"?>
<Relationships xmlns="http://schemas.openxmlformats.org/package/2006/relationships"><Relationship Id="rId8" Type="http://schemas.openxmlformats.org/officeDocument/2006/relationships/tags" Target="../tags/tag295.xml"/><Relationship Id="rId13" Type="http://schemas.openxmlformats.org/officeDocument/2006/relationships/image" Target="../media/image14.jpeg"/><Relationship Id="rId3" Type="http://schemas.openxmlformats.org/officeDocument/2006/relationships/tags" Target="../tags/tag290.xml"/><Relationship Id="rId7" Type="http://schemas.openxmlformats.org/officeDocument/2006/relationships/tags" Target="../tags/tag294.xml"/><Relationship Id="rId12" Type="http://schemas.openxmlformats.org/officeDocument/2006/relationships/slideLayout" Target="../slideLayouts/slideLayout4.xml"/><Relationship Id="rId17" Type="http://schemas.openxmlformats.org/officeDocument/2006/relationships/image" Target="../media/image11.png"/><Relationship Id="rId2" Type="http://schemas.openxmlformats.org/officeDocument/2006/relationships/tags" Target="../tags/tag289.xml"/><Relationship Id="rId16" Type="http://schemas.openxmlformats.org/officeDocument/2006/relationships/image" Target="../media/image10.png"/><Relationship Id="rId1" Type="http://schemas.openxmlformats.org/officeDocument/2006/relationships/tags" Target="../tags/tag288.xml"/><Relationship Id="rId6" Type="http://schemas.openxmlformats.org/officeDocument/2006/relationships/tags" Target="../tags/tag293.xml"/><Relationship Id="rId11" Type="http://schemas.openxmlformats.org/officeDocument/2006/relationships/tags" Target="../tags/tag298.xml"/><Relationship Id="rId5" Type="http://schemas.openxmlformats.org/officeDocument/2006/relationships/tags" Target="../tags/tag292.xml"/><Relationship Id="rId15" Type="http://schemas.openxmlformats.org/officeDocument/2006/relationships/image" Target="../media/image9.png"/><Relationship Id="rId10" Type="http://schemas.openxmlformats.org/officeDocument/2006/relationships/tags" Target="../tags/tag297.xml"/><Relationship Id="rId4" Type="http://schemas.openxmlformats.org/officeDocument/2006/relationships/tags" Target="../tags/tag291.xml"/><Relationship Id="rId9" Type="http://schemas.openxmlformats.org/officeDocument/2006/relationships/tags" Target="../tags/tag296.xml"/><Relationship Id="rId14" Type="http://schemas.openxmlformats.org/officeDocument/2006/relationships/image" Target="../media/image15.png"/></Relationships>
</file>

<file path=ppt/slides/_rels/slide3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tags" Target="../tags/tag301.xml"/><Relationship Id="rId7" Type="http://schemas.openxmlformats.org/officeDocument/2006/relationships/image" Target="../media/image16.png"/><Relationship Id="rId2" Type="http://schemas.openxmlformats.org/officeDocument/2006/relationships/tags" Target="../tags/tag300.xml"/><Relationship Id="rId1" Type="http://schemas.openxmlformats.org/officeDocument/2006/relationships/tags" Target="../tags/tag299.xml"/><Relationship Id="rId6" Type="http://schemas.openxmlformats.org/officeDocument/2006/relationships/slideLayout" Target="../slideLayouts/slideLayout12.xml"/><Relationship Id="rId5" Type="http://schemas.openxmlformats.org/officeDocument/2006/relationships/tags" Target="../tags/tag303.xml"/><Relationship Id="rId4" Type="http://schemas.openxmlformats.org/officeDocument/2006/relationships/tags" Target="../tags/tag302.xml"/><Relationship Id="rId9"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tags" Target="../tags/tag306.xml"/><Relationship Id="rId7" Type="http://schemas.openxmlformats.org/officeDocument/2006/relationships/image" Target="../media/image16.png"/><Relationship Id="rId2" Type="http://schemas.openxmlformats.org/officeDocument/2006/relationships/tags" Target="../tags/tag305.xml"/><Relationship Id="rId1" Type="http://schemas.openxmlformats.org/officeDocument/2006/relationships/tags" Target="../tags/tag304.xml"/><Relationship Id="rId6" Type="http://schemas.openxmlformats.org/officeDocument/2006/relationships/slideLayout" Target="../slideLayouts/slideLayout3.xml"/><Relationship Id="rId5" Type="http://schemas.openxmlformats.org/officeDocument/2006/relationships/tags" Target="../tags/tag308.xml"/><Relationship Id="rId4" Type="http://schemas.openxmlformats.org/officeDocument/2006/relationships/tags" Target="../tags/tag307.xml"/></Relationships>
</file>

<file path=ppt/slides/_rels/slide38.xml.rels><?xml version="1.0" encoding="UTF-8" standalone="yes"?>
<Relationships xmlns="http://schemas.openxmlformats.org/package/2006/relationships"><Relationship Id="rId3" Type="http://schemas.openxmlformats.org/officeDocument/2006/relationships/tags" Target="../tags/tag311.xml"/><Relationship Id="rId7" Type="http://schemas.openxmlformats.org/officeDocument/2006/relationships/image" Target="../media/image16.png"/><Relationship Id="rId2" Type="http://schemas.openxmlformats.org/officeDocument/2006/relationships/tags" Target="../tags/tag310.xml"/><Relationship Id="rId1" Type="http://schemas.openxmlformats.org/officeDocument/2006/relationships/tags" Target="../tags/tag309.xml"/><Relationship Id="rId6" Type="http://schemas.openxmlformats.org/officeDocument/2006/relationships/slideLayout" Target="../slideLayouts/slideLayout3.xml"/><Relationship Id="rId5" Type="http://schemas.openxmlformats.org/officeDocument/2006/relationships/tags" Target="../tags/tag313.xml"/><Relationship Id="rId4" Type="http://schemas.openxmlformats.org/officeDocument/2006/relationships/tags" Target="../tags/tag312.xml"/></Relationships>
</file>

<file path=ppt/slides/_rels/slide3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16.xml"/><Relationship Id="rId7" Type="http://schemas.openxmlformats.org/officeDocument/2006/relationships/slideLayout" Target="../slideLayouts/slideLayout3.xml"/><Relationship Id="rId2" Type="http://schemas.openxmlformats.org/officeDocument/2006/relationships/tags" Target="../tags/tag315.xml"/><Relationship Id="rId1" Type="http://schemas.openxmlformats.org/officeDocument/2006/relationships/tags" Target="../tags/tag314.xml"/><Relationship Id="rId6" Type="http://schemas.openxmlformats.org/officeDocument/2006/relationships/tags" Target="../tags/tag319.xml"/><Relationship Id="rId5" Type="http://schemas.openxmlformats.org/officeDocument/2006/relationships/tags" Target="../tags/tag318.xml"/><Relationship Id="rId4" Type="http://schemas.openxmlformats.org/officeDocument/2006/relationships/tags" Target="../tags/tag317.xml"/></Relationships>
</file>

<file path=ppt/slides/_rels/slide4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22.xml"/><Relationship Id="rId7" Type="http://schemas.openxmlformats.org/officeDocument/2006/relationships/slideLayout" Target="../slideLayouts/slideLayout3.xml"/><Relationship Id="rId2" Type="http://schemas.openxmlformats.org/officeDocument/2006/relationships/tags" Target="../tags/tag321.xml"/><Relationship Id="rId1" Type="http://schemas.openxmlformats.org/officeDocument/2006/relationships/tags" Target="../tags/tag320.xml"/><Relationship Id="rId6" Type="http://schemas.openxmlformats.org/officeDocument/2006/relationships/tags" Target="../tags/tag325.xml"/><Relationship Id="rId5" Type="http://schemas.openxmlformats.org/officeDocument/2006/relationships/tags" Target="../tags/tag324.xml"/><Relationship Id="rId4" Type="http://schemas.openxmlformats.org/officeDocument/2006/relationships/tags" Target="../tags/tag323.xml"/></Relationships>
</file>

<file path=ppt/slides/_rels/slide4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28.xml"/><Relationship Id="rId7" Type="http://schemas.openxmlformats.org/officeDocument/2006/relationships/slideLayout" Target="../slideLayouts/slideLayout3.xml"/><Relationship Id="rId2" Type="http://schemas.openxmlformats.org/officeDocument/2006/relationships/tags" Target="../tags/tag327.xml"/><Relationship Id="rId1" Type="http://schemas.openxmlformats.org/officeDocument/2006/relationships/tags" Target="../tags/tag326.xml"/><Relationship Id="rId6" Type="http://schemas.openxmlformats.org/officeDocument/2006/relationships/tags" Target="../tags/tag331.xml"/><Relationship Id="rId5" Type="http://schemas.openxmlformats.org/officeDocument/2006/relationships/tags" Target="../tags/tag330.xml"/><Relationship Id="rId4" Type="http://schemas.openxmlformats.org/officeDocument/2006/relationships/tags" Target="../tags/tag329.xml"/></Relationships>
</file>

<file path=ppt/slides/_rels/slide4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34.xml"/><Relationship Id="rId7" Type="http://schemas.openxmlformats.org/officeDocument/2006/relationships/slideLayout" Target="../slideLayouts/slideLayout3.xml"/><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tags" Target="../tags/tag337.xml"/><Relationship Id="rId5" Type="http://schemas.openxmlformats.org/officeDocument/2006/relationships/tags" Target="../tags/tag336.xml"/><Relationship Id="rId4" Type="http://schemas.openxmlformats.org/officeDocument/2006/relationships/tags" Target="../tags/tag335.xml"/></Relationships>
</file>

<file path=ppt/slides/_rels/slide4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40.xml"/><Relationship Id="rId7" Type="http://schemas.openxmlformats.org/officeDocument/2006/relationships/slideLayout" Target="../slideLayouts/slideLayout3.xml"/><Relationship Id="rId2" Type="http://schemas.openxmlformats.org/officeDocument/2006/relationships/tags" Target="../tags/tag339.xml"/><Relationship Id="rId1" Type="http://schemas.openxmlformats.org/officeDocument/2006/relationships/tags" Target="../tags/tag338.xml"/><Relationship Id="rId6" Type="http://schemas.openxmlformats.org/officeDocument/2006/relationships/tags" Target="../tags/tag343.xml"/><Relationship Id="rId5" Type="http://schemas.openxmlformats.org/officeDocument/2006/relationships/tags" Target="../tags/tag342.xml"/><Relationship Id="rId4" Type="http://schemas.openxmlformats.org/officeDocument/2006/relationships/tags" Target="../tags/tag341.xml"/></Relationships>
</file>

<file path=ppt/slides/_rels/slide4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46.xml"/><Relationship Id="rId7" Type="http://schemas.openxmlformats.org/officeDocument/2006/relationships/slideLayout" Target="../slideLayouts/slideLayout3.xml"/><Relationship Id="rId2" Type="http://schemas.openxmlformats.org/officeDocument/2006/relationships/tags" Target="../tags/tag345.xml"/><Relationship Id="rId1" Type="http://schemas.openxmlformats.org/officeDocument/2006/relationships/tags" Target="../tags/tag344.xml"/><Relationship Id="rId6" Type="http://schemas.openxmlformats.org/officeDocument/2006/relationships/tags" Target="../tags/tag349.xml"/><Relationship Id="rId11" Type="http://schemas.openxmlformats.org/officeDocument/2006/relationships/image" Target="../media/image28.png"/><Relationship Id="rId5" Type="http://schemas.openxmlformats.org/officeDocument/2006/relationships/tags" Target="../tags/tag348.xml"/><Relationship Id="rId10" Type="http://schemas.openxmlformats.org/officeDocument/2006/relationships/image" Target="../media/image27.png"/><Relationship Id="rId4" Type="http://schemas.openxmlformats.org/officeDocument/2006/relationships/tags" Target="../tags/tag347.xml"/><Relationship Id="rId9" Type="http://schemas.openxmlformats.org/officeDocument/2006/relationships/image" Target="../media/image26.png"/></Relationships>
</file>

<file path=ppt/slides/_rels/slide4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52.xml"/><Relationship Id="rId7" Type="http://schemas.openxmlformats.org/officeDocument/2006/relationships/slideLayout" Target="../slideLayouts/slideLayout3.xml"/><Relationship Id="rId2" Type="http://schemas.openxmlformats.org/officeDocument/2006/relationships/tags" Target="../tags/tag351.xml"/><Relationship Id="rId1" Type="http://schemas.openxmlformats.org/officeDocument/2006/relationships/tags" Target="../tags/tag350.xml"/><Relationship Id="rId6" Type="http://schemas.openxmlformats.org/officeDocument/2006/relationships/tags" Target="../tags/tag355.xml"/><Relationship Id="rId5" Type="http://schemas.openxmlformats.org/officeDocument/2006/relationships/tags" Target="../tags/tag354.xml"/><Relationship Id="rId4" Type="http://schemas.openxmlformats.org/officeDocument/2006/relationships/tags" Target="../tags/tag353.xml"/><Relationship Id="rId9" Type="http://schemas.openxmlformats.org/officeDocument/2006/relationships/image" Target="../media/image33.png"/></Relationships>
</file>

<file path=ppt/slides/_rels/slide46.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358.xml"/><Relationship Id="rId7" Type="http://schemas.openxmlformats.org/officeDocument/2006/relationships/slideLayout" Target="../slideLayouts/slideLayout3.xml"/><Relationship Id="rId2" Type="http://schemas.openxmlformats.org/officeDocument/2006/relationships/tags" Target="../tags/tag357.xml"/><Relationship Id="rId1" Type="http://schemas.openxmlformats.org/officeDocument/2006/relationships/tags" Target="../tags/tag356.xml"/><Relationship Id="rId6" Type="http://schemas.openxmlformats.org/officeDocument/2006/relationships/tags" Target="../tags/tag361.xml"/><Relationship Id="rId11" Type="http://schemas.openxmlformats.org/officeDocument/2006/relationships/image" Target="../media/image35.png"/><Relationship Id="rId5" Type="http://schemas.openxmlformats.org/officeDocument/2006/relationships/tags" Target="../tags/tag360.xml"/><Relationship Id="rId10" Type="http://schemas.openxmlformats.org/officeDocument/2006/relationships/image" Target="../media/image34.png"/><Relationship Id="rId4" Type="http://schemas.openxmlformats.org/officeDocument/2006/relationships/tags" Target="../tags/tag359.xml"/><Relationship Id="rId9" Type="http://schemas.openxmlformats.org/officeDocument/2006/relationships/image" Target="../media/image16.png"/></Relationships>
</file>

<file path=ppt/slides/_rels/slide4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64.xml"/><Relationship Id="rId7" Type="http://schemas.openxmlformats.org/officeDocument/2006/relationships/slideLayout" Target="../slideLayouts/slideLayout3.xml"/><Relationship Id="rId2" Type="http://schemas.openxmlformats.org/officeDocument/2006/relationships/tags" Target="../tags/tag363.xml"/><Relationship Id="rId1" Type="http://schemas.openxmlformats.org/officeDocument/2006/relationships/tags" Target="../tags/tag362.xml"/><Relationship Id="rId6" Type="http://schemas.openxmlformats.org/officeDocument/2006/relationships/tags" Target="../tags/tag367.xml"/><Relationship Id="rId5" Type="http://schemas.openxmlformats.org/officeDocument/2006/relationships/tags" Target="../tags/tag366.xml"/><Relationship Id="rId4" Type="http://schemas.openxmlformats.org/officeDocument/2006/relationships/tags" Target="../tags/tag365.xml"/></Relationships>
</file>

<file path=ppt/slides/_rels/slide4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70.xml"/><Relationship Id="rId7" Type="http://schemas.openxmlformats.org/officeDocument/2006/relationships/slideLayout" Target="../slideLayouts/slideLayout3.xml"/><Relationship Id="rId2" Type="http://schemas.openxmlformats.org/officeDocument/2006/relationships/tags" Target="../tags/tag369.xml"/><Relationship Id="rId1" Type="http://schemas.openxmlformats.org/officeDocument/2006/relationships/tags" Target="../tags/tag368.xml"/><Relationship Id="rId6" Type="http://schemas.openxmlformats.org/officeDocument/2006/relationships/tags" Target="../tags/tag373.xml"/><Relationship Id="rId5" Type="http://schemas.openxmlformats.org/officeDocument/2006/relationships/tags" Target="../tags/tag372.xml"/><Relationship Id="rId4" Type="http://schemas.openxmlformats.org/officeDocument/2006/relationships/tags" Target="../tags/tag371.xml"/></Relationships>
</file>

<file path=ppt/slides/_rels/slide4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76.xml"/><Relationship Id="rId7" Type="http://schemas.openxmlformats.org/officeDocument/2006/relationships/slideLayout" Target="../slideLayouts/slideLayout3.xml"/><Relationship Id="rId2" Type="http://schemas.openxmlformats.org/officeDocument/2006/relationships/tags" Target="../tags/tag375.xml"/><Relationship Id="rId1" Type="http://schemas.openxmlformats.org/officeDocument/2006/relationships/tags" Target="../tags/tag374.xml"/><Relationship Id="rId6" Type="http://schemas.openxmlformats.org/officeDocument/2006/relationships/tags" Target="../tags/tag379.xml"/><Relationship Id="rId5" Type="http://schemas.openxmlformats.org/officeDocument/2006/relationships/tags" Target="../tags/tag378.xml"/><Relationship Id="rId4" Type="http://schemas.openxmlformats.org/officeDocument/2006/relationships/tags" Target="../tags/tag377.xml"/></Relationships>
</file>

<file path=ppt/slides/_rels/slide5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82.xml"/><Relationship Id="rId7" Type="http://schemas.openxmlformats.org/officeDocument/2006/relationships/slideLayout" Target="../slideLayouts/slideLayout3.xml"/><Relationship Id="rId2" Type="http://schemas.openxmlformats.org/officeDocument/2006/relationships/tags" Target="../tags/tag381.xml"/><Relationship Id="rId1" Type="http://schemas.openxmlformats.org/officeDocument/2006/relationships/tags" Target="../tags/tag380.xml"/><Relationship Id="rId6" Type="http://schemas.openxmlformats.org/officeDocument/2006/relationships/tags" Target="../tags/tag385.xml"/><Relationship Id="rId5" Type="http://schemas.openxmlformats.org/officeDocument/2006/relationships/tags" Target="../tags/tag384.xml"/><Relationship Id="rId4" Type="http://schemas.openxmlformats.org/officeDocument/2006/relationships/tags" Target="../tags/tag383.xml"/></Relationships>
</file>

<file path=ppt/slides/_rels/slide5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88.xml"/><Relationship Id="rId7" Type="http://schemas.openxmlformats.org/officeDocument/2006/relationships/slideLayout" Target="../slideLayouts/slideLayout3.xml"/><Relationship Id="rId2" Type="http://schemas.openxmlformats.org/officeDocument/2006/relationships/tags" Target="../tags/tag387.xml"/><Relationship Id="rId1" Type="http://schemas.openxmlformats.org/officeDocument/2006/relationships/tags" Target="../tags/tag386.xml"/><Relationship Id="rId6" Type="http://schemas.openxmlformats.org/officeDocument/2006/relationships/tags" Target="../tags/tag391.xml"/><Relationship Id="rId5" Type="http://schemas.openxmlformats.org/officeDocument/2006/relationships/tags" Target="../tags/tag390.xml"/><Relationship Id="rId4" Type="http://schemas.openxmlformats.org/officeDocument/2006/relationships/tags" Target="../tags/tag389.xml"/></Relationships>
</file>

<file path=ppt/slides/_rels/slide5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94.xml"/><Relationship Id="rId7" Type="http://schemas.openxmlformats.org/officeDocument/2006/relationships/slideLayout" Target="../slideLayouts/slideLayout3.xml"/><Relationship Id="rId2" Type="http://schemas.openxmlformats.org/officeDocument/2006/relationships/tags" Target="../tags/tag393.xml"/><Relationship Id="rId1" Type="http://schemas.openxmlformats.org/officeDocument/2006/relationships/tags" Target="../tags/tag392.xml"/><Relationship Id="rId6" Type="http://schemas.openxmlformats.org/officeDocument/2006/relationships/tags" Target="../tags/tag397.xml"/><Relationship Id="rId5" Type="http://schemas.openxmlformats.org/officeDocument/2006/relationships/tags" Target="../tags/tag396.xml"/><Relationship Id="rId4" Type="http://schemas.openxmlformats.org/officeDocument/2006/relationships/tags" Target="../tags/tag395.xml"/></Relationships>
</file>

<file path=ppt/slides/_rels/slide5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00.xml"/><Relationship Id="rId7" Type="http://schemas.openxmlformats.org/officeDocument/2006/relationships/slideLayout" Target="../slideLayouts/slideLayout3.xml"/><Relationship Id="rId2" Type="http://schemas.openxmlformats.org/officeDocument/2006/relationships/tags" Target="../tags/tag399.xml"/><Relationship Id="rId1" Type="http://schemas.openxmlformats.org/officeDocument/2006/relationships/tags" Target="../tags/tag398.xml"/><Relationship Id="rId6" Type="http://schemas.openxmlformats.org/officeDocument/2006/relationships/tags" Target="../tags/tag403.xml"/><Relationship Id="rId5" Type="http://schemas.openxmlformats.org/officeDocument/2006/relationships/tags" Target="../tags/tag402.xml"/><Relationship Id="rId4" Type="http://schemas.openxmlformats.org/officeDocument/2006/relationships/tags" Target="../tags/tag401.xml"/></Relationships>
</file>

<file path=ppt/slides/_rels/slide5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06.xml"/><Relationship Id="rId7" Type="http://schemas.openxmlformats.org/officeDocument/2006/relationships/slideLayout" Target="../slideLayouts/slideLayout3.xml"/><Relationship Id="rId2" Type="http://schemas.openxmlformats.org/officeDocument/2006/relationships/tags" Target="../tags/tag405.xml"/><Relationship Id="rId1" Type="http://schemas.openxmlformats.org/officeDocument/2006/relationships/tags" Target="../tags/tag404.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s>
</file>

<file path=ppt/slides/_rels/slide5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12.xml"/><Relationship Id="rId7" Type="http://schemas.openxmlformats.org/officeDocument/2006/relationships/slideLayout" Target="../slideLayouts/slideLayout3.xml"/><Relationship Id="rId2" Type="http://schemas.openxmlformats.org/officeDocument/2006/relationships/tags" Target="../tags/tag411.xml"/><Relationship Id="rId1" Type="http://schemas.openxmlformats.org/officeDocument/2006/relationships/tags" Target="../tags/tag410.xml"/><Relationship Id="rId6" Type="http://schemas.openxmlformats.org/officeDocument/2006/relationships/tags" Target="../tags/tag415.xml"/><Relationship Id="rId5" Type="http://schemas.openxmlformats.org/officeDocument/2006/relationships/tags" Target="../tags/tag414.xml"/><Relationship Id="rId4" Type="http://schemas.openxmlformats.org/officeDocument/2006/relationships/tags" Target="../tags/tag413.xml"/><Relationship Id="rId9" Type="http://schemas.openxmlformats.org/officeDocument/2006/relationships/image" Target="../media/image36.png"/></Relationships>
</file>

<file path=ppt/slides/_rels/slide5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18.xml"/><Relationship Id="rId7" Type="http://schemas.openxmlformats.org/officeDocument/2006/relationships/slideLayout" Target="../slideLayouts/slideLayout3.xml"/><Relationship Id="rId2" Type="http://schemas.openxmlformats.org/officeDocument/2006/relationships/tags" Target="../tags/tag417.xml"/><Relationship Id="rId1" Type="http://schemas.openxmlformats.org/officeDocument/2006/relationships/tags" Target="../tags/tag416.xml"/><Relationship Id="rId6" Type="http://schemas.openxmlformats.org/officeDocument/2006/relationships/tags" Target="../tags/tag421.xml"/><Relationship Id="rId5" Type="http://schemas.openxmlformats.org/officeDocument/2006/relationships/tags" Target="../tags/tag420.xml"/><Relationship Id="rId4" Type="http://schemas.openxmlformats.org/officeDocument/2006/relationships/tags" Target="../tags/tag419.xml"/><Relationship Id="rId9" Type="http://schemas.openxmlformats.org/officeDocument/2006/relationships/image" Target="../media/image37.png"/></Relationships>
</file>

<file path=ppt/slides/_rels/slide5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24.xml"/><Relationship Id="rId7" Type="http://schemas.openxmlformats.org/officeDocument/2006/relationships/slideLayout" Target="../slideLayouts/slideLayout3.xml"/><Relationship Id="rId2" Type="http://schemas.openxmlformats.org/officeDocument/2006/relationships/tags" Target="../tags/tag423.xml"/><Relationship Id="rId1" Type="http://schemas.openxmlformats.org/officeDocument/2006/relationships/tags" Target="../tags/tag422.xml"/><Relationship Id="rId6" Type="http://schemas.openxmlformats.org/officeDocument/2006/relationships/tags" Target="../tags/tag427.xml"/><Relationship Id="rId5" Type="http://schemas.openxmlformats.org/officeDocument/2006/relationships/tags" Target="../tags/tag426.xml"/><Relationship Id="rId4" Type="http://schemas.openxmlformats.org/officeDocument/2006/relationships/tags" Target="../tags/tag425.xml"/><Relationship Id="rId9" Type="http://schemas.openxmlformats.org/officeDocument/2006/relationships/image" Target="../media/image38.png"/></Relationships>
</file>

<file path=ppt/slides/_rels/slide5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30.xml"/><Relationship Id="rId7" Type="http://schemas.openxmlformats.org/officeDocument/2006/relationships/slideLayout" Target="../slideLayouts/slideLayout3.xml"/><Relationship Id="rId2" Type="http://schemas.openxmlformats.org/officeDocument/2006/relationships/tags" Target="../tags/tag429.xml"/><Relationship Id="rId1" Type="http://schemas.openxmlformats.org/officeDocument/2006/relationships/tags" Target="../tags/tag428.xml"/><Relationship Id="rId6" Type="http://schemas.openxmlformats.org/officeDocument/2006/relationships/tags" Target="../tags/tag433.xml"/><Relationship Id="rId5" Type="http://schemas.openxmlformats.org/officeDocument/2006/relationships/tags" Target="../tags/tag432.xml"/><Relationship Id="rId4" Type="http://schemas.openxmlformats.org/officeDocument/2006/relationships/tags" Target="../tags/tag431.xml"/><Relationship Id="rId9" Type="http://schemas.openxmlformats.org/officeDocument/2006/relationships/image" Target="../media/image38.png"/></Relationships>
</file>

<file path=ppt/slides/_rels/slide5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36.xml"/><Relationship Id="rId7" Type="http://schemas.openxmlformats.org/officeDocument/2006/relationships/slideLayout" Target="../slideLayouts/slideLayout3.xml"/><Relationship Id="rId2" Type="http://schemas.openxmlformats.org/officeDocument/2006/relationships/tags" Target="../tags/tag435.xml"/><Relationship Id="rId1" Type="http://schemas.openxmlformats.org/officeDocument/2006/relationships/tags" Target="../tags/tag434.xml"/><Relationship Id="rId6" Type="http://schemas.openxmlformats.org/officeDocument/2006/relationships/tags" Target="../tags/tag439.xml"/><Relationship Id="rId5" Type="http://schemas.openxmlformats.org/officeDocument/2006/relationships/tags" Target="../tags/tag438.xml"/><Relationship Id="rId4" Type="http://schemas.openxmlformats.org/officeDocument/2006/relationships/tags" Target="../tags/tag437.xml"/><Relationship Id="rId9" Type="http://schemas.openxmlformats.org/officeDocument/2006/relationships/image" Target="../media/image38.png"/></Relationships>
</file>

<file path=ppt/slides/_rels/slide6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42.xml"/><Relationship Id="rId7" Type="http://schemas.openxmlformats.org/officeDocument/2006/relationships/slideLayout" Target="../slideLayouts/slideLayout3.xml"/><Relationship Id="rId2" Type="http://schemas.openxmlformats.org/officeDocument/2006/relationships/tags" Target="../tags/tag441.xml"/><Relationship Id="rId1" Type="http://schemas.openxmlformats.org/officeDocument/2006/relationships/tags" Target="../tags/tag440.xml"/><Relationship Id="rId6" Type="http://schemas.openxmlformats.org/officeDocument/2006/relationships/tags" Target="../tags/tag445.xml"/><Relationship Id="rId5" Type="http://schemas.openxmlformats.org/officeDocument/2006/relationships/tags" Target="../tags/tag444.xml"/><Relationship Id="rId4" Type="http://schemas.openxmlformats.org/officeDocument/2006/relationships/tags" Target="../tags/tag443.xml"/></Relationships>
</file>

<file path=ppt/slides/_rels/slide6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48.xml"/><Relationship Id="rId7" Type="http://schemas.openxmlformats.org/officeDocument/2006/relationships/slideLayout" Target="../slideLayouts/slideLayout3.xml"/><Relationship Id="rId2" Type="http://schemas.openxmlformats.org/officeDocument/2006/relationships/tags" Target="../tags/tag447.xml"/><Relationship Id="rId1" Type="http://schemas.openxmlformats.org/officeDocument/2006/relationships/tags" Target="../tags/tag446.xml"/><Relationship Id="rId6" Type="http://schemas.openxmlformats.org/officeDocument/2006/relationships/tags" Target="../tags/tag451.xml"/><Relationship Id="rId5" Type="http://schemas.openxmlformats.org/officeDocument/2006/relationships/tags" Target="../tags/tag450.xml"/><Relationship Id="rId4" Type="http://schemas.openxmlformats.org/officeDocument/2006/relationships/tags" Target="../tags/tag449.xml"/></Relationships>
</file>

<file path=ppt/slides/_rels/slide6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54.xml"/><Relationship Id="rId7" Type="http://schemas.openxmlformats.org/officeDocument/2006/relationships/slideLayout" Target="../slideLayouts/slideLayout3.xml"/><Relationship Id="rId2" Type="http://schemas.openxmlformats.org/officeDocument/2006/relationships/tags" Target="../tags/tag453.xml"/><Relationship Id="rId1" Type="http://schemas.openxmlformats.org/officeDocument/2006/relationships/tags" Target="../tags/tag452.xml"/><Relationship Id="rId6" Type="http://schemas.openxmlformats.org/officeDocument/2006/relationships/tags" Target="../tags/tag457.xml"/><Relationship Id="rId5" Type="http://schemas.openxmlformats.org/officeDocument/2006/relationships/tags" Target="../tags/tag456.xml"/><Relationship Id="rId4" Type="http://schemas.openxmlformats.org/officeDocument/2006/relationships/tags" Target="../tags/tag455.xml"/></Relationships>
</file>

<file path=ppt/slides/_rels/slide6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60.xml"/><Relationship Id="rId7" Type="http://schemas.openxmlformats.org/officeDocument/2006/relationships/slideLayout" Target="../slideLayouts/slideLayout3.xml"/><Relationship Id="rId2" Type="http://schemas.openxmlformats.org/officeDocument/2006/relationships/tags" Target="../tags/tag459.xml"/><Relationship Id="rId1" Type="http://schemas.openxmlformats.org/officeDocument/2006/relationships/tags" Target="../tags/tag458.xml"/><Relationship Id="rId6" Type="http://schemas.openxmlformats.org/officeDocument/2006/relationships/tags" Target="../tags/tag463.xml"/><Relationship Id="rId5" Type="http://schemas.openxmlformats.org/officeDocument/2006/relationships/tags" Target="../tags/tag462.xml"/><Relationship Id="rId4" Type="http://schemas.openxmlformats.org/officeDocument/2006/relationships/tags" Target="../tags/tag461.xml"/></Relationships>
</file>

<file path=ppt/slides/_rels/slide6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66.xml"/><Relationship Id="rId7" Type="http://schemas.openxmlformats.org/officeDocument/2006/relationships/slideLayout" Target="../slideLayouts/slideLayout3.xml"/><Relationship Id="rId2" Type="http://schemas.openxmlformats.org/officeDocument/2006/relationships/tags" Target="../tags/tag465.xml"/><Relationship Id="rId1" Type="http://schemas.openxmlformats.org/officeDocument/2006/relationships/tags" Target="../tags/tag464.xml"/><Relationship Id="rId6" Type="http://schemas.openxmlformats.org/officeDocument/2006/relationships/tags" Target="../tags/tag469.xml"/><Relationship Id="rId5" Type="http://schemas.openxmlformats.org/officeDocument/2006/relationships/tags" Target="../tags/tag468.xml"/><Relationship Id="rId4" Type="http://schemas.openxmlformats.org/officeDocument/2006/relationships/tags" Target="../tags/tag467.xml"/></Relationships>
</file>

<file path=ppt/slides/_rels/slide6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72.xml"/><Relationship Id="rId7" Type="http://schemas.openxmlformats.org/officeDocument/2006/relationships/slideLayout" Target="../slideLayouts/slideLayout3.xml"/><Relationship Id="rId2" Type="http://schemas.openxmlformats.org/officeDocument/2006/relationships/tags" Target="../tags/tag471.xml"/><Relationship Id="rId1" Type="http://schemas.openxmlformats.org/officeDocument/2006/relationships/tags" Target="../tags/tag470.xml"/><Relationship Id="rId6" Type="http://schemas.openxmlformats.org/officeDocument/2006/relationships/tags" Target="../tags/tag475.xml"/><Relationship Id="rId5" Type="http://schemas.openxmlformats.org/officeDocument/2006/relationships/tags" Target="../tags/tag474.xml"/><Relationship Id="rId4" Type="http://schemas.openxmlformats.org/officeDocument/2006/relationships/tags" Target="../tags/tag473.xml"/></Relationships>
</file>

<file path=ppt/slides/_rels/slide6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78.xml"/><Relationship Id="rId7" Type="http://schemas.openxmlformats.org/officeDocument/2006/relationships/slideLayout" Target="../slideLayouts/slideLayout3.xml"/><Relationship Id="rId2" Type="http://schemas.openxmlformats.org/officeDocument/2006/relationships/tags" Target="../tags/tag477.xml"/><Relationship Id="rId1" Type="http://schemas.openxmlformats.org/officeDocument/2006/relationships/tags" Target="../tags/tag476.xml"/><Relationship Id="rId6" Type="http://schemas.openxmlformats.org/officeDocument/2006/relationships/tags" Target="../tags/tag481.xml"/><Relationship Id="rId5" Type="http://schemas.openxmlformats.org/officeDocument/2006/relationships/tags" Target="../tags/tag480.xml"/><Relationship Id="rId4" Type="http://schemas.openxmlformats.org/officeDocument/2006/relationships/tags" Target="../tags/tag479.xml"/></Relationships>
</file>

<file path=ppt/slides/_rels/slide6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84.xml"/><Relationship Id="rId7" Type="http://schemas.openxmlformats.org/officeDocument/2006/relationships/slideLayout" Target="../slideLayouts/slideLayout3.xml"/><Relationship Id="rId2" Type="http://schemas.openxmlformats.org/officeDocument/2006/relationships/tags" Target="../tags/tag483.xml"/><Relationship Id="rId1" Type="http://schemas.openxmlformats.org/officeDocument/2006/relationships/tags" Target="../tags/tag482.xml"/><Relationship Id="rId6" Type="http://schemas.openxmlformats.org/officeDocument/2006/relationships/tags" Target="../tags/tag487.xml"/><Relationship Id="rId5" Type="http://schemas.openxmlformats.org/officeDocument/2006/relationships/tags" Target="../tags/tag486.xml"/><Relationship Id="rId4" Type="http://schemas.openxmlformats.org/officeDocument/2006/relationships/tags" Target="../tags/tag485.xml"/></Relationships>
</file>

<file path=ppt/slides/_rels/slide6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490.xml"/><Relationship Id="rId7" Type="http://schemas.openxmlformats.org/officeDocument/2006/relationships/slideLayout" Target="../slideLayouts/slideLayout3.xml"/><Relationship Id="rId2" Type="http://schemas.openxmlformats.org/officeDocument/2006/relationships/tags" Target="../tags/tag489.xml"/><Relationship Id="rId1" Type="http://schemas.openxmlformats.org/officeDocument/2006/relationships/tags" Target="../tags/tag488.xml"/><Relationship Id="rId6" Type="http://schemas.openxmlformats.org/officeDocument/2006/relationships/tags" Target="../tags/tag493.xml"/><Relationship Id="rId5" Type="http://schemas.openxmlformats.org/officeDocument/2006/relationships/tags" Target="../tags/tag492.xml"/><Relationship Id="rId4" Type="http://schemas.openxmlformats.org/officeDocument/2006/relationships/tags" Target="../tags/tag491.xml"/></Relationships>
</file>

<file path=ppt/slides/_rels/slide69.xml.rels><?xml version="1.0" encoding="UTF-8" standalone="yes"?>
<Relationships xmlns="http://schemas.openxmlformats.org/package/2006/relationships"><Relationship Id="rId3" Type="http://schemas.openxmlformats.org/officeDocument/2006/relationships/tags" Target="../tags/tag496.xml"/><Relationship Id="rId7" Type="http://schemas.openxmlformats.org/officeDocument/2006/relationships/image" Target="../media/image9.png"/><Relationship Id="rId2" Type="http://schemas.openxmlformats.org/officeDocument/2006/relationships/tags" Target="../tags/tag495.xml"/><Relationship Id="rId1" Type="http://schemas.openxmlformats.org/officeDocument/2006/relationships/tags" Target="../tags/tag494.xml"/><Relationship Id="rId6" Type="http://schemas.openxmlformats.org/officeDocument/2006/relationships/image" Target="../media/image39.jpe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custDataLst>
              <p:tags r:id="rId2"/>
            </p:custDataLst>
          </p:nvPr>
        </p:nvSpPr>
        <p:spPr>
          <a:xfrm>
            <a:off x="255746" y="1294949"/>
            <a:ext cx="8632508" cy="1569660"/>
          </a:xfrm>
          <a:prstGeom prst="rect">
            <a:avLst/>
          </a:prstGeom>
          <a:noFill/>
        </p:spPr>
        <p:txBody>
          <a:bodyPr wrap="square" rtlCol="0">
            <a:spAutoFit/>
          </a:bodyPr>
          <a:lstStyle/>
          <a:p>
            <a:pPr algn="ctr"/>
            <a:r>
              <a:rPr lang="zh-CN" altLang="en-US" sz="3200" b="1" dirty="0">
                <a:solidFill>
                  <a:srgbClr val="FFFFFF"/>
                </a:solidFill>
                <a:latin typeface="微软雅黑" panose="020B0503020204020204" pitchFamily="34" charset="-122"/>
                <a:ea typeface="微软雅黑" panose="020B0503020204020204" pitchFamily="34" charset="-122"/>
                <a:cs typeface="Noto Sans" pitchFamily="34" charset="-120"/>
              </a:rPr>
              <a:t>第</a:t>
            </a:r>
            <a:r>
              <a:rPr lang="en-US" altLang="zh-CN" sz="3200" b="1" dirty="0">
                <a:solidFill>
                  <a:srgbClr val="FFFFFF"/>
                </a:solidFill>
                <a:latin typeface="微软雅黑" panose="020B0503020204020204" pitchFamily="34" charset="-122"/>
                <a:ea typeface="微软雅黑" panose="020B0503020204020204" pitchFamily="34" charset="-122"/>
                <a:cs typeface="Noto Sans" pitchFamily="34" charset="-120"/>
              </a:rPr>
              <a:t>5&amp;6</a:t>
            </a:r>
            <a:r>
              <a:rPr lang="zh-CN" altLang="en-US" sz="3200" b="1" dirty="0">
                <a:solidFill>
                  <a:srgbClr val="FFFFFF"/>
                </a:solidFill>
                <a:latin typeface="微软雅黑" panose="020B0503020204020204" pitchFamily="34" charset="-122"/>
                <a:ea typeface="微软雅黑" panose="020B0503020204020204" pitchFamily="34" charset="-122"/>
                <a:cs typeface="Noto Sans" pitchFamily="34" charset="-120"/>
              </a:rPr>
              <a:t>章</a:t>
            </a:r>
            <a:r>
              <a:rPr lang="en-US" altLang="zh-CN" sz="3200" b="1" dirty="0">
                <a:solidFill>
                  <a:srgbClr val="FFFFFF"/>
                </a:solidFill>
                <a:latin typeface="微软雅黑" panose="020B0503020204020204" pitchFamily="34" charset="-122"/>
                <a:ea typeface="微软雅黑" panose="020B0503020204020204" pitchFamily="34" charset="-122"/>
                <a:cs typeface="Noto Sans" pitchFamily="34" charset="-120"/>
              </a:rPr>
              <a:t> </a:t>
            </a:r>
          </a:p>
          <a:p>
            <a:pPr algn="ctr"/>
            <a:r>
              <a:rPr lang="en-US" altLang="zh-CN" sz="3200" b="1" dirty="0" err="1">
                <a:solidFill>
                  <a:srgbClr val="FFFFFF"/>
                </a:solidFill>
                <a:latin typeface="微软雅黑" panose="020B0503020204020204" pitchFamily="34" charset="-122"/>
                <a:ea typeface="微软雅黑" panose="020B0503020204020204" pitchFamily="34" charset="-122"/>
                <a:cs typeface="Noto Sans" pitchFamily="34" charset="-120"/>
              </a:rPr>
              <a:t>项目实施过程</a:t>
            </a:r>
            <a:endParaRPr lang="en-US" altLang="zh-CN" sz="3200" b="1" dirty="0">
              <a:solidFill>
                <a:srgbClr val="FFFFFF"/>
              </a:solidFill>
              <a:latin typeface="微软雅黑" panose="020B0503020204020204" pitchFamily="34" charset="-122"/>
              <a:ea typeface="微软雅黑" panose="020B0503020204020204" pitchFamily="34" charset="-122"/>
              <a:cs typeface="Noto Sans" pitchFamily="34" charset="-120"/>
            </a:endParaRPr>
          </a:p>
          <a:p>
            <a:pPr algn="ctr"/>
            <a:r>
              <a:rPr lang="en-US" altLang="zh-CN" sz="3200" b="1" dirty="0" err="1">
                <a:solidFill>
                  <a:srgbClr val="FFFFFF"/>
                </a:solidFill>
                <a:latin typeface="微软雅黑" panose="020B0503020204020204" pitchFamily="34" charset="-122"/>
                <a:ea typeface="微软雅黑" panose="020B0503020204020204" pitchFamily="34" charset="-122"/>
                <a:cs typeface="Noto Sans" pitchFamily="34" charset="-120"/>
              </a:rPr>
              <a:t>项目组织</a:t>
            </a:r>
            <a:r>
              <a:rPr lang="zh-CN" altLang="en-US" sz="3200" b="1" dirty="0">
                <a:solidFill>
                  <a:srgbClr val="FFFFFF"/>
                </a:solidFill>
                <a:latin typeface="微软雅黑" panose="020B0503020204020204" pitchFamily="34" charset="-122"/>
                <a:ea typeface="微软雅黑" panose="020B0503020204020204" pitchFamily="34" charset="-122"/>
                <a:cs typeface="Noto Sans" pitchFamily="34" charset="-120"/>
              </a:rPr>
              <a:t>与</a:t>
            </a:r>
            <a:r>
              <a:rPr lang="en-US" altLang="zh-CN" sz="3200" b="1" dirty="0" err="1">
                <a:solidFill>
                  <a:srgbClr val="FFFFFF"/>
                </a:solidFill>
                <a:latin typeface="微软雅黑" panose="020B0503020204020204" pitchFamily="34" charset="-122"/>
                <a:ea typeface="微软雅黑" panose="020B0503020204020204" pitchFamily="34" charset="-122"/>
                <a:cs typeface="Noto Sans" pitchFamily="34" charset="-120"/>
              </a:rPr>
              <a:t>关键角色</a:t>
            </a:r>
            <a:endParaRPr lang="en-US" altLang="zh-CN" sz="3200" dirty="0">
              <a:latin typeface="微软雅黑" panose="020B0503020204020204" pitchFamily="34" charset="-122"/>
              <a:ea typeface="微软雅黑" panose="020B0503020204020204" pitchFamily="34" charset="-122"/>
            </a:endParaRPr>
          </a:p>
        </p:txBody>
      </p:sp>
      <p:pic>
        <p:nvPicPr>
          <p:cNvPr id="14" name="图片 13" descr="校标、校名-透空2"/>
          <p:cNvPicPr>
            <a:picLocks noChangeAspect="1"/>
          </p:cNvPicPr>
          <p:nvPr userDrawn="1">
            <p:custDataLst>
              <p:tags r:id="rId3"/>
            </p:custDataLst>
          </p:nvPr>
        </p:nvPicPr>
        <p:blipFill>
          <a:blip r:embed="rId7"/>
          <a:stretch>
            <a:fillRect/>
          </a:stretch>
        </p:blipFill>
        <p:spPr>
          <a:xfrm>
            <a:off x="231458" y="293847"/>
            <a:ext cx="1080000" cy="345977"/>
          </a:xfrm>
          <a:prstGeom prst="rect">
            <a:avLst/>
          </a:prstGeom>
          <a:noFill/>
          <a:effectLst>
            <a:outerShdw blurRad="12700" dist="25400" dir="2700000" sx="99000" sy="99000" algn="tl" rotWithShape="0">
              <a:prstClr val="black">
                <a:alpha val="25000"/>
              </a:prstClr>
            </a:outerShdw>
          </a:effectLst>
        </p:spPr>
      </p:pic>
      <p:pic>
        <p:nvPicPr>
          <p:cNvPr id="15" name="图片 14" descr="底图-11"/>
          <p:cNvPicPr>
            <a:picLocks noChangeAspect="1"/>
          </p:cNvPicPr>
          <p:nvPr>
            <p:custDataLst>
              <p:tags r:id="rId4"/>
            </p:custDataLst>
          </p:nvPr>
        </p:nvPicPr>
        <p:blipFill>
          <a:blip r:embed="rId8"/>
          <a:stretch>
            <a:fillRect/>
          </a:stretch>
        </p:blipFill>
        <p:spPr>
          <a:xfrm>
            <a:off x="6452711" y="172403"/>
            <a:ext cx="1403033" cy="588645"/>
          </a:xfrm>
          <a:prstGeom prst="rect">
            <a:avLst/>
          </a:prstGeom>
          <a:effectLst>
            <a:outerShdw blurRad="50800" dist="12700" dir="2700000" algn="tl" rotWithShape="0">
              <a:prstClr val="black">
                <a:alpha val="40000"/>
              </a:prstClr>
            </a:outerShdw>
          </a:effectLst>
        </p:spPr>
      </p:pic>
      <p:pic>
        <p:nvPicPr>
          <p:cNvPr id="16" name="图片 15" descr="未标题-2_画板 1"/>
          <p:cNvPicPr>
            <a:picLocks noChangeAspect="1"/>
          </p:cNvPicPr>
          <p:nvPr>
            <p:custDataLst>
              <p:tags r:id="rId5"/>
            </p:custDataLst>
          </p:nvPr>
        </p:nvPicPr>
        <p:blipFill>
          <a:blip r:embed="rId9"/>
          <a:stretch>
            <a:fillRect/>
          </a:stretch>
        </p:blipFill>
        <p:spPr>
          <a:xfrm>
            <a:off x="7660957" y="272415"/>
            <a:ext cx="1403033" cy="423863"/>
          </a:xfrm>
          <a:prstGeom prst="rect">
            <a:avLst/>
          </a:prstGeom>
          <a:effectLst>
            <a:outerShdw blurRad="50800" dist="12700" dir="2700000" algn="tl" rotWithShape="0">
              <a:prstClr val="black">
                <a:alpha val="40000"/>
              </a:prstClr>
            </a:outerShdw>
          </a:effectLst>
        </p:spPr>
      </p:pic>
      <p:sp>
        <p:nvSpPr>
          <p:cNvPr id="6" name="文本框 6">
            <a:extLst>
              <a:ext uri="{FF2B5EF4-FFF2-40B4-BE49-F238E27FC236}">
                <a16:creationId xmlns:a16="http://schemas.microsoft.com/office/drawing/2014/main" id="{ECDE39BB-5683-484E-A547-F0950042B68E}"/>
              </a:ext>
            </a:extLst>
          </p:cNvPr>
          <p:cNvSpPr txBox="1"/>
          <p:nvPr/>
        </p:nvSpPr>
        <p:spPr>
          <a:xfrm>
            <a:off x="3118326" y="3398510"/>
            <a:ext cx="3334385" cy="907428"/>
          </a:xfrm>
          <a:prstGeom prst="rect">
            <a:avLst/>
          </a:prstGeom>
          <a:noFill/>
        </p:spPr>
        <p:txBody>
          <a:bodyPr wrap="square"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0"/>
              </a:spcAft>
              <a:buClrTx/>
              <a:buSzTx/>
              <a:buFontTx/>
              <a:buNone/>
              <a:defRPr/>
            </a:pPr>
            <a:r>
              <a:rPr lang="zh-CN" altLang="en-US" sz="2000" b="1" noProof="0" dirty="0">
                <a:solidFill>
                  <a:schemeClr val="bg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思源黑体 CN Normal" panose="020B0400000000000000" charset="-122"/>
                <a:sym typeface="+mn-ea"/>
              </a:rPr>
              <a:t>方炫入</a:t>
            </a:r>
            <a:endParaRPr lang="en-US" altLang="zh-CN" sz="2000" b="1" noProof="0" dirty="0">
              <a:solidFill>
                <a:schemeClr val="bg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思源黑体 CN Normal" panose="020B0400000000000000" charset="-122"/>
              <a:sym typeface="+mn-ea"/>
            </a:endParaRPr>
          </a:p>
          <a:p>
            <a:pPr marL="0" marR="0" lvl="0" indent="0" algn="l" defTabSz="914400" rtl="0" eaLnBrk="1" fontAlgn="auto" latinLnBrk="0" hangingPunct="1">
              <a:lnSpc>
                <a:spcPct val="140000"/>
              </a:lnSpc>
              <a:spcBef>
                <a:spcPts val="0"/>
              </a:spcBef>
              <a:spcAft>
                <a:spcPts val="0"/>
              </a:spcAft>
              <a:buClrTx/>
              <a:buSzTx/>
              <a:buFontTx/>
              <a:buNone/>
              <a:defRPr/>
            </a:pP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思源黑体 CN Normal" panose="020B0400000000000000" charset="-122"/>
                <a:sym typeface="+mn-ea"/>
              </a:rPr>
              <a:t>2025</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思源黑体 CN Normal" panose="020B0400000000000000" charset="-122"/>
                <a:sym typeface="+mn-ea"/>
              </a:rPr>
              <a:t>年</a:t>
            </a:r>
            <a:r>
              <a:rPr lang="en-US" altLang="zh-CN"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思源黑体 CN Normal" panose="020B0400000000000000" charset="-122"/>
                <a:sym typeface="+mn-ea"/>
              </a:rPr>
              <a:t>8</a:t>
            </a: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思源黑体 CN Normal" panose="020B0400000000000000" charset="-122"/>
                <a:sym typeface="+mn-ea"/>
              </a:rPr>
              <a:t>月</a:t>
            </a:r>
            <a:endParaRPr lang="zh-CN" altLang="en-US" sz="2000" b="1" noProof="0" dirty="0">
              <a:solidFill>
                <a:schemeClr val="bg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思源黑体 CN Normal" panose="020B0400000000000000" charset="-122"/>
              <a:sym typeface="+mn-ea"/>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52000">
              <a:srgbClr val="586FA3"/>
            </a:gs>
            <a:gs pos="0">
              <a:srgbClr val="515983"/>
            </a:gs>
            <a:gs pos="100000">
              <a:srgbClr val="5F85C3"/>
            </a:gs>
          </a:gsLst>
          <a:lin ang="18600000" scaled="0"/>
        </a:gradFill>
        <a:effectLst/>
      </p:bgPr>
    </p:bg>
    <p:spTree>
      <p:nvGrpSpPr>
        <p:cNvPr id="1" name=""/>
        <p:cNvGrpSpPr/>
        <p:nvPr/>
      </p:nvGrpSpPr>
      <p:grpSpPr>
        <a:xfrm>
          <a:off x="0" y="0"/>
          <a:ext cx="0" cy="0"/>
          <a:chOff x="0" y="0"/>
          <a:chExt cx="0" cy="0"/>
        </a:xfrm>
      </p:grpSpPr>
      <p:sp>
        <p:nvSpPr>
          <p:cNvPr id="2" name="文本占位符 1"/>
          <p:cNvSpPr>
            <a:spLocks noGrp="1"/>
          </p:cNvSpPr>
          <p:nvPr>
            <p:ph type="body" idx="5"/>
            <p:custDataLst>
              <p:tags r:id="rId2"/>
            </p:custDataLst>
          </p:nvPr>
        </p:nvSpPr>
        <p:spPr/>
        <p:txBody>
          <a:bodyPr/>
          <a:lstStyle/>
          <a:p>
            <a:r>
              <a:rPr lang="zh-CN" altLang="en-US">
                <a:ln>
                  <a:gradFill>
                    <a:gsLst>
                      <a:gs pos="19000">
                        <a:schemeClr val="bg1">
                          <a:alpha val="0"/>
                        </a:schemeClr>
                      </a:gs>
                      <a:gs pos="74000">
                        <a:srgbClr val="FAFAFA">
                          <a:alpha val="100000"/>
                        </a:srgbClr>
                      </a:gs>
                    </a:gsLst>
                    <a:lin ang="16200000" scaled="0"/>
                  </a:gradFill>
                </a:ln>
              </a:rPr>
              <a:t>CONTENTS</a:t>
            </a:r>
          </a:p>
        </p:txBody>
      </p:sp>
      <p:sp>
        <p:nvSpPr>
          <p:cNvPr id="79" name="圆角矩形 78"/>
          <p:cNvSpPr/>
          <p:nvPr>
            <p:custDataLst>
              <p:tags r:id="rId3"/>
            </p:custDataLst>
          </p:nvPr>
        </p:nvSpPr>
        <p:spPr>
          <a:xfrm>
            <a:off x="4351973" y="638652"/>
            <a:ext cx="4050030" cy="648176"/>
          </a:xfrm>
          <a:prstGeom prst="roundRect">
            <a:avLst>
              <a:gd name="adj" fmla="val 0"/>
            </a:avLst>
          </a:prstGeom>
          <a:gradFill>
            <a:gsLst>
              <a:gs pos="0">
                <a:srgbClr val="93B3D8">
                  <a:alpha val="55000"/>
                </a:srgbClr>
              </a:gs>
              <a:gs pos="80000">
                <a:srgbClr val="BEBEBE">
                  <a:alpha val="0"/>
                </a:srgbClr>
              </a:gs>
            </a:gsLst>
            <a:lin ang="0" scaled="0"/>
          </a:gradFill>
          <a:ln w="6350">
            <a:gradFill>
              <a:gsLst>
                <a:gs pos="0">
                  <a:srgbClr val="93B3D8"/>
                </a:gs>
                <a:gs pos="65000">
                  <a:srgbClr val="93B3D8">
                    <a:alpha val="0"/>
                  </a:srgb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defTabSz="685800"/>
            <a:endParaRPr lang="zh-CN" altLang="en-US" sz="1350">
              <a:solidFill>
                <a:prstClr val="white"/>
              </a:solidFill>
              <a:latin typeface="Arial"/>
              <a:ea typeface="微软雅黑"/>
              <a:cs typeface="微软雅黑" panose="020B0503020204020204" charset="-122"/>
            </a:endParaRPr>
          </a:p>
        </p:txBody>
      </p:sp>
      <p:sp>
        <p:nvSpPr>
          <p:cNvPr id="15" name="序号"/>
          <p:cNvSpPr txBox="1"/>
          <p:nvPr>
            <p:custDataLst>
              <p:tags r:id="rId4"/>
            </p:custDataLst>
          </p:nvPr>
        </p:nvSpPr>
        <p:spPr>
          <a:xfrm>
            <a:off x="4506754" y="763905"/>
            <a:ext cx="2423426" cy="522923"/>
          </a:xfrm>
          <a:prstGeom prst="rect">
            <a:avLst/>
          </a:prstGeom>
          <a:noFill/>
        </p:spPr>
        <p:txBody>
          <a:bodyPr wrap="square" lIns="68580" tIns="34290" rIns="68580" bIns="34290" rtlCol="0" anchor="ctr" anchorCtr="0">
            <a:normAutofit/>
          </a:bodyPr>
          <a:lstStyle/>
          <a:p>
            <a:pPr defTabSz="685800"/>
            <a:r>
              <a:rPr lang="zh-CN" altLang="en-US" sz="1500" b="1" dirty="0">
                <a:solidFill>
                  <a:prstClr val="white"/>
                </a:solidFill>
                <a:latin typeface="微软雅黑"/>
                <a:ea typeface="微软雅黑"/>
                <a:sym typeface="+mn-ea"/>
              </a:rPr>
              <a:t>第</a:t>
            </a:r>
            <a:r>
              <a:rPr lang="en-US" altLang="zh-CN" sz="1500" b="1" dirty="0">
                <a:solidFill>
                  <a:prstClr val="white"/>
                </a:solidFill>
                <a:latin typeface="微软雅黑"/>
                <a:ea typeface="微软雅黑"/>
                <a:sym typeface="+mn-ea"/>
              </a:rPr>
              <a:t>5</a:t>
            </a:r>
            <a:r>
              <a:rPr lang="zh-CN" altLang="en-US" sz="1500" b="1" dirty="0">
                <a:solidFill>
                  <a:prstClr val="white"/>
                </a:solidFill>
                <a:latin typeface="微软雅黑"/>
                <a:ea typeface="微软雅黑"/>
                <a:sym typeface="+mn-ea"/>
              </a:rPr>
              <a:t>章 </a:t>
            </a:r>
            <a:r>
              <a:rPr lang="zh-CN" altLang="en-US" sz="1500" b="1" dirty="0">
                <a:solidFill>
                  <a:prstClr val="white"/>
                </a:solidFill>
                <a:latin typeface="微软雅黑"/>
                <a:cs typeface="微软雅黑" panose="020B0503020204020204" charset="-122"/>
                <a:sym typeface="+mn-ea"/>
              </a:rPr>
              <a:t>项目实施过程</a:t>
            </a:r>
            <a:endParaRPr lang="en-US" altLang="zh-CN" sz="1500" b="1" dirty="0">
              <a:solidFill>
                <a:prstClr val="white"/>
              </a:solidFill>
              <a:latin typeface="微软雅黑"/>
              <a:cs typeface="微软雅黑" panose="020B0503020204020204" charset="-122"/>
              <a:sym typeface="+mn-ea"/>
            </a:endParaRPr>
          </a:p>
          <a:p>
            <a:pPr defTabSz="685800"/>
            <a:endParaRPr lang="en-US" altLang="zh-CN" sz="1500" b="1" dirty="0">
              <a:solidFill>
                <a:prstClr val="white"/>
              </a:solidFill>
              <a:latin typeface="微软雅黑"/>
              <a:ea typeface="微软雅黑"/>
              <a:sym typeface="+mn-ea"/>
            </a:endParaRPr>
          </a:p>
        </p:txBody>
      </p:sp>
      <p:sp>
        <p:nvSpPr>
          <p:cNvPr id="10" name="圆角矩形 9"/>
          <p:cNvSpPr/>
          <p:nvPr>
            <p:custDataLst>
              <p:tags r:id="rId5"/>
            </p:custDataLst>
          </p:nvPr>
        </p:nvSpPr>
        <p:spPr>
          <a:xfrm>
            <a:off x="4351973" y="1983106"/>
            <a:ext cx="4050030" cy="648176"/>
          </a:xfrm>
          <a:prstGeom prst="roundRect">
            <a:avLst>
              <a:gd name="adj" fmla="val 0"/>
            </a:avLst>
          </a:prstGeom>
          <a:gradFill>
            <a:gsLst>
              <a:gs pos="0">
                <a:srgbClr val="93B3D8">
                  <a:alpha val="55000"/>
                </a:srgbClr>
              </a:gs>
              <a:gs pos="80000">
                <a:srgbClr val="BEBEBE">
                  <a:alpha val="0"/>
                </a:srgbClr>
              </a:gs>
            </a:gsLst>
            <a:lin ang="0" scaled="0"/>
          </a:gradFill>
          <a:ln w="6350">
            <a:gradFill>
              <a:gsLst>
                <a:gs pos="0">
                  <a:srgbClr val="93B3D8"/>
                </a:gs>
                <a:gs pos="65000">
                  <a:srgbClr val="93B3D8">
                    <a:alpha val="0"/>
                  </a:srgb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defTabSz="685800"/>
            <a:endParaRPr lang="zh-CN" altLang="en-US" sz="1350">
              <a:solidFill>
                <a:prstClr val="white"/>
              </a:solidFill>
              <a:latin typeface="Arial"/>
              <a:ea typeface="微软雅黑"/>
              <a:cs typeface="微软雅黑" panose="020B0503020204020204" charset="-122"/>
            </a:endParaRPr>
          </a:p>
        </p:txBody>
      </p:sp>
      <p:sp>
        <p:nvSpPr>
          <p:cNvPr id="11" name="序号"/>
          <p:cNvSpPr txBox="1"/>
          <p:nvPr>
            <p:custDataLst>
              <p:tags r:id="rId6"/>
            </p:custDataLst>
          </p:nvPr>
        </p:nvSpPr>
        <p:spPr>
          <a:xfrm>
            <a:off x="4506754" y="2139553"/>
            <a:ext cx="2736692" cy="522923"/>
          </a:xfrm>
          <a:prstGeom prst="rect">
            <a:avLst/>
          </a:prstGeom>
          <a:noFill/>
        </p:spPr>
        <p:txBody>
          <a:bodyPr wrap="square" lIns="68580" tIns="34290" rIns="68580" bIns="34290" rtlCol="0" anchor="ctr" anchorCtr="0">
            <a:normAutofit/>
          </a:bodyPr>
          <a:lstStyle/>
          <a:p>
            <a:pPr defTabSz="685800"/>
            <a:r>
              <a:rPr lang="zh-CN" altLang="en-US" sz="1500" b="1" dirty="0">
                <a:solidFill>
                  <a:prstClr val="white"/>
                </a:solidFill>
                <a:latin typeface="微软雅黑"/>
                <a:ea typeface="微软雅黑"/>
                <a:sym typeface="+mn-ea"/>
              </a:rPr>
              <a:t>第</a:t>
            </a:r>
            <a:r>
              <a:rPr lang="en-US" altLang="zh-CN" sz="1500" b="1" dirty="0">
                <a:solidFill>
                  <a:prstClr val="white"/>
                </a:solidFill>
                <a:latin typeface="微软雅黑"/>
                <a:ea typeface="微软雅黑"/>
                <a:sym typeface="+mn-ea"/>
              </a:rPr>
              <a:t>6</a:t>
            </a:r>
            <a:r>
              <a:rPr lang="zh-CN" altLang="en-US" sz="1500" b="1" dirty="0">
                <a:solidFill>
                  <a:prstClr val="white"/>
                </a:solidFill>
                <a:latin typeface="微软雅黑"/>
                <a:ea typeface="微软雅黑"/>
                <a:sym typeface="+mn-ea"/>
              </a:rPr>
              <a:t>章 </a:t>
            </a:r>
            <a:r>
              <a:rPr lang="zh-CN" altLang="en-US" sz="1500" b="1" dirty="0">
                <a:solidFill>
                  <a:prstClr val="white"/>
                </a:solidFill>
                <a:latin typeface="微软雅黑"/>
                <a:cs typeface="微软雅黑" panose="020B0503020204020204" charset="-122"/>
                <a:sym typeface="+mn-ea"/>
              </a:rPr>
              <a:t>项目组织与关键角色</a:t>
            </a:r>
            <a:endParaRPr lang="en-US" altLang="zh-CN" sz="1500" b="1" dirty="0">
              <a:solidFill>
                <a:prstClr val="white"/>
              </a:solidFill>
              <a:latin typeface="微软雅黑"/>
              <a:cs typeface="微软雅黑" panose="020B0503020204020204" charset="-122"/>
              <a:sym typeface="+mn-ea"/>
            </a:endParaRPr>
          </a:p>
          <a:p>
            <a:pPr algn="r" defTabSz="685800"/>
            <a:endParaRPr lang="en-US" altLang="zh-CN" sz="1500" b="1" dirty="0">
              <a:solidFill>
                <a:prstClr val="white"/>
              </a:solidFill>
              <a:latin typeface="微软雅黑"/>
              <a:ea typeface="微软雅黑"/>
              <a:sym typeface="+mn-ea"/>
            </a:endParaRPr>
          </a:p>
        </p:txBody>
      </p:sp>
      <p:sp>
        <p:nvSpPr>
          <p:cNvPr id="20" name="序号"/>
          <p:cNvSpPr txBox="1"/>
          <p:nvPr>
            <p:custDataLst>
              <p:tags r:id="rId7"/>
            </p:custDataLst>
          </p:nvPr>
        </p:nvSpPr>
        <p:spPr>
          <a:xfrm>
            <a:off x="4506754" y="3390424"/>
            <a:ext cx="603409" cy="522923"/>
          </a:xfrm>
          <a:prstGeom prst="rect">
            <a:avLst/>
          </a:prstGeom>
          <a:noFill/>
        </p:spPr>
        <p:txBody>
          <a:bodyPr wrap="square" lIns="68580" tIns="34290" rIns="68580" bIns="34290" rtlCol="0" anchor="ctr" anchorCtr="0">
            <a:normAutofit/>
          </a:bodyPr>
          <a:lstStyle/>
          <a:p>
            <a:pPr algn="r" defTabSz="685800"/>
            <a:endParaRPr lang="en-US" altLang="zh-CN" b="1" dirty="0">
              <a:solidFill>
                <a:prstClr val="white"/>
              </a:solidFill>
              <a:latin typeface="微软雅黑"/>
              <a:ea typeface="微软雅黑"/>
              <a:cs typeface="微软雅黑" panose="020B0503020204020204" charset="-122"/>
              <a:sym typeface="+mn-ea"/>
            </a:endParaRPr>
          </a:p>
        </p:txBody>
      </p:sp>
      <p:pic>
        <p:nvPicPr>
          <p:cNvPr id="4" name="图片 3" descr="刘斌-鼓楼-北园与紫峰"/>
          <p:cNvPicPr>
            <a:picLocks noChangeAspect="1"/>
          </p:cNvPicPr>
          <p:nvPr/>
        </p:nvPicPr>
        <p:blipFill>
          <a:blip r:embed="rId14"/>
          <a:srcRect l="50506" r="10342"/>
          <a:stretch>
            <a:fillRect/>
          </a:stretch>
        </p:blipFill>
        <p:spPr>
          <a:xfrm>
            <a:off x="1" y="0"/>
            <a:ext cx="3023711" cy="5143500"/>
          </a:xfrm>
          <a:prstGeom prst="rect">
            <a:avLst/>
          </a:prstGeom>
        </p:spPr>
      </p:pic>
      <p:sp>
        <p:nvSpPr>
          <p:cNvPr id="8" name="矩形 7"/>
          <p:cNvSpPr/>
          <p:nvPr>
            <p:custDataLst>
              <p:tags r:id="rId8"/>
            </p:custDataLst>
          </p:nvPr>
        </p:nvSpPr>
        <p:spPr>
          <a:xfrm>
            <a:off x="0" y="98"/>
            <a:ext cx="3034665" cy="5143500"/>
          </a:xfrm>
          <a:prstGeom prst="rect">
            <a:avLst/>
          </a:prstGeom>
          <a:gradFill>
            <a:gsLst>
              <a:gs pos="0">
                <a:srgbClr val="7B97BC">
                  <a:alpha val="0"/>
                </a:srgbClr>
              </a:gs>
              <a:gs pos="100000">
                <a:srgbClr val="515983"/>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defTabSz="685800"/>
            <a:endParaRPr lang="zh-CN" altLang="en-US" sz="1350">
              <a:solidFill>
                <a:prstClr val="white"/>
              </a:solidFill>
              <a:latin typeface="Arial"/>
              <a:ea typeface="微软雅黑"/>
              <a:cs typeface="微软雅黑" panose="020B0503020204020204" charset="-122"/>
            </a:endParaRPr>
          </a:p>
        </p:txBody>
      </p:sp>
      <p:sp>
        <p:nvSpPr>
          <p:cNvPr id="3" name="标题 2"/>
          <p:cNvSpPr>
            <a:spLocks noGrp="1"/>
          </p:cNvSpPr>
          <p:nvPr>
            <p:ph type="title" idx="4"/>
            <p:custDataLst>
              <p:tags r:id="rId9"/>
            </p:custDataLst>
          </p:nvPr>
        </p:nvSpPr>
        <p:spPr/>
        <p:txBody>
          <a:bodyPr/>
          <a:lstStyle/>
          <a:p>
            <a:r>
              <a:rPr lang="zh-CN" altLang="en-US" dirty="0">
                <a:solidFill>
                  <a:schemeClr val="bg1"/>
                </a:solidFill>
                <a:effectLst>
                  <a:outerShdw blurRad="38100" dist="38100" dir="2700000" algn="tl">
                    <a:srgbClr val="000000">
                      <a:alpha val="43137"/>
                    </a:srgbClr>
                  </a:outerShdw>
                </a:effectLst>
              </a:rPr>
              <a:t>目录</a:t>
            </a:r>
          </a:p>
        </p:txBody>
      </p:sp>
      <p:pic>
        <p:nvPicPr>
          <p:cNvPr id="22" name="图片 21" descr="建筑_画板 1"/>
          <p:cNvPicPr>
            <a:picLocks noChangeAspect="1"/>
          </p:cNvPicPr>
          <p:nvPr>
            <p:custDataLst>
              <p:tags r:id="rId10"/>
            </p:custDataLst>
          </p:nvPr>
        </p:nvPicPr>
        <p:blipFill>
          <a:blip r:embed="rId15">
            <a:alphaModFix amt="59000"/>
          </a:blip>
          <a:stretch>
            <a:fillRect/>
          </a:stretch>
        </p:blipFill>
        <p:spPr>
          <a:xfrm>
            <a:off x="7772400" y="4400551"/>
            <a:ext cx="1363345" cy="654050"/>
          </a:xfrm>
          <a:prstGeom prst="rect">
            <a:avLst/>
          </a:prstGeom>
        </p:spPr>
      </p:pic>
      <p:pic>
        <p:nvPicPr>
          <p:cNvPr id="5" name="图片 4" descr="校标、校名-透空2"/>
          <p:cNvPicPr>
            <a:picLocks noChangeAspect="1"/>
          </p:cNvPicPr>
          <p:nvPr userDrawn="1">
            <p:custDataLst>
              <p:tags r:id="rId11"/>
            </p:custDataLst>
          </p:nvPr>
        </p:nvPicPr>
        <p:blipFill>
          <a:blip r:embed="rId16"/>
          <a:stretch>
            <a:fillRect/>
          </a:stretch>
        </p:blipFill>
        <p:spPr>
          <a:xfrm>
            <a:off x="7763828" y="217647"/>
            <a:ext cx="1080000" cy="345977"/>
          </a:xfrm>
          <a:prstGeom prst="rect">
            <a:avLst/>
          </a:prstGeom>
          <a:noFill/>
          <a:effectLst>
            <a:outerShdw blurRad="12700" dist="25400" dir="2700000" sx="99000" sy="99000" algn="tl" rotWithShape="0">
              <a:prstClr val="black">
                <a:alpha val="25000"/>
              </a:prstClr>
            </a:outerShdw>
          </a:effectLst>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
          <p:cNvPicPr>
            <a:picLocks noChangeAspect="1"/>
          </p:cNvPicPr>
          <p:nvPr/>
        </p:nvPicPr>
        <p:blipFill>
          <a:blip r:embed="rId13"/>
          <a:srcRect t="9498" b="6285"/>
          <a:stretch>
            <a:fillRect/>
          </a:stretch>
        </p:blipFill>
        <p:spPr>
          <a:xfrm>
            <a:off x="-8572" y="0"/>
            <a:ext cx="9160669" cy="5143500"/>
          </a:xfrm>
          <a:prstGeom prst="rect">
            <a:avLst/>
          </a:prstGeom>
        </p:spPr>
      </p:pic>
      <p:sp>
        <p:nvSpPr>
          <p:cNvPr id="2" name="矩形 1"/>
          <p:cNvSpPr/>
          <p:nvPr>
            <p:custDataLst>
              <p:tags r:id="rId2"/>
            </p:custDataLst>
          </p:nvPr>
        </p:nvSpPr>
        <p:spPr>
          <a:xfrm>
            <a:off x="-8097" y="-476"/>
            <a:ext cx="9160193" cy="5143976"/>
          </a:xfrm>
          <a:prstGeom prst="rect">
            <a:avLst/>
          </a:prstGeom>
          <a:solidFill>
            <a:schemeClr val="accent1">
              <a:lumMod val="40000"/>
              <a:lumOff val="6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zh-CN" altLang="en-US" sz="1013">
              <a:solidFill>
                <a:schemeClr val="lt1"/>
              </a:solidFill>
              <a:cs typeface="思源黑体 CN Normal" panose="020B0400000000000000" charset="-122"/>
            </a:endParaRPr>
          </a:p>
        </p:txBody>
      </p:sp>
      <p:sp>
        <p:nvSpPr>
          <p:cNvPr id="9" name="单圆角矩形 8"/>
          <p:cNvSpPr/>
          <p:nvPr>
            <p:custDataLst>
              <p:tags r:id="rId3"/>
            </p:custDataLst>
          </p:nvPr>
        </p:nvSpPr>
        <p:spPr>
          <a:xfrm>
            <a:off x="0" y="1857375"/>
            <a:ext cx="9144000" cy="1431608"/>
          </a:xfrm>
          <a:prstGeom prst="round1Rect">
            <a:avLst>
              <a:gd name="adj" fmla="val 0"/>
            </a:avLst>
          </a:prstGeom>
          <a:solidFill>
            <a:srgbClr val="5F85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zh-CN" altLang="en-US" sz="1013">
              <a:solidFill>
                <a:schemeClr val="lt1"/>
              </a:solidFill>
              <a:cs typeface="思源黑体 CN Normal" panose="020B0400000000000000" charset="-122"/>
            </a:endParaRPr>
          </a:p>
        </p:txBody>
      </p:sp>
      <p:sp>
        <p:nvSpPr>
          <p:cNvPr id="5" name="单圆角矩形 4"/>
          <p:cNvSpPr/>
          <p:nvPr>
            <p:custDataLst>
              <p:tags r:id="rId4"/>
            </p:custDataLst>
          </p:nvPr>
        </p:nvSpPr>
        <p:spPr>
          <a:xfrm>
            <a:off x="169546" y="1857375"/>
            <a:ext cx="5305901" cy="1431608"/>
          </a:xfrm>
          <a:prstGeom prst="round1Rect">
            <a:avLst>
              <a:gd name="adj" fmla="val 0"/>
            </a:avLst>
          </a:prstGeom>
          <a:solidFill>
            <a:srgbClr val="5159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zh-CN" altLang="en-US" sz="1013">
              <a:solidFill>
                <a:schemeClr val="lt1"/>
              </a:solidFill>
              <a:cs typeface="思源黑体 CN Normal" panose="020B0400000000000000" charset="-122"/>
            </a:endParaRPr>
          </a:p>
        </p:txBody>
      </p:sp>
      <p:pic>
        <p:nvPicPr>
          <p:cNvPr id="3" name="图片 2" descr="底图-04"/>
          <p:cNvPicPr>
            <a:picLocks noChangeAspect="1"/>
          </p:cNvPicPr>
          <p:nvPr>
            <p:custDataLst>
              <p:tags r:id="rId5"/>
            </p:custDataLst>
          </p:nvPr>
        </p:nvPicPr>
        <p:blipFill>
          <a:blip r:embed="rId14"/>
          <a:srcRect r="4676"/>
          <a:stretch>
            <a:fillRect/>
          </a:stretch>
        </p:blipFill>
        <p:spPr>
          <a:xfrm>
            <a:off x="267176" y="2155031"/>
            <a:ext cx="5204460" cy="1234440"/>
          </a:xfrm>
          <a:prstGeom prst="rect">
            <a:avLst/>
          </a:prstGeom>
        </p:spPr>
      </p:pic>
      <p:cxnSp>
        <p:nvCxnSpPr>
          <p:cNvPr id="7" name="直接连接符 6"/>
          <p:cNvCxnSpPr/>
          <p:nvPr>
            <p:custDataLst>
              <p:tags r:id="rId6"/>
            </p:custDataLst>
          </p:nvPr>
        </p:nvCxnSpPr>
        <p:spPr>
          <a:xfrm>
            <a:off x="1481853" y="2623185"/>
            <a:ext cx="1198721" cy="0"/>
          </a:xfrm>
          <a:prstGeom prst="line">
            <a:avLst/>
          </a:prstGeom>
          <a:ln w="63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17"/>
          <p:cNvSpPr txBox="1"/>
          <p:nvPr/>
        </p:nvSpPr>
        <p:spPr>
          <a:xfrm>
            <a:off x="1402123" y="2114703"/>
            <a:ext cx="2546985" cy="415498"/>
          </a:xfrm>
          <a:prstGeom prst="rect">
            <a:avLst/>
          </a:prstGeom>
          <a:noFill/>
          <a:ln w="9525">
            <a:noFill/>
          </a:ln>
        </p:spPr>
        <p:txBody>
          <a:bodyPr wrap="square" lIns="91440" tIns="45720" rIns="91440" bIns="45720" anchor="ctr" anchorCtr="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fontAlgn="ctr"/>
            <a:r>
              <a:rPr lang="zh-CN" altLang="en-US" sz="2100" b="1">
                <a:solidFill>
                  <a:schemeClr val="bg1"/>
                </a:solidFill>
                <a:latin typeface="微软雅黑"/>
                <a:ea typeface="微软雅黑"/>
                <a:cs typeface="思源黑体 CN Normal" panose="020B0400000000000000" charset="-122"/>
              </a:rPr>
              <a:t>项目实施过程</a:t>
            </a:r>
          </a:p>
        </p:txBody>
      </p:sp>
      <p:sp>
        <p:nvSpPr>
          <p:cNvPr id="13" name="文本框 17"/>
          <p:cNvSpPr txBox="1"/>
          <p:nvPr>
            <p:custDataLst>
              <p:tags r:id="rId7"/>
            </p:custDataLst>
          </p:nvPr>
        </p:nvSpPr>
        <p:spPr>
          <a:xfrm>
            <a:off x="169545" y="2322867"/>
            <a:ext cx="1367790" cy="600164"/>
          </a:xfrm>
          <a:prstGeom prst="rect">
            <a:avLst/>
          </a:prstGeom>
          <a:noFill/>
          <a:ln w="9525">
            <a:noFill/>
          </a:ln>
        </p:spPr>
        <p:txBody>
          <a:bodyPr wrap="square" lIns="91440" tIns="45720" rIns="91440" bIns="45720" anchor="ctr" anchorCtr="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fontAlgn="ctr"/>
            <a:r>
              <a:rPr lang="zh-CN" altLang="en-US" sz="3300" b="1">
                <a:solidFill>
                  <a:schemeClr val="bg1"/>
                </a:solidFill>
                <a:latin typeface="微软雅黑"/>
                <a:ea typeface="微软雅黑"/>
                <a:cs typeface="思源黑体 CN Normal" panose="020B0400000000000000" charset="-122"/>
              </a:rPr>
              <a:t>章节5</a:t>
            </a:r>
            <a:endParaRPr lang="en-US" altLang="zh-CN" sz="3300" b="1">
              <a:solidFill>
                <a:schemeClr val="bg1"/>
              </a:solidFill>
              <a:latin typeface="微软雅黑"/>
              <a:ea typeface="微软雅黑"/>
              <a:cs typeface="思源黑体 CN Normal" panose="020B0400000000000000" charset="-122"/>
            </a:endParaRPr>
          </a:p>
        </p:txBody>
      </p:sp>
      <p:pic>
        <p:nvPicPr>
          <p:cNvPr id="11" name="图片 10" descr="6"/>
          <p:cNvPicPr>
            <a:picLocks noChangeAspect="1"/>
          </p:cNvPicPr>
          <p:nvPr>
            <p:custDataLst>
              <p:tags r:id="rId8"/>
            </p:custDataLst>
          </p:nvPr>
        </p:nvPicPr>
        <p:blipFill>
          <a:blip r:embed="rId13"/>
          <a:srcRect l="16441" r="16441"/>
          <a:stretch>
            <a:fillRect/>
          </a:stretch>
        </p:blipFill>
        <p:spPr>
          <a:xfrm>
            <a:off x="5471549" y="1220952"/>
            <a:ext cx="2700000" cy="2700000"/>
          </a:xfrm>
          <a:prstGeom prst="rect">
            <a:avLst/>
          </a:prstGeom>
        </p:spPr>
      </p:pic>
      <p:pic>
        <p:nvPicPr>
          <p:cNvPr id="14" name="图片 13" descr="校标、校名-透空2"/>
          <p:cNvPicPr>
            <a:picLocks noChangeAspect="1"/>
          </p:cNvPicPr>
          <p:nvPr userDrawn="1">
            <p:custDataLst>
              <p:tags r:id="rId9"/>
            </p:custDataLst>
          </p:nvPr>
        </p:nvPicPr>
        <p:blipFill>
          <a:blip r:embed="rId15"/>
          <a:stretch>
            <a:fillRect/>
          </a:stretch>
        </p:blipFill>
        <p:spPr>
          <a:xfrm>
            <a:off x="231458" y="293847"/>
            <a:ext cx="1080000" cy="345977"/>
          </a:xfrm>
          <a:prstGeom prst="rect">
            <a:avLst/>
          </a:prstGeom>
          <a:noFill/>
          <a:effectLst>
            <a:outerShdw blurRad="12700" dist="25400" dir="2700000" sx="99000" sy="99000" algn="tl" rotWithShape="0">
              <a:prstClr val="black">
                <a:alpha val="25000"/>
              </a:prstClr>
            </a:outerShdw>
          </a:effectLst>
        </p:spPr>
      </p:pic>
      <p:pic>
        <p:nvPicPr>
          <p:cNvPr id="15" name="图片 14" descr="底图-11"/>
          <p:cNvPicPr>
            <a:picLocks noChangeAspect="1"/>
          </p:cNvPicPr>
          <p:nvPr>
            <p:custDataLst>
              <p:tags r:id="rId10"/>
            </p:custDataLst>
          </p:nvPr>
        </p:nvPicPr>
        <p:blipFill>
          <a:blip r:embed="rId16"/>
          <a:stretch>
            <a:fillRect/>
          </a:stretch>
        </p:blipFill>
        <p:spPr>
          <a:xfrm>
            <a:off x="6452711" y="172403"/>
            <a:ext cx="1403033" cy="588645"/>
          </a:xfrm>
          <a:prstGeom prst="rect">
            <a:avLst/>
          </a:prstGeom>
          <a:effectLst>
            <a:outerShdw blurRad="50800" dist="12700" dir="2700000" algn="tl" rotWithShape="0">
              <a:prstClr val="black">
                <a:alpha val="40000"/>
              </a:prstClr>
            </a:outerShdw>
          </a:effectLst>
        </p:spPr>
      </p:pic>
      <p:pic>
        <p:nvPicPr>
          <p:cNvPr id="16" name="图片 15" descr="未标题-2_画板 1"/>
          <p:cNvPicPr>
            <a:picLocks noChangeAspect="1"/>
          </p:cNvPicPr>
          <p:nvPr>
            <p:custDataLst>
              <p:tags r:id="rId11"/>
            </p:custDataLst>
          </p:nvPr>
        </p:nvPicPr>
        <p:blipFill>
          <a:blip r:embed="rId17"/>
          <a:stretch>
            <a:fillRect/>
          </a:stretch>
        </p:blipFill>
        <p:spPr>
          <a:xfrm>
            <a:off x="7660957" y="272415"/>
            <a:ext cx="1403033" cy="423863"/>
          </a:xfrm>
          <a:prstGeom prst="rect">
            <a:avLst/>
          </a:prstGeom>
          <a:effectLst>
            <a:outerShdw blurRad="50800" dist="12700" dir="2700000" algn="tl" rotWithShape="0">
              <a:prstClr val="black">
                <a:alpha val="40000"/>
              </a:prstClr>
            </a:outerShdw>
          </a:effectLst>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椭圆 58"/>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p:cNvPicPr>
            <a:picLocks noChangeAspect="1"/>
          </p:cNvPicPr>
          <p:nvPr>
            <p:custDataLst>
              <p:tags r:id="rId4"/>
            </p:custDataLst>
          </p:nvPr>
        </p:nvPicPr>
        <p:blipFill>
          <a:blip r:embed="rId7">
            <a:alphaModFix amt="54000"/>
          </a:blip>
          <a:stretch>
            <a:fillRect/>
          </a:stretch>
        </p:blipFill>
        <p:spPr>
          <a:xfrm>
            <a:off x="7643813" y="137160"/>
            <a:ext cx="1584960" cy="611505"/>
          </a:xfrm>
          <a:prstGeom prst="rect">
            <a:avLst/>
          </a:prstGeom>
        </p:spPr>
      </p:pic>
      <p:sp>
        <p:nvSpPr>
          <p:cNvPr id="4" name="文本框 3"/>
          <p:cNvSpPr txBox="1"/>
          <p:nvPr>
            <p:custDataLst>
              <p:tags r:id="rId5"/>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第五章概述</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15" name="Text 3">
            <a:extLst>
              <a:ext uri="{FF2B5EF4-FFF2-40B4-BE49-F238E27FC236}">
                <a16:creationId xmlns:a16="http://schemas.microsoft.com/office/drawing/2014/main" id="{BEDDB79A-F342-2432-BDB4-BD5AD3DDB96F}"/>
              </a:ext>
            </a:extLst>
          </p:cNvPr>
          <p:cNvSpPr/>
          <p:nvPr/>
        </p:nvSpPr>
        <p:spPr>
          <a:xfrm>
            <a:off x="1250975" y="1212533"/>
            <a:ext cx="1038746"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itchFamily="34" charset="-120"/>
              </a:rPr>
              <a:t>章节内容简介</a:t>
            </a:r>
            <a:endParaRPr lang="en-US" sz="1350" dirty="0">
              <a:latin typeface="微软雅黑" panose="020B0503020204020204" pitchFamily="34" charset="-122"/>
              <a:ea typeface="微软雅黑" panose="020B0503020204020204" pitchFamily="34" charset="-122"/>
            </a:endParaRPr>
          </a:p>
        </p:txBody>
      </p:sp>
      <p:sp>
        <p:nvSpPr>
          <p:cNvPr id="24" name="Text 12">
            <a:extLst>
              <a:ext uri="{FF2B5EF4-FFF2-40B4-BE49-F238E27FC236}">
                <a16:creationId xmlns:a16="http://schemas.microsoft.com/office/drawing/2014/main" id="{98EA22A9-C222-6BFC-CB5C-160F5E59D730}"/>
              </a:ext>
            </a:extLst>
          </p:cNvPr>
          <p:cNvSpPr/>
          <p:nvPr/>
        </p:nvSpPr>
        <p:spPr>
          <a:xfrm>
            <a:off x="1250975" y="2800376"/>
            <a:ext cx="1211870"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itchFamily="34" charset="-120"/>
              </a:rPr>
              <a:t>主要知识点概览</a:t>
            </a:r>
            <a:endParaRPr lang="en-US" sz="1350" dirty="0">
              <a:latin typeface="微软雅黑" panose="020B0503020204020204" pitchFamily="34" charset="-122"/>
              <a:ea typeface="微软雅黑" panose="020B0503020204020204" pitchFamily="34" charset="-122"/>
            </a:endParaRPr>
          </a:p>
        </p:txBody>
      </p:sp>
      <p:sp>
        <p:nvSpPr>
          <p:cNvPr id="34" name="Text 18">
            <a:extLst>
              <a:ext uri="{FF2B5EF4-FFF2-40B4-BE49-F238E27FC236}">
                <a16:creationId xmlns:a16="http://schemas.microsoft.com/office/drawing/2014/main" id="{ECA9BF1D-3152-347B-D615-8412ADEB7E77}"/>
              </a:ext>
            </a:extLst>
          </p:cNvPr>
          <p:cNvSpPr/>
          <p:nvPr/>
        </p:nvSpPr>
        <p:spPr>
          <a:xfrm>
            <a:off x="5508960" y="1212533"/>
            <a:ext cx="1038746"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微软雅黑" panose="020B0503020204020204" pitchFamily="34" charset="-122"/>
                <a:ea typeface="微软雅黑" panose="020B0503020204020204" pitchFamily="34" charset="-122"/>
                <a:cs typeface="Noto Sans" pitchFamily="34" charset="-120"/>
              </a:rPr>
              <a:t>知识体系覆盖</a:t>
            </a:r>
            <a:endParaRPr lang="en-US" sz="1350" dirty="0">
              <a:latin typeface="微软雅黑" panose="020B0503020204020204" pitchFamily="34" charset="-122"/>
              <a:ea typeface="微软雅黑" panose="020B0503020204020204" pitchFamily="34" charset="-122"/>
            </a:endParaRPr>
          </a:p>
        </p:txBody>
      </p:sp>
      <p:sp>
        <p:nvSpPr>
          <p:cNvPr id="52" name="Text 25">
            <a:extLst>
              <a:ext uri="{FF2B5EF4-FFF2-40B4-BE49-F238E27FC236}">
                <a16:creationId xmlns:a16="http://schemas.microsoft.com/office/drawing/2014/main" id="{817C63CF-377B-C1D7-6F3D-986909DA2FD0}"/>
              </a:ext>
            </a:extLst>
          </p:cNvPr>
          <p:cNvSpPr/>
          <p:nvPr/>
        </p:nvSpPr>
        <p:spPr>
          <a:xfrm>
            <a:off x="5508624" y="3339482"/>
            <a:ext cx="692497"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微软雅黑" panose="020B0503020204020204" pitchFamily="34" charset="-122"/>
                <a:ea typeface="微软雅黑" panose="020B0503020204020204" pitchFamily="34" charset="-122"/>
                <a:cs typeface="Noto Sans" pitchFamily="34" charset="-120"/>
              </a:rPr>
              <a:t>学习目标</a:t>
            </a:r>
            <a:endParaRPr lang="en-US" sz="1350" dirty="0">
              <a:latin typeface="微软雅黑" panose="020B0503020204020204" pitchFamily="34" charset="-122"/>
              <a:ea typeface="微软雅黑" panose="020B0503020204020204" pitchFamily="34" charset="-122"/>
            </a:endParaRPr>
          </a:p>
        </p:txBody>
      </p:sp>
      <p:pic>
        <p:nvPicPr>
          <p:cNvPr id="57" name="Image 10" descr="preencoded.png">
            <a:extLst>
              <a:ext uri="{FF2B5EF4-FFF2-40B4-BE49-F238E27FC236}">
                <a16:creationId xmlns:a16="http://schemas.microsoft.com/office/drawing/2014/main" id="{D6A65F68-109B-E795-0797-C273238C4F26}"/>
              </a:ext>
            </a:extLst>
          </p:cNvPr>
          <p:cNvPicPr>
            <a:picLocks noChangeAspect="1"/>
          </p:cNvPicPr>
          <p:nvPr/>
        </p:nvPicPr>
        <p:blipFill>
          <a:blip r:embed="rId8"/>
          <a:stretch>
            <a:fillRect/>
          </a:stretch>
        </p:blipFill>
        <p:spPr>
          <a:xfrm>
            <a:off x="5519378" y="3735180"/>
            <a:ext cx="142875" cy="142875"/>
          </a:xfrm>
          <a:prstGeom prst="rect">
            <a:avLst/>
          </a:prstGeom>
        </p:spPr>
      </p:pic>
      <p:sp>
        <p:nvSpPr>
          <p:cNvPr id="60" name="Text 26">
            <a:extLst>
              <a:ext uri="{FF2B5EF4-FFF2-40B4-BE49-F238E27FC236}">
                <a16:creationId xmlns:a16="http://schemas.microsoft.com/office/drawing/2014/main" id="{69A428A5-2F36-F98D-A76D-1F665B20461B}"/>
              </a:ext>
            </a:extLst>
          </p:cNvPr>
          <p:cNvSpPr/>
          <p:nvPr/>
        </p:nvSpPr>
        <p:spPr>
          <a:xfrm>
            <a:off x="5769409" y="3727747"/>
            <a:ext cx="3103414" cy="1184940"/>
          </a:xfrm>
          <a:prstGeom prst="rect">
            <a:avLst/>
          </a:prstGeom>
          <a:noFill/>
          <a:ln/>
        </p:spPr>
        <p:txBody>
          <a:bodyPr wrap="none" lIns="0" tIns="0" rIns="0" bIns="0" rtlCol="0" anchor="ctr">
            <a:spAutoFit/>
          </a:bodyPr>
          <a:lstStyle/>
          <a:p>
            <a:pPr marL="0" indent="0">
              <a:buNone/>
            </a:pPr>
            <a:r>
              <a:rPr lang="en-US" sz="1100" dirty="0" err="1">
                <a:latin typeface="微软雅黑" panose="020B0503020204020204" pitchFamily="34" charset="-122"/>
                <a:ea typeface="微软雅黑" panose="020B0503020204020204" pitchFamily="34" charset="-122"/>
                <a:cs typeface="Noto Sans" pitchFamily="34" charset="-120"/>
              </a:rPr>
              <a:t>理解不同知识体系对项目实施过程的定义与内涵</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0" indent="0">
              <a:buNone/>
            </a:pPr>
            <a:endParaRPr lang="en-US" sz="1100" dirty="0">
              <a:latin typeface="微软雅黑" panose="020B0503020204020204" pitchFamily="34" charset="-122"/>
              <a:ea typeface="微软雅黑" panose="020B0503020204020204" pitchFamily="34" charset="-122"/>
              <a:cs typeface="Noto Sans" pitchFamily="34" charset="-120"/>
            </a:endParaRPr>
          </a:p>
          <a:p>
            <a:r>
              <a:rPr lang="en-US" altLang="zh-CN" sz="1100" dirty="0" err="1">
                <a:latin typeface="微软雅黑" panose="020B0503020204020204" pitchFamily="34" charset="-122"/>
                <a:ea typeface="微软雅黑" panose="020B0503020204020204" pitchFamily="34" charset="-122"/>
                <a:cs typeface="Noto Sans" pitchFamily="34" charset="-120"/>
              </a:rPr>
              <a:t>掌握项目计划与监控的关键要素与技术方法</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endParaRPr>
          </a:p>
          <a:p>
            <a:pPr marL="0" indent="0">
              <a:buNone/>
            </a:pPr>
            <a:endParaRPr lang="en-US" sz="1100" dirty="0">
              <a:latin typeface="微软雅黑" panose="020B0503020204020204" pitchFamily="34" charset="-122"/>
              <a:ea typeface="微软雅黑" panose="020B0503020204020204" pitchFamily="34" charset="-122"/>
            </a:endParaRPr>
          </a:p>
          <a:p>
            <a:r>
              <a:rPr lang="en-US" altLang="zh-CN" sz="1100" dirty="0" err="1">
                <a:latin typeface="微软雅黑" panose="020B0503020204020204" pitchFamily="34" charset="-122"/>
                <a:ea typeface="微软雅黑" panose="020B0503020204020204" pitchFamily="34" charset="-122"/>
                <a:cs typeface="Noto Sans" pitchFamily="34" charset="-120"/>
              </a:rPr>
              <a:t>比较分析不同知识体系的异同点与应用场景</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endParaRPr>
          </a:p>
          <a:p>
            <a:pPr marL="0" indent="0">
              <a:buNone/>
            </a:pPr>
            <a:endParaRPr lang="en-US" sz="1100" dirty="0">
              <a:latin typeface="微软雅黑" panose="020B0503020204020204" pitchFamily="34" charset="-122"/>
              <a:ea typeface="微软雅黑" panose="020B0503020204020204" pitchFamily="34" charset="-122"/>
            </a:endParaRPr>
          </a:p>
          <a:p>
            <a:r>
              <a:rPr lang="en-US" altLang="zh-CN" sz="1100" dirty="0" err="1">
                <a:latin typeface="微软雅黑" panose="020B0503020204020204" pitchFamily="34" charset="-122"/>
                <a:ea typeface="微软雅黑" panose="020B0503020204020204" pitchFamily="34" charset="-122"/>
                <a:cs typeface="Noto Sans" pitchFamily="34" charset="-120"/>
              </a:rPr>
              <a:t>探讨项目实施过程中的理论与实践差距</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endParaRPr>
          </a:p>
        </p:txBody>
      </p:sp>
      <p:pic>
        <p:nvPicPr>
          <p:cNvPr id="61" name="Image 11" descr="preencoded.png">
            <a:extLst>
              <a:ext uri="{FF2B5EF4-FFF2-40B4-BE49-F238E27FC236}">
                <a16:creationId xmlns:a16="http://schemas.microsoft.com/office/drawing/2014/main" id="{832D15EA-B17A-E1E3-D7C1-B05D81A98E8D}"/>
              </a:ext>
            </a:extLst>
          </p:cNvPr>
          <p:cNvPicPr>
            <a:picLocks noChangeAspect="1"/>
          </p:cNvPicPr>
          <p:nvPr/>
        </p:nvPicPr>
        <p:blipFill>
          <a:blip r:embed="rId8"/>
          <a:stretch>
            <a:fillRect/>
          </a:stretch>
        </p:blipFill>
        <p:spPr>
          <a:xfrm>
            <a:off x="5519378" y="4054741"/>
            <a:ext cx="142875" cy="142875"/>
          </a:xfrm>
          <a:prstGeom prst="rect">
            <a:avLst/>
          </a:prstGeom>
        </p:spPr>
      </p:pic>
      <p:pic>
        <p:nvPicPr>
          <p:cNvPr id="63" name="Image 12" descr="preencoded.png">
            <a:extLst>
              <a:ext uri="{FF2B5EF4-FFF2-40B4-BE49-F238E27FC236}">
                <a16:creationId xmlns:a16="http://schemas.microsoft.com/office/drawing/2014/main" id="{0C3F91A8-620F-0829-D4F5-8C199A36AC7E}"/>
              </a:ext>
            </a:extLst>
          </p:cNvPr>
          <p:cNvPicPr>
            <a:picLocks noChangeAspect="1"/>
          </p:cNvPicPr>
          <p:nvPr/>
        </p:nvPicPr>
        <p:blipFill>
          <a:blip r:embed="rId8"/>
          <a:stretch>
            <a:fillRect/>
          </a:stretch>
        </p:blipFill>
        <p:spPr>
          <a:xfrm>
            <a:off x="5519378" y="4373916"/>
            <a:ext cx="142875" cy="142875"/>
          </a:xfrm>
          <a:prstGeom prst="rect">
            <a:avLst/>
          </a:prstGeom>
        </p:spPr>
      </p:pic>
      <p:pic>
        <p:nvPicPr>
          <p:cNvPr id="65" name="Image 13" descr="preencoded.png">
            <a:extLst>
              <a:ext uri="{FF2B5EF4-FFF2-40B4-BE49-F238E27FC236}">
                <a16:creationId xmlns:a16="http://schemas.microsoft.com/office/drawing/2014/main" id="{C6D9C6DC-D770-CB3E-BF00-E683C43FA7A9}"/>
              </a:ext>
            </a:extLst>
          </p:cNvPr>
          <p:cNvPicPr>
            <a:picLocks noChangeAspect="1"/>
          </p:cNvPicPr>
          <p:nvPr/>
        </p:nvPicPr>
        <p:blipFill>
          <a:blip r:embed="rId8"/>
          <a:stretch>
            <a:fillRect/>
          </a:stretch>
        </p:blipFill>
        <p:spPr>
          <a:xfrm>
            <a:off x="5511099" y="4721201"/>
            <a:ext cx="142875" cy="142875"/>
          </a:xfrm>
          <a:prstGeom prst="rect">
            <a:avLst/>
          </a:prstGeom>
        </p:spPr>
      </p:pic>
      <p:sp>
        <p:nvSpPr>
          <p:cNvPr id="9" name="Text 4">
            <a:extLst>
              <a:ext uri="{FF2B5EF4-FFF2-40B4-BE49-F238E27FC236}">
                <a16:creationId xmlns:a16="http://schemas.microsoft.com/office/drawing/2014/main" id="{A5948DB5-44D4-4C25-92B2-19BFE348BEEA}"/>
              </a:ext>
            </a:extLst>
          </p:cNvPr>
          <p:cNvSpPr/>
          <p:nvPr/>
        </p:nvSpPr>
        <p:spPr>
          <a:xfrm>
            <a:off x="1250975" y="1505695"/>
            <a:ext cx="4047166" cy="964623"/>
          </a:xfrm>
          <a:prstGeom prst="rect">
            <a:avLst/>
          </a:prstGeom>
          <a:noFill/>
          <a:ln/>
        </p:spPr>
        <p:txBody>
          <a:bodyPr wrap="square" lIns="0" tIns="0" rIns="0" bIns="0" rtlCol="0" anchor="ctr">
            <a:spAutoFit/>
          </a:bodyPr>
          <a:lstStyle/>
          <a:p>
            <a:pPr>
              <a:lnSpc>
                <a:spcPct val="200000"/>
              </a:lnSpc>
            </a:pPr>
            <a:r>
              <a:rPr lang="en-US" sz="1100" dirty="0" err="1">
                <a:latin typeface="微软雅黑" panose="020B0503020204020204" pitchFamily="34" charset="-122"/>
                <a:ea typeface="微软雅黑" panose="020B0503020204020204" pitchFamily="34" charset="-122"/>
                <a:cs typeface="Noto Sans" pitchFamily="34" charset="-120"/>
              </a:rPr>
              <a:t>第五章《项目实施过程》主要从</a:t>
            </a:r>
            <a:r>
              <a:rPr lang="en-US" sz="1100" dirty="0">
                <a:latin typeface="微软雅黑" panose="020B0503020204020204" pitchFamily="34" charset="-122"/>
                <a:ea typeface="微软雅黑" panose="020B0503020204020204" pitchFamily="34" charset="-122"/>
                <a:cs typeface="Noto Sans" pitchFamily="34" charset="-120"/>
              </a:rPr>
              <a:t> </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项目计划</a:t>
            </a:r>
            <a:r>
              <a:rPr lang="zh-CN" altLang="en-US" sz="1100" dirty="0">
                <a:latin typeface="微软雅黑" panose="020B0503020204020204" pitchFamily="34" charset="-122"/>
                <a:ea typeface="微软雅黑" panose="020B0503020204020204" pitchFamily="34" charset="-122"/>
                <a:cs typeface="Noto Sans" pitchFamily="34" charset="-120"/>
              </a:rPr>
              <a:t> 和 </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项目监控 </a:t>
            </a:r>
            <a:r>
              <a:rPr lang="zh-CN" altLang="en-US" sz="1100" dirty="0">
                <a:latin typeface="微软雅黑" panose="020B0503020204020204" pitchFamily="34" charset="-122"/>
                <a:ea typeface="微软雅黑" panose="020B0503020204020204" pitchFamily="34" charset="-122"/>
                <a:cs typeface="Noto Sans" pitchFamily="34" charset="-120"/>
              </a:rPr>
              <a:t>两个方面进行介绍，</a:t>
            </a:r>
            <a:r>
              <a:rPr lang="en-US" altLang="zh-CN" sz="1100" dirty="0" err="1">
                <a:latin typeface="微软雅黑" panose="020B0503020204020204" pitchFamily="34" charset="-122"/>
                <a:ea typeface="微软雅黑" panose="020B0503020204020204" pitchFamily="34" charset="-122"/>
                <a:cs typeface="Noto Sans" pitchFamily="34" charset="-120"/>
              </a:rPr>
              <a:t>系统梳理了不同项目管理知识体系对这两个核心环节的定义、内涵和实践方法</a:t>
            </a:r>
            <a:r>
              <a:rPr lang="en-US" altLang="zh-CN"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endParaRPr>
          </a:p>
        </p:txBody>
      </p:sp>
      <p:sp>
        <p:nvSpPr>
          <p:cNvPr id="10" name="Text 4">
            <a:extLst>
              <a:ext uri="{FF2B5EF4-FFF2-40B4-BE49-F238E27FC236}">
                <a16:creationId xmlns:a16="http://schemas.microsoft.com/office/drawing/2014/main" id="{2458F0D6-7218-9429-1DE9-430F38160B95}"/>
              </a:ext>
            </a:extLst>
          </p:cNvPr>
          <p:cNvSpPr/>
          <p:nvPr/>
        </p:nvSpPr>
        <p:spPr>
          <a:xfrm>
            <a:off x="1250975" y="3190931"/>
            <a:ext cx="3939590" cy="2001445"/>
          </a:xfrm>
          <a:prstGeom prst="rect">
            <a:avLst/>
          </a:prstGeom>
          <a:noFill/>
          <a:ln/>
        </p:spPr>
        <p:txBody>
          <a:bodyPr wrap="square" lIns="0" tIns="0" rIns="0" bIns="0" rtlCol="0" anchor="ctr">
            <a:spAutoFit/>
          </a:bodyPr>
          <a:lstStyle/>
          <a:p>
            <a:pPr marL="171450" indent="-171450">
              <a:lnSpc>
                <a:spcPct val="150000"/>
              </a:lnSpc>
              <a:buFont typeface="Arial" panose="020B0604020202020204" pitchFamily="34" charset="0"/>
              <a:buChar char="•"/>
            </a:pPr>
            <a:r>
              <a:rPr lang="en-US" altLang="zh-CN" sz="1100" dirty="0" err="1">
                <a:latin typeface="微软雅黑" panose="020B0503020204020204" pitchFamily="34" charset="-122"/>
                <a:ea typeface="微软雅黑" panose="020B0503020204020204" pitchFamily="34" charset="-122"/>
                <a:cs typeface="Noto Sans" pitchFamily="34" charset="-120"/>
              </a:rPr>
              <a:t>项目计划的概念、内涵与多元视角</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100" dirty="0" err="1">
                <a:latin typeface="微软雅黑" panose="020B0503020204020204" pitchFamily="34" charset="-122"/>
                <a:ea typeface="微软雅黑" panose="020B0503020204020204" pitchFamily="34" charset="-122"/>
                <a:cs typeface="Noto Sans" pitchFamily="34" charset="-120"/>
              </a:rPr>
              <a:t>项目计划的集成性、动态性与层级结构</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100" dirty="0" err="1">
                <a:latin typeface="微软雅黑" panose="020B0503020204020204" pitchFamily="34" charset="-122"/>
                <a:ea typeface="微软雅黑" panose="020B0503020204020204" pitchFamily="34" charset="-122"/>
                <a:cs typeface="Noto Sans" pitchFamily="34" charset="-120"/>
              </a:rPr>
              <a:t>项目监控的定义、范围与关键要素</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100" dirty="0" err="1">
                <a:latin typeface="微软雅黑" panose="020B0503020204020204" pitchFamily="34" charset="-122"/>
                <a:ea typeface="微软雅黑" panose="020B0503020204020204" pitchFamily="34" charset="-122"/>
                <a:cs typeface="Noto Sans" pitchFamily="34" charset="-120"/>
              </a:rPr>
              <a:t>项目监控的技术方法与多层级监控</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endParaRPr lang="en-US" altLang="zh-CN" sz="1100" dirty="0">
              <a:latin typeface="微软雅黑" panose="020B0503020204020204" pitchFamily="34" charset="-122"/>
              <a:ea typeface="微软雅黑" panose="020B0503020204020204" pitchFamily="34" charset="-122"/>
            </a:endParaRPr>
          </a:p>
        </p:txBody>
      </p:sp>
      <p:pic>
        <p:nvPicPr>
          <p:cNvPr id="2" name="Image 5" descr="preencoded.png">
            <a:extLst>
              <a:ext uri="{FF2B5EF4-FFF2-40B4-BE49-F238E27FC236}">
                <a16:creationId xmlns:a16="http://schemas.microsoft.com/office/drawing/2014/main" id="{09417781-1D4E-BADE-0E63-7EE0E252C34E}"/>
              </a:ext>
            </a:extLst>
          </p:cNvPr>
          <p:cNvPicPr>
            <a:picLocks noChangeAspect="1"/>
          </p:cNvPicPr>
          <p:nvPr/>
        </p:nvPicPr>
        <p:blipFill>
          <a:blip r:embed="rId9"/>
          <a:stretch>
            <a:fillRect/>
          </a:stretch>
        </p:blipFill>
        <p:spPr>
          <a:xfrm>
            <a:off x="5526819" y="1619980"/>
            <a:ext cx="125016" cy="142875"/>
          </a:xfrm>
          <a:prstGeom prst="rect">
            <a:avLst/>
          </a:prstGeom>
        </p:spPr>
      </p:pic>
      <p:sp>
        <p:nvSpPr>
          <p:cNvPr id="3" name="Text 19">
            <a:extLst>
              <a:ext uri="{FF2B5EF4-FFF2-40B4-BE49-F238E27FC236}">
                <a16:creationId xmlns:a16="http://schemas.microsoft.com/office/drawing/2014/main" id="{E964C512-108B-4066-B16F-185372EFB236}"/>
              </a:ext>
            </a:extLst>
          </p:cNvPr>
          <p:cNvSpPr/>
          <p:nvPr/>
        </p:nvSpPr>
        <p:spPr>
          <a:xfrm>
            <a:off x="5769409" y="1608256"/>
            <a:ext cx="1827423" cy="1523494"/>
          </a:xfrm>
          <a:prstGeom prst="rect">
            <a:avLst/>
          </a:prstGeom>
          <a:noFill/>
          <a:ln/>
        </p:spPr>
        <p:txBody>
          <a:bodyPr wrap="none" lIns="0" tIns="0" rIns="0" bIns="0" rtlCol="0" anchor="ctr">
            <a:spAutoFit/>
          </a:bodyPr>
          <a:lstStyle/>
          <a:p>
            <a:pPr marL="0" indent="0">
              <a:buNone/>
            </a:pPr>
            <a:r>
              <a:rPr lang="en-US" sz="1100" dirty="0" err="1">
                <a:solidFill>
                  <a:schemeClr val="tx2"/>
                </a:solidFill>
                <a:latin typeface="微软雅黑" panose="020B0503020204020204" pitchFamily="34" charset="-122"/>
                <a:ea typeface="微软雅黑" panose="020B0503020204020204" pitchFamily="34" charset="-122"/>
                <a:cs typeface="Noto Sans" pitchFamily="34" charset="-120"/>
              </a:rPr>
              <a:t>PMBOK指南</a:t>
            </a:r>
            <a:r>
              <a:rPr lang="en-US" sz="1100" dirty="0">
                <a:solidFill>
                  <a:schemeClr val="tx2"/>
                </a:solidFill>
                <a:latin typeface="微软雅黑" panose="020B0503020204020204" pitchFamily="34" charset="-122"/>
                <a:ea typeface="微软雅黑" panose="020B0503020204020204" pitchFamily="34" charset="-122"/>
                <a:cs typeface="Noto Sans" pitchFamily="34" charset="-120"/>
              </a:rPr>
              <a:t> (第6版与第7版)</a:t>
            </a:r>
          </a:p>
          <a:p>
            <a:pPr marL="0" indent="0">
              <a:buNone/>
            </a:pPr>
            <a:endParaRPr lang="en-US" sz="1100" dirty="0">
              <a:solidFill>
                <a:schemeClr val="tx2"/>
              </a:solidFill>
              <a:latin typeface="微软雅黑" panose="020B0503020204020204" pitchFamily="34" charset="-122"/>
              <a:ea typeface="微软雅黑" panose="020B0503020204020204" pitchFamily="34" charset="-122"/>
              <a:cs typeface="Noto Sans" pitchFamily="34" charset="-120"/>
            </a:endParaRPr>
          </a:p>
          <a:p>
            <a:r>
              <a:rPr lang="en-US" altLang="zh-CN" sz="1100" dirty="0">
                <a:solidFill>
                  <a:schemeClr val="tx2"/>
                </a:solidFill>
                <a:latin typeface="微软雅黑" panose="020B0503020204020204" pitchFamily="34" charset="-122"/>
                <a:ea typeface="微软雅黑" panose="020B0503020204020204" pitchFamily="34" charset="-122"/>
                <a:cs typeface="Noto Sans" pitchFamily="34" charset="-120"/>
              </a:rPr>
              <a:t>ISO21502国际标准</a:t>
            </a:r>
            <a:endParaRPr lang="en-US" altLang="zh-CN" sz="1100" dirty="0">
              <a:solidFill>
                <a:schemeClr val="tx2"/>
              </a:solidFill>
              <a:latin typeface="微软雅黑" panose="020B0503020204020204" pitchFamily="34" charset="-122"/>
              <a:ea typeface="微软雅黑" panose="020B0503020204020204" pitchFamily="34" charset="-122"/>
            </a:endParaRPr>
          </a:p>
          <a:p>
            <a:pPr marL="0" indent="0">
              <a:buNone/>
            </a:pPr>
            <a:endParaRPr lang="en-US" sz="1100" dirty="0">
              <a:solidFill>
                <a:schemeClr val="tx2"/>
              </a:solidFill>
              <a:latin typeface="微软雅黑" panose="020B0503020204020204" pitchFamily="34" charset="-122"/>
              <a:ea typeface="微软雅黑" panose="020B0503020204020204" pitchFamily="34" charset="-122"/>
            </a:endParaRPr>
          </a:p>
          <a:p>
            <a:r>
              <a:rPr lang="en-US" altLang="zh-CN" sz="1100" dirty="0">
                <a:solidFill>
                  <a:schemeClr val="tx2"/>
                </a:solidFill>
                <a:latin typeface="微软雅黑" panose="020B0503020204020204" pitchFamily="34" charset="-122"/>
                <a:ea typeface="微软雅黑" panose="020B0503020204020204" pitchFamily="34" charset="-122"/>
              </a:rPr>
              <a:t>PM</a:t>
            </a:r>
            <a:r>
              <a:rPr lang="en-US" altLang="zh-CN" sz="1100" baseline="30000" dirty="0">
                <a:solidFill>
                  <a:schemeClr val="tx2"/>
                </a:solidFill>
                <a:latin typeface="微软雅黑" panose="020B0503020204020204" pitchFamily="34" charset="-122"/>
                <a:ea typeface="微软雅黑" panose="020B0503020204020204" pitchFamily="34" charset="-122"/>
              </a:rPr>
              <a:t>2 </a:t>
            </a:r>
            <a:r>
              <a:rPr lang="en-US" altLang="zh-CN" sz="1100" dirty="0" err="1">
                <a:solidFill>
                  <a:schemeClr val="tx2"/>
                </a:solidFill>
                <a:latin typeface="微软雅黑" panose="020B0503020204020204" pitchFamily="34" charset="-122"/>
                <a:ea typeface="微软雅黑" panose="020B0503020204020204" pitchFamily="34" charset="-122"/>
                <a:cs typeface="Noto Sans" pitchFamily="34" charset="-120"/>
              </a:rPr>
              <a:t>方法论</a:t>
            </a:r>
            <a:endParaRPr lang="en-US" altLang="zh-CN" sz="1100" dirty="0">
              <a:solidFill>
                <a:schemeClr val="tx2"/>
              </a:solidFill>
              <a:latin typeface="微软雅黑" panose="020B0503020204020204" pitchFamily="34" charset="-122"/>
              <a:ea typeface="微软雅黑" panose="020B0503020204020204" pitchFamily="34" charset="-122"/>
            </a:endParaRPr>
          </a:p>
          <a:p>
            <a:pPr marL="0" indent="0">
              <a:buNone/>
            </a:pPr>
            <a:endParaRPr lang="en-US" sz="1100" dirty="0">
              <a:solidFill>
                <a:schemeClr val="tx2"/>
              </a:solidFill>
              <a:latin typeface="微软雅黑" panose="020B0503020204020204" pitchFamily="34" charset="-122"/>
              <a:ea typeface="微软雅黑" panose="020B0503020204020204" pitchFamily="34" charset="-122"/>
            </a:endParaRPr>
          </a:p>
          <a:p>
            <a:r>
              <a:rPr lang="en-US" altLang="zh-CN" sz="1100" dirty="0">
                <a:solidFill>
                  <a:schemeClr val="tx2"/>
                </a:solidFill>
                <a:latin typeface="微软雅黑" panose="020B0503020204020204" pitchFamily="34" charset="-122"/>
                <a:ea typeface="微软雅黑" panose="020B0503020204020204" pitchFamily="34" charset="-122"/>
                <a:cs typeface="Noto Sans" pitchFamily="34" charset="-120"/>
              </a:rPr>
              <a:t>PRINCE2 (第6版与第7版)</a:t>
            </a:r>
            <a:endParaRPr lang="en-US" altLang="zh-CN" sz="1100" dirty="0">
              <a:solidFill>
                <a:schemeClr val="tx2"/>
              </a:solidFill>
              <a:latin typeface="微软雅黑" panose="020B0503020204020204" pitchFamily="34" charset="-122"/>
              <a:ea typeface="微软雅黑" panose="020B0503020204020204" pitchFamily="34" charset="-122"/>
            </a:endParaRPr>
          </a:p>
          <a:p>
            <a:pPr marL="0" indent="0">
              <a:buNone/>
            </a:pPr>
            <a:endParaRPr lang="en-US" sz="1100" dirty="0">
              <a:solidFill>
                <a:schemeClr val="tx2"/>
              </a:solidFill>
              <a:latin typeface="微软雅黑" panose="020B0503020204020204" pitchFamily="34" charset="-122"/>
              <a:ea typeface="微软雅黑" panose="020B0503020204020204" pitchFamily="34" charset="-122"/>
            </a:endParaRPr>
          </a:p>
          <a:p>
            <a:r>
              <a:rPr lang="en-US" altLang="zh-CN" sz="1100" dirty="0">
                <a:solidFill>
                  <a:schemeClr val="tx2"/>
                </a:solidFill>
                <a:latin typeface="微软雅黑" panose="020B0503020204020204" pitchFamily="34" charset="-122"/>
                <a:ea typeface="微软雅黑" panose="020B0503020204020204" pitchFamily="34" charset="-122"/>
                <a:cs typeface="Noto Sans" pitchFamily="34" charset="-120"/>
              </a:rPr>
              <a:t>APMBOK、ICB4.0、BS6079</a:t>
            </a:r>
            <a:endParaRPr lang="en-US" altLang="zh-CN" sz="1100" dirty="0">
              <a:solidFill>
                <a:schemeClr val="tx2"/>
              </a:solidFill>
              <a:latin typeface="微软雅黑" panose="020B0503020204020204" pitchFamily="34" charset="-122"/>
              <a:ea typeface="微软雅黑" panose="020B0503020204020204" pitchFamily="34" charset="-122"/>
            </a:endParaRPr>
          </a:p>
        </p:txBody>
      </p:sp>
      <p:pic>
        <p:nvPicPr>
          <p:cNvPr id="6" name="Image 6" descr="preencoded.png">
            <a:extLst>
              <a:ext uri="{FF2B5EF4-FFF2-40B4-BE49-F238E27FC236}">
                <a16:creationId xmlns:a16="http://schemas.microsoft.com/office/drawing/2014/main" id="{DD9EF628-F4E0-9733-CB11-6D6CC0943217}"/>
              </a:ext>
            </a:extLst>
          </p:cNvPr>
          <p:cNvPicPr>
            <a:picLocks noChangeAspect="1"/>
          </p:cNvPicPr>
          <p:nvPr/>
        </p:nvPicPr>
        <p:blipFill>
          <a:blip r:embed="rId9"/>
          <a:stretch>
            <a:fillRect/>
          </a:stretch>
        </p:blipFill>
        <p:spPr>
          <a:xfrm>
            <a:off x="5526819" y="1982084"/>
            <a:ext cx="125016" cy="142875"/>
          </a:xfrm>
          <a:prstGeom prst="rect">
            <a:avLst/>
          </a:prstGeom>
        </p:spPr>
      </p:pic>
      <p:pic>
        <p:nvPicPr>
          <p:cNvPr id="11" name="Image 7" descr="preencoded.png">
            <a:extLst>
              <a:ext uri="{FF2B5EF4-FFF2-40B4-BE49-F238E27FC236}">
                <a16:creationId xmlns:a16="http://schemas.microsoft.com/office/drawing/2014/main" id="{0A68C666-40C3-FFAA-EB15-EBD892ADC8F4}"/>
              </a:ext>
            </a:extLst>
          </p:cNvPr>
          <p:cNvPicPr>
            <a:picLocks noChangeAspect="1"/>
          </p:cNvPicPr>
          <p:nvPr/>
        </p:nvPicPr>
        <p:blipFill>
          <a:blip r:embed="rId9"/>
          <a:stretch>
            <a:fillRect/>
          </a:stretch>
        </p:blipFill>
        <p:spPr>
          <a:xfrm>
            <a:off x="5526819" y="2297853"/>
            <a:ext cx="125016" cy="142875"/>
          </a:xfrm>
          <a:prstGeom prst="rect">
            <a:avLst/>
          </a:prstGeom>
        </p:spPr>
      </p:pic>
      <p:pic>
        <p:nvPicPr>
          <p:cNvPr id="12" name="Image 8" descr="preencoded.png">
            <a:extLst>
              <a:ext uri="{FF2B5EF4-FFF2-40B4-BE49-F238E27FC236}">
                <a16:creationId xmlns:a16="http://schemas.microsoft.com/office/drawing/2014/main" id="{EA911D49-FF1C-50BF-D5FD-835103759801}"/>
              </a:ext>
            </a:extLst>
          </p:cNvPr>
          <p:cNvPicPr>
            <a:picLocks noChangeAspect="1"/>
          </p:cNvPicPr>
          <p:nvPr/>
        </p:nvPicPr>
        <p:blipFill>
          <a:blip r:embed="rId9"/>
          <a:stretch>
            <a:fillRect/>
          </a:stretch>
        </p:blipFill>
        <p:spPr>
          <a:xfrm>
            <a:off x="5526819" y="2630769"/>
            <a:ext cx="125016" cy="142875"/>
          </a:xfrm>
          <a:prstGeom prst="rect">
            <a:avLst/>
          </a:prstGeom>
        </p:spPr>
      </p:pic>
      <p:pic>
        <p:nvPicPr>
          <p:cNvPr id="13" name="Image 9" descr="preencoded.png">
            <a:extLst>
              <a:ext uri="{FF2B5EF4-FFF2-40B4-BE49-F238E27FC236}">
                <a16:creationId xmlns:a16="http://schemas.microsoft.com/office/drawing/2014/main" id="{B2C2E4A1-F328-CE40-3D98-35A26FFD1F57}"/>
              </a:ext>
            </a:extLst>
          </p:cNvPr>
          <p:cNvPicPr>
            <a:picLocks noChangeAspect="1"/>
          </p:cNvPicPr>
          <p:nvPr/>
        </p:nvPicPr>
        <p:blipFill>
          <a:blip r:embed="rId9"/>
          <a:stretch>
            <a:fillRect/>
          </a:stretch>
        </p:blipFill>
        <p:spPr>
          <a:xfrm>
            <a:off x="5526819" y="2963660"/>
            <a:ext cx="125016" cy="142875"/>
          </a:xfrm>
          <a:prstGeom prst="rect">
            <a:avLst/>
          </a:prstGeom>
        </p:spPr>
      </p:pic>
      <p:sp>
        <p:nvSpPr>
          <p:cNvPr id="14" name="Text 23">
            <a:extLst>
              <a:ext uri="{FF2B5EF4-FFF2-40B4-BE49-F238E27FC236}">
                <a16:creationId xmlns:a16="http://schemas.microsoft.com/office/drawing/2014/main" id="{B70FE93D-176E-62F1-7CF6-167977352192}"/>
              </a:ext>
            </a:extLst>
          </p:cNvPr>
          <p:cNvSpPr/>
          <p:nvPr/>
        </p:nvSpPr>
        <p:spPr>
          <a:xfrm>
            <a:off x="5758991" y="2871223"/>
            <a:ext cx="65" cy="169277"/>
          </a:xfrm>
          <a:prstGeom prst="rect">
            <a:avLst/>
          </a:prstGeom>
          <a:noFill/>
          <a:ln/>
        </p:spPr>
        <p:txBody>
          <a:bodyPr wrap="none" lIns="0" tIns="0" rIns="0" bIns="0" rtlCol="0" anchor="ctr">
            <a:spAutoFit/>
          </a:bodyPr>
          <a:lstStyle/>
          <a:p>
            <a:pPr marL="0" indent="0">
              <a:buNone/>
            </a:pPr>
            <a:endParaRPr lang="en-US" sz="1100" dirty="0">
              <a:solidFill>
                <a:schemeClr val="tx2"/>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C28E0-E576-B506-C1D9-C5E0BCE00E2B}"/>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1592E3D6-AE79-549E-5F6E-D16DF6A2C813}"/>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F07CB23B-74DB-5218-3286-60AD8354C85B}"/>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CAAEA06D-F152-8D0A-EDA6-FF37B3CF8A73}"/>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7A7D0655-7919-2349-3890-ED18566EBBB8}"/>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1E3CA3E0-42BE-462A-5334-3335C57BABEF}"/>
              </a:ext>
            </a:extLst>
          </p:cNvPr>
          <p:cNvPicPr>
            <a:picLocks noChangeAspect="1"/>
          </p:cNvPicPr>
          <p:nvPr>
            <p:custDataLst>
              <p:tags r:id="rId4"/>
            </p:custDataLst>
          </p:nvPr>
        </p:nvPicPr>
        <p:blipFill>
          <a:blip r:embed="rId7">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0F01E066-5199-6A2F-2B96-E85F25355AA9}"/>
              </a:ext>
            </a:extLst>
          </p:cNvPr>
          <p:cNvSpPr txBox="1"/>
          <p:nvPr>
            <p:custDataLst>
              <p:tags r:id="rId5"/>
            </p:custDataLst>
          </p:nvPr>
        </p:nvSpPr>
        <p:spPr>
          <a:xfrm>
            <a:off x="1147763" y="238125"/>
            <a:ext cx="3143250" cy="369332"/>
          </a:xfrm>
          <a:prstGeom prst="rect">
            <a:avLst/>
          </a:prstGeom>
          <a:noFill/>
        </p:spPr>
        <p:txBody>
          <a:bodyPr wrap="square" lIns="91440" tIns="45720" rIns="91440" bIns="45720" rtlCol="0" anchor="t">
            <a:spAutoFit/>
          </a:bodyPr>
          <a:lstStyle/>
          <a:p>
            <a:r>
              <a:rPr lang="zh-CN" altLang="en-US" b="1" dirty="0">
                <a:solidFill>
                  <a:schemeClr val="bg1"/>
                </a:solidFill>
                <a:latin typeface="+mj-ea"/>
                <a:ea typeface="+mj-ea"/>
                <a:cs typeface="微软雅黑" panose="020B0503020204020204" charset="-122"/>
                <a:sym typeface="+mn-ea"/>
              </a:rPr>
              <a:t>第五章</a:t>
            </a:r>
            <a:r>
              <a:rPr lang="zh-CN" altLang="en-US" b="1" dirty="0">
                <a:solidFill>
                  <a:schemeClr val="bg1"/>
                </a:solidFill>
                <a:latin typeface="+mj-ea"/>
                <a:cs typeface="微软雅黑" panose="020B0503020204020204" charset="-122"/>
                <a:sym typeface="+mn-ea"/>
              </a:rPr>
              <a:t>思维导图</a:t>
            </a:r>
            <a:r>
              <a:rPr lang="zh-CN" altLang="en-US" b="1" dirty="0">
                <a:solidFill>
                  <a:schemeClr val="bg1"/>
                </a:solidFill>
                <a:latin typeface="+mj-ea"/>
                <a:ea typeface="+mj-ea"/>
                <a:cs typeface="微软雅黑" panose="020B0503020204020204" charset="-122"/>
                <a:sym typeface="+mn-ea"/>
              </a:rPr>
              <a:t> </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2" name="矩形: 圆角 1">
            <a:extLst>
              <a:ext uri="{FF2B5EF4-FFF2-40B4-BE49-F238E27FC236}">
                <a16:creationId xmlns:a16="http://schemas.microsoft.com/office/drawing/2014/main" id="{D7669B0A-5612-C700-4B57-4EE7435617F4}"/>
              </a:ext>
            </a:extLst>
          </p:cNvPr>
          <p:cNvSpPr/>
          <p:nvPr/>
        </p:nvSpPr>
        <p:spPr>
          <a:xfrm>
            <a:off x="3217327" y="879221"/>
            <a:ext cx="1943101" cy="466662"/>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t>第五章 项目实施过程</a:t>
            </a:r>
          </a:p>
        </p:txBody>
      </p:sp>
      <p:sp>
        <p:nvSpPr>
          <p:cNvPr id="3" name="左大括号 2">
            <a:extLst>
              <a:ext uri="{FF2B5EF4-FFF2-40B4-BE49-F238E27FC236}">
                <a16:creationId xmlns:a16="http://schemas.microsoft.com/office/drawing/2014/main" id="{1C3F0B95-471B-5B6A-3EF6-94BCB0102D0B}"/>
              </a:ext>
            </a:extLst>
          </p:cNvPr>
          <p:cNvSpPr/>
          <p:nvPr/>
        </p:nvSpPr>
        <p:spPr>
          <a:xfrm rot="5400000">
            <a:off x="4055923" y="-939540"/>
            <a:ext cx="206512" cy="4768402"/>
          </a:xfrm>
          <a:prstGeom prst="leftBrace">
            <a:avLst>
              <a:gd name="adj1" fmla="val 8333"/>
              <a:gd name="adj2" fmla="val 49911"/>
            </a:avLst>
          </a:pr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 name="矩形: 圆角 9">
            <a:extLst>
              <a:ext uri="{FF2B5EF4-FFF2-40B4-BE49-F238E27FC236}">
                <a16:creationId xmlns:a16="http://schemas.microsoft.com/office/drawing/2014/main" id="{6D303CBD-AC6C-9566-862B-0F950A7DD172}"/>
              </a:ext>
            </a:extLst>
          </p:cNvPr>
          <p:cNvSpPr/>
          <p:nvPr/>
        </p:nvSpPr>
        <p:spPr>
          <a:xfrm>
            <a:off x="1243005" y="1547915"/>
            <a:ext cx="1063943" cy="414402"/>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t>项目计划</a:t>
            </a:r>
          </a:p>
        </p:txBody>
      </p:sp>
      <p:sp>
        <p:nvSpPr>
          <p:cNvPr id="11" name="矩形: 圆角 10">
            <a:extLst>
              <a:ext uri="{FF2B5EF4-FFF2-40B4-BE49-F238E27FC236}">
                <a16:creationId xmlns:a16="http://schemas.microsoft.com/office/drawing/2014/main" id="{45ACECA8-1CDE-7EBB-CFD3-6F6E27721B01}"/>
              </a:ext>
            </a:extLst>
          </p:cNvPr>
          <p:cNvSpPr/>
          <p:nvPr/>
        </p:nvSpPr>
        <p:spPr>
          <a:xfrm>
            <a:off x="6020604" y="1546574"/>
            <a:ext cx="1063943" cy="414402"/>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t>项目监控</a:t>
            </a:r>
          </a:p>
        </p:txBody>
      </p:sp>
      <p:cxnSp>
        <p:nvCxnSpPr>
          <p:cNvPr id="15" name="直接连接符 14">
            <a:extLst>
              <a:ext uri="{FF2B5EF4-FFF2-40B4-BE49-F238E27FC236}">
                <a16:creationId xmlns:a16="http://schemas.microsoft.com/office/drawing/2014/main" id="{54610944-5BF3-F2BB-F2CA-4779BB9FEC6E}"/>
              </a:ext>
            </a:extLst>
          </p:cNvPr>
          <p:cNvCxnSpPr>
            <a:cxnSpLocks/>
          </p:cNvCxnSpPr>
          <p:nvPr/>
        </p:nvCxnSpPr>
        <p:spPr>
          <a:xfrm>
            <a:off x="1774976" y="1960976"/>
            <a:ext cx="0" cy="30873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BD54C665-FBC8-31FA-8266-9F84DA0960B0}"/>
              </a:ext>
            </a:extLst>
          </p:cNvPr>
          <p:cNvSpPr txBox="1"/>
          <p:nvPr/>
        </p:nvSpPr>
        <p:spPr>
          <a:xfrm>
            <a:off x="1775615" y="2073439"/>
            <a:ext cx="2795857" cy="2862322"/>
          </a:xfrm>
          <a:prstGeom prst="rect">
            <a:avLst/>
          </a:prstGeom>
          <a:noFill/>
        </p:spPr>
        <p:txBody>
          <a:bodyPr wrap="square">
            <a:spAutoFit/>
          </a:bodyPr>
          <a:lstStyle/>
          <a:p>
            <a:r>
              <a:rPr lang="zh-CN" altLang="en-US" sz="1200" dirty="0"/>
              <a:t>制定项目管理计划、规划过程组。</a:t>
            </a:r>
          </a:p>
          <a:p>
            <a:endParaRPr lang="en-US" altLang="zh-CN" sz="1200" dirty="0"/>
          </a:p>
          <a:p>
            <a:r>
              <a:rPr lang="zh-CN" altLang="en-US" sz="1200" dirty="0"/>
              <a:t>规划绩效域、影响因素。</a:t>
            </a:r>
          </a:p>
          <a:p>
            <a:endParaRPr lang="en-US" altLang="zh-CN" sz="1200" dirty="0"/>
          </a:p>
          <a:p>
            <a:r>
              <a:rPr lang="zh-CN" altLang="en-US" sz="1200" dirty="0"/>
              <a:t>计划目的、制定计划。</a:t>
            </a:r>
          </a:p>
          <a:p>
            <a:endParaRPr lang="en-US" altLang="zh-CN" sz="1200" dirty="0"/>
          </a:p>
          <a:p>
            <a:r>
              <a:rPr lang="zh-CN" altLang="en-US" sz="1200" dirty="0"/>
              <a:t>计划阶段、管理计划。</a:t>
            </a:r>
          </a:p>
          <a:p>
            <a:endParaRPr lang="en-US" altLang="zh-CN" sz="1200" dirty="0"/>
          </a:p>
          <a:p>
            <a:r>
              <a:rPr lang="zh-CN" altLang="en-US" sz="1200" dirty="0"/>
              <a:t>计划主题、计划类型。</a:t>
            </a:r>
          </a:p>
          <a:p>
            <a:endParaRPr lang="en-US" altLang="zh-CN" sz="1200" dirty="0"/>
          </a:p>
          <a:p>
            <a:r>
              <a:rPr lang="zh-CN" altLang="en-US" sz="1200" dirty="0"/>
              <a:t>计划基础、集成计划。</a:t>
            </a:r>
          </a:p>
          <a:p>
            <a:endParaRPr lang="en-US" altLang="zh-CN" sz="1200" dirty="0"/>
          </a:p>
          <a:p>
            <a:r>
              <a:rPr lang="zh-CN" altLang="en-US" sz="1200" dirty="0"/>
              <a:t>计划和控制能力。</a:t>
            </a:r>
          </a:p>
          <a:p>
            <a:endParaRPr lang="en-US" altLang="zh-CN" sz="1200" dirty="0"/>
          </a:p>
          <a:p>
            <a:r>
              <a:rPr lang="zh-CN" altLang="en-US" sz="1200" dirty="0"/>
              <a:t>计划流程、管理内容。</a:t>
            </a:r>
          </a:p>
        </p:txBody>
      </p:sp>
      <p:sp>
        <p:nvSpPr>
          <p:cNvPr id="26" name="文本框 25">
            <a:extLst>
              <a:ext uri="{FF2B5EF4-FFF2-40B4-BE49-F238E27FC236}">
                <a16:creationId xmlns:a16="http://schemas.microsoft.com/office/drawing/2014/main" id="{505B7555-CF32-F3AA-7744-35B1F9421C83}"/>
              </a:ext>
            </a:extLst>
          </p:cNvPr>
          <p:cNvSpPr txBox="1"/>
          <p:nvPr/>
        </p:nvSpPr>
        <p:spPr>
          <a:xfrm>
            <a:off x="6567253" y="2073439"/>
            <a:ext cx="2730383" cy="2492990"/>
          </a:xfrm>
          <a:prstGeom prst="rect">
            <a:avLst/>
          </a:prstGeom>
          <a:noFill/>
        </p:spPr>
        <p:txBody>
          <a:bodyPr wrap="square">
            <a:spAutoFit/>
          </a:bodyPr>
          <a:lstStyle/>
          <a:p>
            <a:r>
              <a:rPr lang="zh-CN" altLang="en-US" sz="1200" dirty="0"/>
              <a:t>监控定义、监控项目工作。</a:t>
            </a:r>
          </a:p>
          <a:p>
            <a:endParaRPr lang="en-US" altLang="zh-CN" sz="1200" dirty="0"/>
          </a:p>
          <a:p>
            <a:r>
              <a:rPr lang="zh-CN" altLang="en-US" sz="1200" dirty="0"/>
              <a:t>测量绩效域、不确定性绩效域。</a:t>
            </a:r>
          </a:p>
          <a:p>
            <a:endParaRPr lang="en-US" altLang="zh-CN" sz="1200" dirty="0"/>
          </a:p>
          <a:p>
            <a:r>
              <a:rPr lang="zh-CN" altLang="en-US" sz="1200" dirty="0"/>
              <a:t>监控活动、监控内容。</a:t>
            </a:r>
          </a:p>
          <a:p>
            <a:endParaRPr lang="en-US" altLang="zh-CN" sz="1200" dirty="0"/>
          </a:p>
          <a:p>
            <a:r>
              <a:rPr lang="zh-CN" altLang="en-US" sz="1200" dirty="0"/>
              <a:t>集成项目管理、控制项目。</a:t>
            </a:r>
            <a:endParaRPr lang="en-US" altLang="zh-CN" sz="1200" dirty="0"/>
          </a:p>
          <a:p>
            <a:endParaRPr lang="en-US" altLang="zh-CN" sz="1200" dirty="0"/>
          </a:p>
          <a:p>
            <a:r>
              <a:rPr lang="zh-CN" altLang="en-US" sz="1200" dirty="0"/>
              <a:t>例外管理、进展主题。</a:t>
            </a:r>
          </a:p>
          <a:p>
            <a:endParaRPr lang="en-US" altLang="zh-CN" sz="1200" dirty="0"/>
          </a:p>
          <a:p>
            <a:r>
              <a:rPr lang="zh-CN" altLang="en-US" sz="1200" dirty="0"/>
              <a:t>控制部署、绩效监测。</a:t>
            </a:r>
          </a:p>
          <a:p>
            <a:endParaRPr lang="en-US" altLang="zh-CN" sz="1200" dirty="0"/>
          </a:p>
          <a:p>
            <a:r>
              <a:rPr lang="zh-CN" altLang="en-US" sz="1200" dirty="0"/>
              <a:t>控制活动。</a:t>
            </a:r>
          </a:p>
        </p:txBody>
      </p:sp>
      <p:sp>
        <p:nvSpPr>
          <p:cNvPr id="29" name="文本框 28">
            <a:extLst>
              <a:ext uri="{FF2B5EF4-FFF2-40B4-BE49-F238E27FC236}">
                <a16:creationId xmlns:a16="http://schemas.microsoft.com/office/drawing/2014/main" id="{96E5F718-1CCC-9524-B825-EAC2D99247EB}"/>
              </a:ext>
            </a:extLst>
          </p:cNvPr>
          <p:cNvSpPr txBox="1"/>
          <p:nvPr/>
        </p:nvSpPr>
        <p:spPr>
          <a:xfrm>
            <a:off x="4915707" y="2062548"/>
            <a:ext cx="1682592" cy="2492990"/>
          </a:xfrm>
          <a:prstGeom prst="rect">
            <a:avLst/>
          </a:prstGeom>
          <a:noFill/>
        </p:spPr>
        <p:txBody>
          <a:bodyPr wrap="square" lIns="91440" tIns="45720" rIns="91440" bIns="45720" anchor="t">
            <a:spAutoFit/>
          </a:bodyPr>
          <a:lstStyle/>
          <a:p>
            <a:pPr algn="r"/>
            <a:r>
              <a:rPr lang="en-US" altLang="zh-CN" sz="1200" dirty="0">
                <a:latin typeface="+mn-ea"/>
              </a:rPr>
              <a:t>PMBOK</a:t>
            </a:r>
            <a:r>
              <a:rPr lang="zh-CN" altLang="en-US" sz="1200" dirty="0">
                <a:latin typeface="+mn-ea"/>
              </a:rPr>
              <a:t>指南第</a:t>
            </a:r>
            <a:r>
              <a:rPr lang="en-US" altLang="zh-CN" sz="1200" dirty="0">
                <a:latin typeface="+mn-ea"/>
              </a:rPr>
              <a:t>6</a:t>
            </a:r>
            <a:r>
              <a:rPr lang="zh-CN" altLang="en-US" sz="1200" dirty="0">
                <a:latin typeface="+mn-ea"/>
              </a:rPr>
              <a:t>版：</a:t>
            </a:r>
            <a:endParaRPr lang="en-US" altLang="zh-CN" sz="1200" dirty="0">
              <a:latin typeface="+mn-ea"/>
            </a:endParaRPr>
          </a:p>
          <a:p>
            <a:pPr algn="r"/>
            <a:endParaRPr lang="en-US" altLang="zh-CN" sz="1200" dirty="0">
              <a:latin typeface="+mn-ea"/>
            </a:endParaRPr>
          </a:p>
          <a:p>
            <a:pPr algn="r"/>
            <a:r>
              <a:rPr lang="en-US" altLang="zh-CN" sz="1200" dirty="0">
                <a:latin typeface="+mn-ea"/>
              </a:rPr>
              <a:t>PMBOK</a:t>
            </a:r>
            <a:r>
              <a:rPr lang="zh-CN" altLang="en-US" sz="1200" dirty="0">
                <a:latin typeface="+mn-ea"/>
              </a:rPr>
              <a:t>指南第</a:t>
            </a:r>
            <a:r>
              <a:rPr lang="en-US" altLang="zh-CN" sz="1200" dirty="0">
                <a:latin typeface="+mn-ea"/>
              </a:rPr>
              <a:t>7</a:t>
            </a:r>
            <a:r>
              <a:rPr lang="zh-CN" altLang="en-US" sz="1200" dirty="0">
                <a:latin typeface="+mn-ea"/>
              </a:rPr>
              <a:t>版：</a:t>
            </a:r>
            <a:endParaRPr lang="en-US" altLang="zh-CN" sz="1200" dirty="0">
              <a:latin typeface="+mn-ea"/>
            </a:endParaRPr>
          </a:p>
          <a:p>
            <a:pPr algn="r"/>
            <a:endParaRPr lang="en-US" altLang="zh-CN" sz="1200" dirty="0">
              <a:latin typeface="+mn-ea"/>
            </a:endParaRPr>
          </a:p>
          <a:p>
            <a:pPr algn="r"/>
            <a:r>
              <a:rPr lang="en-US" altLang="zh-CN" sz="1200" dirty="0">
                <a:latin typeface="+mn-ea"/>
              </a:rPr>
              <a:t>           PM</a:t>
            </a:r>
            <a:r>
              <a:rPr lang="en-US" altLang="zh-CN" sz="1200" baseline="30000" dirty="0">
                <a:latin typeface="+mn-ea"/>
              </a:rPr>
              <a:t>2</a:t>
            </a:r>
            <a:r>
              <a:rPr lang="zh-CN" altLang="en-US" sz="1200" dirty="0">
                <a:latin typeface="+mn-ea"/>
              </a:rPr>
              <a:t>方法论：</a:t>
            </a:r>
            <a:endParaRPr lang="en-US" altLang="zh-CN" sz="1200" dirty="0">
              <a:latin typeface="+mn-ea"/>
            </a:endParaRPr>
          </a:p>
          <a:p>
            <a:pPr algn="r"/>
            <a:endParaRPr lang="en-US" altLang="zh-CN" sz="1200" dirty="0">
              <a:latin typeface="+mn-ea"/>
            </a:endParaRPr>
          </a:p>
          <a:p>
            <a:pPr algn="r"/>
            <a:r>
              <a:rPr lang="en-US" altLang="zh-CN" sz="1200" dirty="0">
                <a:latin typeface="+mn-ea"/>
              </a:rPr>
              <a:t>            ISO21502</a:t>
            </a:r>
            <a:r>
              <a:rPr lang="zh-CN" altLang="en-US" sz="1200" dirty="0">
                <a:latin typeface="+mn-ea"/>
              </a:rPr>
              <a:t>：</a:t>
            </a:r>
            <a:endParaRPr lang="en-US" altLang="zh-CN" sz="1200" dirty="0">
              <a:latin typeface="+mn-ea"/>
            </a:endParaRPr>
          </a:p>
          <a:p>
            <a:pPr algn="r"/>
            <a:endParaRPr lang="en-US" altLang="zh-CN" sz="1200" dirty="0">
              <a:latin typeface="+mn-ea"/>
            </a:endParaRPr>
          </a:p>
          <a:p>
            <a:pPr algn="r"/>
            <a:r>
              <a:rPr lang="en-US" altLang="zh-CN" sz="1200" dirty="0">
                <a:latin typeface="+mn-ea"/>
              </a:rPr>
              <a:t>              PRINCE2</a:t>
            </a:r>
            <a:r>
              <a:rPr lang="zh-CN" altLang="en-US" sz="1200" dirty="0">
                <a:latin typeface="+mn-ea"/>
              </a:rPr>
              <a:t>：</a:t>
            </a:r>
            <a:endParaRPr lang="en-US" altLang="zh-CN" sz="1200" dirty="0">
              <a:latin typeface="+mn-ea"/>
            </a:endParaRPr>
          </a:p>
          <a:p>
            <a:pPr algn="r"/>
            <a:endParaRPr lang="en-US" altLang="zh-CN" sz="1200" dirty="0">
              <a:latin typeface="+mn-ea"/>
            </a:endParaRPr>
          </a:p>
          <a:p>
            <a:pPr algn="r"/>
            <a:r>
              <a:rPr lang="en-US" altLang="zh-CN" sz="1200" dirty="0">
                <a:latin typeface="+mn-ea"/>
              </a:rPr>
              <a:t>             APMBOK</a:t>
            </a:r>
            <a:r>
              <a:rPr lang="zh-CN" altLang="en-US" sz="1200" dirty="0">
                <a:latin typeface="+mn-ea"/>
              </a:rPr>
              <a:t>：</a:t>
            </a:r>
            <a:endParaRPr lang="en-US" altLang="zh-CN" sz="1200" dirty="0">
              <a:latin typeface="+mn-ea"/>
            </a:endParaRPr>
          </a:p>
          <a:p>
            <a:pPr algn="r"/>
            <a:endParaRPr lang="zh-CN" altLang="en-US" sz="1200" dirty="0">
              <a:latin typeface="+mn-ea"/>
            </a:endParaRPr>
          </a:p>
          <a:p>
            <a:pPr algn="r"/>
            <a:r>
              <a:rPr lang="en-US" altLang="zh-CN" sz="1200" dirty="0">
                <a:latin typeface="+mn-ea"/>
              </a:rPr>
              <a:t>                BS6079</a:t>
            </a:r>
            <a:r>
              <a:rPr lang="zh-CN" altLang="en-US" sz="1200" dirty="0">
                <a:latin typeface="+mn-ea"/>
              </a:rPr>
              <a:t>：</a:t>
            </a:r>
          </a:p>
        </p:txBody>
      </p:sp>
      <p:sp>
        <p:nvSpPr>
          <p:cNvPr id="14" name="文本框 13">
            <a:extLst>
              <a:ext uri="{FF2B5EF4-FFF2-40B4-BE49-F238E27FC236}">
                <a16:creationId xmlns:a16="http://schemas.microsoft.com/office/drawing/2014/main" id="{50F768F4-9EA6-2DCE-9865-01A95BF4CF00}"/>
              </a:ext>
            </a:extLst>
          </p:cNvPr>
          <p:cNvSpPr txBox="1"/>
          <p:nvPr/>
        </p:nvSpPr>
        <p:spPr>
          <a:xfrm>
            <a:off x="146003" y="2073439"/>
            <a:ext cx="1682592" cy="2862322"/>
          </a:xfrm>
          <a:prstGeom prst="rect">
            <a:avLst/>
          </a:prstGeom>
          <a:noFill/>
        </p:spPr>
        <p:txBody>
          <a:bodyPr wrap="square" lIns="91440" tIns="45720" rIns="91440" bIns="45720" anchor="t">
            <a:spAutoFit/>
          </a:bodyPr>
          <a:lstStyle/>
          <a:p>
            <a:pPr algn="r"/>
            <a:r>
              <a:rPr lang="en-US" altLang="zh-CN" sz="1200" dirty="0">
                <a:latin typeface="+mn-ea"/>
              </a:rPr>
              <a:t>PMBOK</a:t>
            </a:r>
            <a:r>
              <a:rPr lang="zh-CN" altLang="en-US" sz="1200" dirty="0">
                <a:latin typeface="+mn-ea"/>
              </a:rPr>
              <a:t>指南第</a:t>
            </a:r>
            <a:r>
              <a:rPr lang="en-US" altLang="zh-CN" sz="1200" dirty="0">
                <a:latin typeface="+mn-ea"/>
              </a:rPr>
              <a:t>6</a:t>
            </a:r>
            <a:r>
              <a:rPr lang="zh-CN" altLang="en-US" sz="1200" dirty="0">
                <a:latin typeface="+mn-ea"/>
              </a:rPr>
              <a:t>版：</a:t>
            </a:r>
            <a:endParaRPr lang="en-US" altLang="zh-CN" sz="1200" dirty="0">
              <a:latin typeface="+mn-ea"/>
            </a:endParaRPr>
          </a:p>
          <a:p>
            <a:pPr algn="r"/>
            <a:endParaRPr lang="en-US" altLang="zh-CN" sz="1200" dirty="0">
              <a:latin typeface="+mn-ea"/>
            </a:endParaRPr>
          </a:p>
          <a:p>
            <a:pPr algn="r"/>
            <a:r>
              <a:rPr lang="en-US" altLang="zh-CN" sz="1200" dirty="0">
                <a:latin typeface="+mn-ea"/>
              </a:rPr>
              <a:t>PMBOK</a:t>
            </a:r>
            <a:r>
              <a:rPr lang="zh-CN" altLang="en-US" sz="1200" dirty="0">
                <a:latin typeface="+mn-ea"/>
              </a:rPr>
              <a:t>指南第</a:t>
            </a:r>
            <a:r>
              <a:rPr lang="en-US" altLang="zh-CN" sz="1200" dirty="0">
                <a:latin typeface="+mn-ea"/>
              </a:rPr>
              <a:t>7</a:t>
            </a:r>
            <a:r>
              <a:rPr lang="zh-CN" altLang="en-US" sz="1200" dirty="0">
                <a:latin typeface="+mn-ea"/>
              </a:rPr>
              <a:t>版：</a:t>
            </a:r>
            <a:endParaRPr lang="en-US" altLang="zh-CN" sz="1200" dirty="0">
              <a:latin typeface="+mn-ea"/>
            </a:endParaRPr>
          </a:p>
          <a:p>
            <a:pPr algn="r"/>
            <a:endParaRPr lang="zh-CN" altLang="en-US" sz="1200" dirty="0">
              <a:latin typeface="+mn-ea"/>
            </a:endParaRPr>
          </a:p>
          <a:p>
            <a:pPr algn="r"/>
            <a:r>
              <a:rPr lang="en-US" altLang="zh-CN" sz="1200" dirty="0">
                <a:latin typeface="+mn-ea"/>
              </a:rPr>
              <a:t>            ISO21502</a:t>
            </a:r>
            <a:r>
              <a:rPr lang="zh-CN" altLang="en-US" sz="1200" dirty="0">
                <a:latin typeface="+mn-ea"/>
              </a:rPr>
              <a:t>：</a:t>
            </a:r>
            <a:endParaRPr lang="en-US" altLang="zh-CN" sz="1200" dirty="0">
              <a:latin typeface="+mn-ea"/>
            </a:endParaRPr>
          </a:p>
          <a:p>
            <a:pPr algn="r"/>
            <a:endParaRPr lang="en-US" altLang="zh-CN" sz="1200" dirty="0">
              <a:latin typeface="+mn-ea"/>
            </a:endParaRPr>
          </a:p>
          <a:p>
            <a:pPr algn="r"/>
            <a:r>
              <a:rPr lang="en-US" altLang="zh-CN" sz="1200" dirty="0">
                <a:latin typeface="+mn-ea"/>
              </a:rPr>
              <a:t>           PM</a:t>
            </a:r>
            <a:r>
              <a:rPr lang="en-US" altLang="zh-CN" sz="1200" baseline="30000" dirty="0">
                <a:latin typeface="+mn-ea"/>
              </a:rPr>
              <a:t>2</a:t>
            </a:r>
            <a:r>
              <a:rPr lang="zh-CN" altLang="en-US" sz="1200" dirty="0">
                <a:latin typeface="+mn-ea"/>
              </a:rPr>
              <a:t>方法论：</a:t>
            </a:r>
            <a:endParaRPr lang="en-US" altLang="zh-CN" sz="1200" dirty="0">
              <a:latin typeface="+mn-ea"/>
            </a:endParaRPr>
          </a:p>
          <a:p>
            <a:pPr algn="r"/>
            <a:endParaRPr lang="en-US" altLang="zh-CN" sz="1200" dirty="0">
              <a:latin typeface="+mn-ea"/>
            </a:endParaRPr>
          </a:p>
          <a:p>
            <a:pPr algn="r"/>
            <a:r>
              <a:rPr lang="en-US" altLang="zh-CN" sz="1200" dirty="0">
                <a:latin typeface="+mn-ea"/>
              </a:rPr>
              <a:t>              PRINCE2</a:t>
            </a:r>
            <a:r>
              <a:rPr lang="zh-CN" altLang="en-US" sz="1200" dirty="0">
                <a:latin typeface="+mn-ea"/>
              </a:rPr>
              <a:t>：</a:t>
            </a:r>
            <a:endParaRPr lang="en-US" altLang="zh-CN" sz="1200" dirty="0">
              <a:latin typeface="+mn-ea"/>
            </a:endParaRPr>
          </a:p>
          <a:p>
            <a:pPr algn="r"/>
            <a:endParaRPr lang="en-US" altLang="zh-CN" sz="1200" dirty="0">
              <a:latin typeface="+mn-ea"/>
            </a:endParaRPr>
          </a:p>
          <a:p>
            <a:pPr algn="r"/>
            <a:r>
              <a:rPr lang="en-US" altLang="zh-CN" sz="1200" dirty="0">
                <a:latin typeface="+mn-ea"/>
              </a:rPr>
              <a:t>             APMBOK</a:t>
            </a:r>
            <a:r>
              <a:rPr lang="zh-CN" altLang="en-US" sz="1200" dirty="0">
                <a:latin typeface="+mn-ea"/>
              </a:rPr>
              <a:t>：</a:t>
            </a:r>
            <a:endParaRPr lang="en-US" altLang="zh-CN" sz="1200" dirty="0">
              <a:latin typeface="+mn-ea"/>
            </a:endParaRPr>
          </a:p>
          <a:p>
            <a:pPr algn="r"/>
            <a:endParaRPr lang="en-US" altLang="zh-CN" sz="1200" dirty="0">
              <a:latin typeface="+mn-ea"/>
            </a:endParaRPr>
          </a:p>
          <a:p>
            <a:pPr algn="r"/>
            <a:r>
              <a:rPr lang="en-US" altLang="zh-CN" sz="1200" dirty="0">
                <a:latin typeface="+mn-ea"/>
              </a:rPr>
              <a:t>                  ICB4.0</a:t>
            </a:r>
            <a:r>
              <a:rPr lang="zh-CN" altLang="en-US" sz="1200" dirty="0">
                <a:latin typeface="+mn-ea"/>
              </a:rPr>
              <a:t>：</a:t>
            </a:r>
            <a:endParaRPr lang="en-US" altLang="zh-CN" sz="1200" dirty="0">
              <a:latin typeface="+mn-ea"/>
            </a:endParaRPr>
          </a:p>
          <a:p>
            <a:pPr algn="r"/>
            <a:endParaRPr lang="zh-CN" altLang="en-US" sz="1200" dirty="0">
              <a:latin typeface="+mn-ea"/>
            </a:endParaRPr>
          </a:p>
          <a:p>
            <a:pPr algn="r"/>
            <a:r>
              <a:rPr lang="en-US" altLang="zh-CN" sz="1200" dirty="0">
                <a:latin typeface="+mn-ea"/>
              </a:rPr>
              <a:t>                BS6079</a:t>
            </a:r>
            <a:r>
              <a:rPr lang="zh-CN" altLang="en-US" sz="1200" dirty="0">
                <a:latin typeface="+mn-ea"/>
              </a:rPr>
              <a:t>：</a:t>
            </a:r>
          </a:p>
        </p:txBody>
      </p:sp>
      <p:cxnSp>
        <p:nvCxnSpPr>
          <p:cNvPr id="16" name="直接连接符 15">
            <a:extLst>
              <a:ext uri="{FF2B5EF4-FFF2-40B4-BE49-F238E27FC236}">
                <a16:creationId xmlns:a16="http://schemas.microsoft.com/office/drawing/2014/main" id="{67EA653A-05C8-4ACF-EDBC-53F85764BEBD}"/>
              </a:ext>
            </a:extLst>
          </p:cNvPr>
          <p:cNvCxnSpPr>
            <a:cxnSpLocks/>
          </p:cNvCxnSpPr>
          <p:nvPr/>
        </p:nvCxnSpPr>
        <p:spPr>
          <a:xfrm>
            <a:off x="6552575" y="1960976"/>
            <a:ext cx="0" cy="30873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97811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AE185-1BF2-876A-138B-FF1A420BB9E4}"/>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AA7F5F30-C6C2-DD3A-E780-B7E351CDC6E5}"/>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E13DD7CE-74E3-9F92-A34F-FB30AFAF50F9}"/>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1314EAD9-20A9-9E43-E9F0-6992E7A5A856}"/>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B7B08334-F4A5-87F5-1340-4B6FDE95615C}"/>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6E5DBFFE-F8F7-9A05-8953-E1BD5942E3A6}"/>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0E6AA744-8EE0-CA70-5C02-FC9091E023E4}"/>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sp>
        <p:nvSpPr>
          <p:cNvPr id="4" name="文本框 3">
            <a:extLst>
              <a:ext uri="{FF2B5EF4-FFF2-40B4-BE49-F238E27FC236}">
                <a16:creationId xmlns:a16="http://schemas.microsoft.com/office/drawing/2014/main" id="{B3C62DFD-B1D1-33FB-FB3A-3592F13525D1}"/>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项目计划的多元视角</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94" name="Text 37">
            <a:extLst>
              <a:ext uri="{FF2B5EF4-FFF2-40B4-BE49-F238E27FC236}">
                <a16:creationId xmlns:a16="http://schemas.microsoft.com/office/drawing/2014/main" id="{DE74F55A-E206-3F73-715A-A539F86AA25A}"/>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3CA431A6-1FD2-3EA3-69C0-F0BE62BD1F84}"/>
              </a:ext>
            </a:extLst>
          </p:cNvPr>
          <p:cNvSpPr/>
          <p:nvPr/>
        </p:nvSpPr>
        <p:spPr>
          <a:xfrm>
            <a:off x="581931" y="1319563"/>
            <a:ext cx="821531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不同知识体系对项目计划的视角比较</a:t>
            </a:r>
            <a:endParaRPr lang="en-US" sz="1350" dirty="0"/>
          </a:p>
        </p:txBody>
      </p:sp>
      <p:sp>
        <p:nvSpPr>
          <p:cNvPr id="10" name="Shape 4">
            <a:extLst>
              <a:ext uri="{FF2B5EF4-FFF2-40B4-BE49-F238E27FC236}">
                <a16:creationId xmlns:a16="http://schemas.microsoft.com/office/drawing/2014/main" id="{C1F40CA8-9AD1-D63C-1D02-98FE43C54543}"/>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2752EFBC-A561-0342-1D64-3EC176DB54B8}"/>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3104CEFE-C0A9-5DAC-B832-AA09F4D7F656}"/>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70FBD8C3-6B02-178D-215D-067A00C47246}"/>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计划定义与范围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E9B6EEC0-3974-D132-D89F-31AA76F0B6A3}"/>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903DF50C-F6FD-4EE3-B449-46D1B4B7B7DD}"/>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61FA40E9-94D9-9E33-D1AD-F1ABAB485DD0}"/>
              </a:ext>
            </a:extLst>
          </p:cNvPr>
          <p:cNvSpPr/>
          <p:nvPr/>
        </p:nvSpPr>
        <p:spPr>
          <a:xfrm>
            <a:off x="667656" y="2702099"/>
            <a:ext cx="1479572" cy="169277"/>
          </a:xfrm>
          <a:prstGeom prst="rect">
            <a:avLst/>
          </a:prstGeom>
          <a:noFill/>
          <a:ln/>
        </p:spPr>
        <p:txBody>
          <a:bodyPr wrap="none" lIns="0" tIns="0" rIns="0" bIns="0" rtlCol="0" anchor="ctr">
            <a:spAutoFit/>
          </a:bodyPr>
          <a:lstStyle/>
          <a:p>
            <a:pPr marL="0" indent="0">
              <a:buNone/>
            </a:pPr>
            <a:r>
              <a:rPr lang="en-US" sz="1100" b="1" dirty="0">
                <a:solidFill>
                  <a:srgbClr val="FF9900"/>
                </a:solidFill>
                <a:latin typeface="微软雅黑" panose="020B0503020204020204" pitchFamily="34" charset="-122"/>
                <a:ea typeface="微软雅黑" panose="020B0503020204020204" pitchFamily="34" charset="-122"/>
                <a:cs typeface="Noto Sans" pitchFamily="34" charset="-120"/>
              </a:rPr>
              <a:t>PMBOK指南（第6版）</a:t>
            </a:r>
            <a:endParaRPr lang="en-US" sz="1100" dirty="0">
              <a:latin typeface="微软雅黑" panose="020B0503020204020204" pitchFamily="34" charset="-122"/>
              <a:ea typeface="微软雅黑" panose="020B0503020204020204" pitchFamily="34" charset="-122"/>
            </a:endParaRPr>
          </a:p>
        </p:txBody>
      </p:sp>
      <p:sp>
        <p:nvSpPr>
          <p:cNvPr id="32" name="Text 11">
            <a:extLst>
              <a:ext uri="{FF2B5EF4-FFF2-40B4-BE49-F238E27FC236}">
                <a16:creationId xmlns:a16="http://schemas.microsoft.com/office/drawing/2014/main" id="{DE145850-B10B-8B53-37BE-26FF53F8BCB1}"/>
              </a:ext>
            </a:extLst>
          </p:cNvPr>
          <p:cNvSpPr/>
          <p:nvPr/>
        </p:nvSpPr>
        <p:spPr>
          <a:xfrm>
            <a:off x="2213110" y="2445093"/>
            <a:ext cx="3286125" cy="684162"/>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定义、准备</a:t>
            </a:r>
            <a:r>
              <a:rPr lang="zh-CN" altLang="en-US" sz="1100" dirty="0">
                <a:latin typeface="微软雅黑" panose="020B0503020204020204" pitchFamily="34" charset="-122"/>
                <a:ea typeface="微软雅黑" panose="020B0503020204020204" pitchFamily="34" charset="-122"/>
                <a:cs typeface="Noto Sans" pitchFamily="34" charset="-120"/>
              </a:rPr>
              <a:t>和</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协调</a:t>
            </a:r>
            <a:r>
              <a:rPr lang="zh-CN" altLang="en-US" sz="1100" dirty="0">
                <a:latin typeface="微软雅黑" panose="020B0503020204020204" pitchFamily="34" charset="-122"/>
                <a:ea typeface="微软雅黑" panose="020B0503020204020204" pitchFamily="34" charset="-122"/>
                <a:cs typeface="Noto Sans" pitchFamily="34" charset="-120"/>
              </a:rPr>
              <a:t>项目计划的各个部分，并整合成一份</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综合性</a:t>
            </a:r>
            <a:r>
              <a:rPr lang="zh-CN" altLang="en-US" sz="1100" dirty="0">
                <a:latin typeface="微软雅黑" panose="020B0503020204020204" pitchFamily="34" charset="-122"/>
                <a:ea typeface="微软雅黑" panose="020B0503020204020204" pitchFamily="34" charset="-122"/>
                <a:cs typeface="Noto Sans" pitchFamily="34" charset="-120"/>
              </a:rPr>
              <a:t>的项目管理计划。</a:t>
            </a:r>
            <a:endParaRPr lang="en-US" sz="1100" dirty="0">
              <a:latin typeface="微软雅黑" panose="020B0503020204020204" pitchFamily="34" charset="-122"/>
              <a:ea typeface="微软雅黑" panose="020B0503020204020204" pitchFamily="34" charset="-122"/>
              <a:cs typeface="Noto Sans" pitchFamily="34" charset="-120"/>
            </a:endParaRPr>
          </a:p>
        </p:txBody>
      </p:sp>
      <p:sp>
        <p:nvSpPr>
          <p:cNvPr id="33" name="Text 12">
            <a:extLst>
              <a:ext uri="{FF2B5EF4-FFF2-40B4-BE49-F238E27FC236}">
                <a16:creationId xmlns:a16="http://schemas.microsoft.com/office/drawing/2014/main" id="{D4F1EBAB-C1BD-C86B-E214-013E1D184495}"/>
              </a:ext>
            </a:extLst>
          </p:cNvPr>
          <p:cNvSpPr/>
          <p:nvPr/>
        </p:nvSpPr>
        <p:spPr>
          <a:xfrm>
            <a:off x="5530559" y="2068991"/>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整合性</a:t>
            </a:r>
            <a:r>
              <a:rPr lang="zh-CN" altLang="en-US" sz="1100" dirty="0">
                <a:latin typeface="微软雅黑" panose="020B0503020204020204" pitchFamily="34" charset="-122"/>
                <a:ea typeface="微软雅黑" panose="020B0503020204020204" pitchFamily="34" charset="-122"/>
                <a:cs typeface="Noto Sans" pitchFamily="34" charset="-120"/>
              </a:rPr>
              <a:t>：统一所有子计划。</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基准化</a:t>
            </a:r>
            <a:r>
              <a:rPr lang="zh-CN" altLang="en-US" sz="1100" dirty="0">
                <a:latin typeface="微软雅黑" panose="020B0503020204020204" pitchFamily="34" charset="-122"/>
                <a:ea typeface="微软雅黑" panose="020B0503020204020204" pitchFamily="34" charset="-122"/>
                <a:cs typeface="Noto Sans" pitchFamily="34" charset="-120"/>
              </a:rPr>
              <a:t>：范围、进度、成本基线。</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动态适应</a:t>
            </a:r>
            <a:r>
              <a:rPr lang="zh-CN" altLang="en-US" sz="1100" dirty="0">
                <a:latin typeface="微软雅黑" panose="020B0503020204020204" pitchFamily="34" charset="-122"/>
                <a:ea typeface="微软雅黑" panose="020B0503020204020204" pitchFamily="34" charset="-122"/>
                <a:cs typeface="Noto Sans" pitchFamily="34" charset="-120"/>
              </a:rPr>
              <a:t>：变更管理、渐进明细。</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结构化</a:t>
            </a:r>
            <a:r>
              <a:rPr lang="zh-CN" altLang="en-US" sz="1100" dirty="0">
                <a:latin typeface="微软雅黑" panose="020B0503020204020204" pitchFamily="34" charset="-122"/>
                <a:ea typeface="微软雅黑" panose="020B0503020204020204" pitchFamily="34" charset="-122"/>
                <a:cs typeface="Noto Sans" pitchFamily="34" charset="-120"/>
              </a:rPr>
              <a:t>：标准化规划流程。</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协调性</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  干系人、资源、沟通管理。</a:t>
            </a:r>
            <a:endParaRPr lang="en-US" sz="1100" dirty="0">
              <a:latin typeface="微软雅黑" panose="020B0503020204020204" pitchFamily="34" charset="-122"/>
              <a:ea typeface="微软雅黑" panose="020B0503020204020204" pitchFamily="34" charset="-122"/>
              <a:cs typeface="Noto Sans" pitchFamily="34" charset="-120"/>
            </a:endParaRPr>
          </a:p>
        </p:txBody>
      </p:sp>
      <p:sp>
        <p:nvSpPr>
          <p:cNvPr id="34" name="Shape 13">
            <a:extLst>
              <a:ext uri="{FF2B5EF4-FFF2-40B4-BE49-F238E27FC236}">
                <a16:creationId xmlns:a16="http://schemas.microsoft.com/office/drawing/2014/main" id="{7042D938-124F-C3C1-27CF-9F9E2EC88889}"/>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C73AF88A-907E-79B2-48A8-FC3B307322A1}"/>
              </a:ext>
            </a:extLst>
          </p:cNvPr>
          <p:cNvSpPr/>
          <p:nvPr/>
        </p:nvSpPr>
        <p:spPr>
          <a:xfrm>
            <a:off x="667656" y="4193125"/>
            <a:ext cx="1479572" cy="169277"/>
          </a:xfrm>
          <a:prstGeom prst="rect">
            <a:avLst/>
          </a:prstGeom>
          <a:noFill/>
          <a:ln/>
        </p:spPr>
        <p:txBody>
          <a:bodyPr wrap="none" lIns="0" tIns="0" rIns="0" bIns="0" rtlCol="0" anchor="ctr">
            <a:spAutoFit/>
          </a:bodyPr>
          <a:lstStyle/>
          <a:p>
            <a:pPr marL="0" indent="0">
              <a:buNone/>
            </a:pPr>
            <a:r>
              <a:rPr lang="en-US" sz="1100" b="1" dirty="0">
                <a:solidFill>
                  <a:srgbClr val="FF9900"/>
                </a:solidFill>
                <a:latin typeface="微软雅黑" panose="020B0503020204020204" pitchFamily="34" charset="-122"/>
                <a:ea typeface="微软雅黑" panose="020B0503020204020204" pitchFamily="34" charset="-122"/>
                <a:cs typeface="Noto Sans" pitchFamily="34" charset="-120"/>
              </a:rPr>
              <a:t>PMBOK指南（第7版）</a:t>
            </a:r>
            <a:endParaRPr lang="en-US" sz="1100" dirty="0">
              <a:latin typeface="微软雅黑" panose="020B0503020204020204" pitchFamily="34" charset="-122"/>
              <a:ea typeface="微软雅黑" panose="020B0503020204020204" pitchFamily="34" charset="-122"/>
            </a:endParaRPr>
          </a:p>
        </p:txBody>
      </p:sp>
      <p:sp>
        <p:nvSpPr>
          <p:cNvPr id="37" name="Text 15">
            <a:extLst>
              <a:ext uri="{FF2B5EF4-FFF2-40B4-BE49-F238E27FC236}">
                <a16:creationId xmlns:a16="http://schemas.microsoft.com/office/drawing/2014/main" id="{A7DBA36C-C18C-F2AF-9C66-F3200BF96FAF}"/>
              </a:ext>
            </a:extLst>
          </p:cNvPr>
          <p:cNvSpPr/>
          <p:nvPr/>
        </p:nvSpPr>
        <p:spPr>
          <a:xfrm>
            <a:off x="2186110" y="3698700"/>
            <a:ext cx="3286125" cy="1191993"/>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zh-CN" altLang="en-US" sz="1100" dirty="0">
                <a:latin typeface="微软雅黑" panose="020B0503020204020204" pitchFamily="34" charset="-122"/>
                <a:ea typeface="微软雅黑" panose="020B0503020204020204" pitchFamily="34" charset="-122"/>
                <a:cs typeface="Noto Sans"/>
              </a:rPr>
              <a:t>以</a:t>
            </a:r>
            <a:r>
              <a:rPr lang="en-US" altLang="ja-JP" sz="1100" dirty="0">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规划</a:t>
            </a:r>
            <a:r>
              <a:rPr lang="en-US" altLang="ja-JP"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作为核心</a:t>
            </a:r>
            <a:r>
              <a:rPr lang="ja-JP" altLang="en-US" sz="1100" dirty="0">
                <a:solidFill>
                  <a:srgbClr val="FF0000"/>
                </a:solidFill>
                <a:latin typeface="微软雅黑" panose="020B0503020204020204" pitchFamily="34" charset="-122"/>
                <a:ea typeface="微软雅黑" panose="020B0503020204020204" pitchFamily="34" charset="-122"/>
                <a:cs typeface="Noto Sans"/>
              </a:rPr>
              <a:t>绩效域</a:t>
            </a:r>
            <a:r>
              <a:rPr lang="ja-JP" altLang="en-US" sz="1100" dirty="0">
                <a:latin typeface="微软雅黑" panose="020B0503020204020204" pitchFamily="34" charset="-122"/>
                <a:ea typeface="微软雅黑" panose="020B0503020204020204" pitchFamily="34" charset="-122"/>
                <a:cs typeface="Noto Sans"/>
              </a:rPr>
              <a:t>，聚焦于组织和协调活动以实现项目交付 </a:t>
            </a:r>
            <a:r>
              <a:rPr lang="en-US" altLang="ja-JP" sz="1100" dirty="0">
                <a:latin typeface="微软雅黑" panose="020B0503020204020204" pitchFamily="34" charset="-122"/>
                <a:ea typeface="微软雅黑" panose="020B0503020204020204" pitchFamily="34" charset="-122"/>
                <a:cs typeface="Noto Sans"/>
              </a:rPr>
              <a:t>(p.51)</a:t>
            </a:r>
            <a:r>
              <a:rPr lang="ja-JP" altLang="en-US" sz="1100" dirty="0">
                <a:latin typeface="微软雅黑" panose="020B0503020204020204" pitchFamily="34" charset="-122"/>
                <a:ea typeface="微软雅黑" panose="020B0503020204020204" pitchFamily="34" charset="-122"/>
                <a:cs typeface="Noto Sans"/>
              </a:rPr>
              <a:t>，并强调</a:t>
            </a:r>
            <a:r>
              <a:rPr lang="ja-JP" altLang="en-US" sz="1100" dirty="0">
                <a:solidFill>
                  <a:srgbClr val="FF0000"/>
                </a:solidFill>
                <a:latin typeface="微软雅黑" panose="020B0503020204020204" pitchFamily="34" charset="-122"/>
                <a:ea typeface="微软雅黑" panose="020B0503020204020204" pitchFamily="34" charset="-122"/>
                <a:cs typeface="Noto Sans"/>
              </a:rPr>
              <a:t>项目管理计划</a:t>
            </a:r>
            <a:r>
              <a:rPr lang="ja-JP" altLang="en-US" sz="1100" dirty="0">
                <a:latin typeface="微软雅黑" panose="020B0503020204020204" pitchFamily="34" charset="-122"/>
                <a:ea typeface="微软雅黑" panose="020B0503020204020204" pitchFamily="34" charset="-122"/>
                <a:cs typeface="Noto Sans"/>
              </a:rPr>
              <a:t>作为指导项目执行、监控和结束的综合性</a:t>
            </a:r>
            <a:r>
              <a:rPr lang="ja-JP" altLang="en-US" sz="1100" dirty="0">
                <a:solidFill>
                  <a:srgbClr val="FF0000"/>
                </a:solidFill>
                <a:latin typeface="微软雅黑" panose="020B0503020204020204" pitchFamily="34" charset="-122"/>
                <a:ea typeface="微软雅黑" panose="020B0503020204020204" pitchFamily="34" charset="-122"/>
                <a:cs typeface="Noto Sans"/>
              </a:rPr>
              <a:t>文件</a:t>
            </a:r>
            <a:r>
              <a:rPr lang="ja-JP" altLang="en-US" sz="1100" dirty="0">
                <a:latin typeface="微软雅黑" panose="020B0503020204020204" pitchFamily="34" charset="-122"/>
                <a:ea typeface="微软雅黑" panose="020B0503020204020204" pitchFamily="34" charset="-122"/>
                <a:cs typeface="Noto Sans"/>
              </a:rPr>
              <a:t> </a:t>
            </a:r>
            <a:r>
              <a:rPr lang="en-US" altLang="ja-JP" sz="1100" dirty="0">
                <a:latin typeface="微软雅黑" panose="020B0503020204020204" pitchFamily="34" charset="-122"/>
                <a:ea typeface="微软雅黑" panose="020B0503020204020204" pitchFamily="34" charset="-122"/>
                <a:cs typeface="Noto Sans"/>
              </a:rPr>
              <a:t>(p.244)</a:t>
            </a:r>
            <a:r>
              <a:rPr lang="ja-JP" altLang="en-US" sz="1100" dirty="0">
                <a:latin typeface="微软雅黑" panose="020B0503020204020204" pitchFamily="34" charset="-122"/>
                <a:ea typeface="微软雅黑" panose="020B0503020204020204" pitchFamily="34" charset="-122"/>
                <a:cs typeface="Noto Sans"/>
              </a:rPr>
              <a:t>。</a:t>
            </a:r>
            <a:endParaRPr lang="en-US" sz="1100" dirty="0">
              <a:latin typeface="微软雅黑" panose="020B0503020204020204" pitchFamily="34" charset="-122"/>
              <a:ea typeface="微软雅黑" panose="020B0503020204020204" pitchFamily="34" charset="-122"/>
              <a:cs typeface="Noto Sans"/>
            </a:endParaRPr>
          </a:p>
        </p:txBody>
      </p:sp>
      <p:sp>
        <p:nvSpPr>
          <p:cNvPr id="40" name="文本框 39">
            <a:extLst>
              <a:ext uri="{FF2B5EF4-FFF2-40B4-BE49-F238E27FC236}">
                <a16:creationId xmlns:a16="http://schemas.microsoft.com/office/drawing/2014/main" id="{7C8CFF9A-037E-7FED-0355-D5010DD221C9}"/>
              </a:ext>
            </a:extLst>
          </p:cNvPr>
          <p:cNvSpPr txBox="1"/>
          <p:nvPr/>
        </p:nvSpPr>
        <p:spPr>
          <a:xfrm>
            <a:off x="5530559" y="3611747"/>
            <a:ext cx="3286125" cy="1332031"/>
          </a:xfrm>
          <a:prstGeom prst="rect">
            <a:avLst/>
          </a:prstGeom>
          <a:noFill/>
        </p:spPr>
        <p:txBody>
          <a:bodyPr wrap="square">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价值驱动</a:t>
            </a:r>
            <a:r>
              <a:rPr lang="zh-CN" altLang="en-US" sz="1100" dirty="0">
                <a:latin typeface="微软雅黑" panose="020B0503020204020204" pitchFamily="34" charset="-122"/>
                <a:ea typeface="微软雅黑" panose="020B0503020204020204" pitchFamily="34" charset="-122"/>
                <a:cs typeface="Noto Sans" pitchFamily="34" charset="-120"/>
              </a:rPr>
              <a:t>：聚焦商业目标与干系人需求。</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动态适应</a:t>
            </a:r>
            <a:r>
              <a:rPr lang="zh-CN" altLang="en-US" sz="1100" dirty="0">
                <a:latin typeface="微软雅黑" panose="020B0503020204020204" pitchFamily="34" charset="-122"/>
                <a:ea typeface="微软雅黑" panose="020B0503020204020204" pitchFamily="34" charset="-122"/>
                <a:cs typeface="Noto Sans" pitchFamily="34" charset="-120"/>
              </a:rPr>
              <a:t>：支持预测</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适应</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混合开发方法。</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变量导向</a:t>
            </a:r>
            <a:r>
              <a:rPr lang="zh-CN" altLang="en-US" sz="1100" dirty="0">
                <a:latin typeface="微软雅黑" panose="020B0503020204020204" pitchFamily="34" charset="-122"/>
                <a:ea typeface="微软雅黑" panose="020B0503020204020204" pitchFamily="34" charset="-122"/>
                <a:cs typeface="Noto Sans" pitchFamily="34" charset="-120"/>
              </a:rPr>
              <a:t>：管理进度</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预算</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资源等关键要素。</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整合协同</a:t>
            </a:r>
            <a:r>
              <a:rPr lang="zh-CN" altLang="en-US" sz="1100" dirty="0">
                <a:latin typeface="微软雅黑" panose="020B0503020204020204" pitchFamily="34" charset="-122"/>
                <a:ea typeface="微软雅黑" panose="020B0503020204020204" pitchFamily="34" charset="-122"/>
                <a:cs typeface="Noto Sans" pitchFamily="34" charset="-120"/>
              </a:rPr>
              <a:t>：跨绩效域联动 </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如干系人</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不确定性</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环境响应</a:t>
            </a:r>
            <a:r>
              <a:rPr lang="zh-CN" altLang="en-US" sz="1100" dirty="0">
                <a:latin typeface="微软雅黑" panose="020B0503020204020204" pitchFamily="34" charset="-122"/>
                <a:ea typeface="微软雅黑" panose="020B0503020204020204" pitchFamily="34" charset="-122"/>
                <a:cs typeface="Noto Sans" pitchFamily="34" charset="-120"/>
              </a:rPr>
              <a:t>：适应市场</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法规</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组织等外部约束。</a:t>
            </a:r>
            <a:endParaRPr lang="en-US" altLang="zh-CN" sz="1100" dirty="0">
              <a:latin typeface="微软雅黑" panose="020B0503020204020204" pitchFamily="34" charset="-122"/>
              <a:ea typeface="微软雅黑" panose="020B0503020204020204" pitchFamily="34" charset="-122"/>
              <a:cs typeface="Noto Sans" pitchFamily="34" charset="-120"/>
            </a:endParaRPr>
          </a:p>
        </p:txBody>
      </p:sp>
    </p:spTree>
    <p:custDataLst>
      <p:tags r:id="rId1"/>
    </p:custDataLst>
    <p:extLst>
      <p:ext uri="{BB962C8B-B14F-4D97-AF65-F5344CB8AC3E}">
        <p14:creationId xmlns:p14="http://schemas.microsoft.com/office/powerpoint/2010/main" val="3510166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A6A21-387D-BB82-3B8E-B236B3598312}"/>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AA3E60A9-61E8-8BAC-80BC-104484A93C96}"/>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898BB617-1DAA-C8C7-BFFF-94CF9828F8D0}"/>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7FD93AB2-1C11-7274-8BE3-4EF5ABABE7FB}"/>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9243B277-D85A-0111-6F8D-A71F3865167A}"/>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F56B5FE1-722F-163F-7181-03243A45ABB8}"/>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073FF5E0-AE77-2920-54F9-16D8C547EC52}"/>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sp>
        <p:nvSpPr>
          <p:cNvPr id="4" name="文本框 3">
            <a:extLst>
              <a:ext uri="{FF2B5EF4-FFF2-40B4-BE49-F238E27FC236}">
                <a16:creationId xmlns:a16="http://schemas.microsoft.com/office/drawing/2014/main" id="{88D57673-881D-439B-F977-441D87A6F44E}"/>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项目计划的多元视角</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94" name="Text 37">
            <a:extLst>
              <a:ext uri="{FF2B5EF4-FFF2-40B4-BE49-F238E27FC236}">
                <a16:creationId xmlns:a16="http://schemas.microsoft.com/office/drawing/2014/main" id="{54A2DF49-6B1B-050F-A03E-7353E13312E8}"/>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9FD96A5A-36E1-5549-8E5A-02BCF55692EA}"/>
              </a:ext>
            </a:extLst>
          </p:cNvPr>
          <p:cNvSpPr/>
          <p:nvPr/>
        </p:nvSpPr>
        <p:spPr>
          <a:xfrm>
            <a:off x="581931" y="1319563"/>
            <a:ext cx="821531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不同知识体系对项目计划的视角比较</a:t>
            </a:r>
            <a:endParaRPr lang="en-US" sz="1350" dirty="0"/>
          </a:p>
        </p:txBody>
      </p:sp>
      <p:sp>
        <p:nvSpPr>
          <p:cNvPr id="10" name="Shape 4">
            <a:extLst>
              <a:ext uri="{FF2B5EF4-FFF2-40B4-BE49-F238E27FC236}">
                <a16:creationId xmlns:a16="http://schemas.microsoft.com/office/drawing/2014/main" id="{BD8C9A84-A026-663D-6FC4-0A90453D306F}"/>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4878B3EE-1E12-6D7C-E820-AEBE01DA7582}"/>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AD9B4668-0BE4-2AC9-820C-CE354FC2F898}"/>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1931A33E-77CD-AEC8-39FB-50C6029534E7}"/>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计划定义与范围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40EB58D2-779B-FAD6-F5EE-7D8A0F86ED70}"/>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E3886818-7EEC-88FF-F0BB-48D36BAF9CCF}"/>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85A87342-7F88-C6BC-7976-C3ADEF646C10}"/>
              </a:ext>
            </a:extLst>
          </p:cNvPr>
          <p:cNvSpPr/>
          <p:nvPr/>
        </p:nvSpPr>
        <p:spPr>
          <a:xfrm>
            <a:off x="667656" y="2702099"/>
            <a:ext cx="681277"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itchFamily="34" charset="-120"/>
              </a:rPr>
              <a:t>ISO21502</a:t>
            </a:r>
            <a:endParaRPr lang="en-US" altLang="zh-CN" sz="1100" dirty="0">
              <a:latin typeface="微软雅黑" panose="020B0503020204020204" pitchFamily="34" charset="-122"/>
              <a:ea typeface="微软雅黑" panose="020B0503020204020204" pitchFamily="34" charset="-122"/>
            </a:endParaRPr>
          </a:p>
        </p:txBody>
      </p:sp>
      <p:sp>
        <p:nvSpPr>
          <p:cNvPr id="32" name="Text 11">
            <a:extLst>
              <a:ext uri="{FF2B5EF4-FFF2-40B4-BE49-F238E27FC236}">
                <a16:creationId xmlns:a16="http://schemas.microsoft.com/office/drawing/2014/main" id="{A30A2C5C-C8EE-1362-E6F9-272EB7957BE9}"/>
              </a:ext>
            </a:extLst>
          </p:cNvPr>
          <p:cNvSpPr/>
          <p:nvPr/>
        </p:nvSpPr>
        <p:spPr>
          <a:xfrm>
            <a:off x="2213110" y="2318136"/>
            <a:ext cx="3286125" cy="938077"/>
          </a:xfrm>
          <a:prstGeom prst="rect">
            <a:avLst/>
          </a:prstGeom>
          <a:noFill/>
          <a:ln/>
        </p:spPr>
        <p:txBody>
          <a:bodyPr wrap="square" lIns="102108" tIns="102108" rIns="102108" bIns="102108" rtlCol="0" anchor="ctr">
            <a:spAutoFit/>
          </a:bodyPr>
          <a:lstStyle/>
          <a:p>
            <a:pPr>
              <a:lnSpc>
                <a:spcPct val="150000"/>
              </a:lnSpc>
            </a:pPr>
            <a:r>
              <a:rPr lang="en-US" altLang="zh-CN" sz="1100" dirty="0">
                <a:latin typeface="微软雅黑" panose="020B0503020204020204" pitchFamily="34" charset="-122"/>
                <a:ea typeface="微软雅黑" panose="020B0503020204020204" pitchFamily="34" charset="-122"/>
                <a:cs typeface="Noto Sans"/>
              </a:rPr>
              <a:t>17</a:t>
            </a:r>
            <a:r>
              <a:rPr lang="zh-CN" altLang="zh-CN" sz="1100" dirty="0">
                <a:latin typeface="微软雅黑" panose="020B0503020204020204" pitchFamily="34" charset="-122"/>
                <a:ea typeface="微软雅黑" panose="020B0503020204020204" pitchFamily="34" charset="-122"/>
                <a:cs typeface="Noto Sans"/>
              </a:rPr>
              <a:t>个项目管理实践之一</a:t>
            </a:r>
            <a:r>
              <a:rPr lang="zh-CN" altLang="en-US" sz="1100" dirty="0">
                <a:latin typeface="微软雅黑" panose="020B0503020204020204" pitchFamily="34" charset="-122"/>
                <a:ea typeface="微软雅黑" panose="020B0503020204020204" pitchFamily="34" charset="-122"/>
                <a:cs typeface="Noto Sans"/>
              </a:rPr>
              <a:t>，</a:t>
            </a:r>
            <a:r>
              <a:rPr lang="en-US" altLang="zh-CN" sz="1100" dirty="0" err="1">
                <a:latin typeface="微软雅黑" panose="020B0503020204020204" pitchFamily="34" charset="-122"/>
                <a:ea typeface="微软雅黑" panose="020B0503020204020204" pitchFamily="34" charset="-122"/>
                <a:cs typeface="Noto Sans"/>
              </a:rPr>
              <a:t>计划的目的是</a:t>
            </a:r>
            <a:r>
              <a:rPr lang="en-US" altLang="zh-CN" sz="1100" dirty="0" err="1">
                <a:solidFill>
                  <a:srgbClr val="FF0000"/>
                </a:solidFill>
                <a:latin typeface="微软雅黑" panose="020B0503020204020204" pitchFamily="34" charset="-122"/>
                <a:ea typeface="微软雅黑" panose="020B0503020204020204" pitchFamily="34" charset="-122"/>
                <a:cs typeface="Noto Sans"/>
              </a:rPr>
              <a:t>界定需求、交付物、产出、结果和限制</a:t>
            </a:r>
            <a:r>
              <a:rPr lang="en-US" altLang="zh-CN" sz="1100" dirty="0" err="1">
                <a:latin typeface="微软雅黑" panose="020B0503020204020204" pitchFamily="34" charset="-122"/>
                <a:ea typeface="微软雅黑" panose="020B0503020204020204" pitchFamily="34" charset="-122"/>
                <a:cs typeface="Noto Sans"/>
              </a:rPr>
              <a:t>，并决定如何实现项目的目标</a:t>
            </a:r>
            <a:r>
              <a:rPr lang="en-US" altLang="zh-CN" sz="1100" dirty="0">
                <a:latin typeface="微软雅黑" panose="020B0503020204020204" pitchFamily="34" charset="-122"/>
                <a:ea typeface="微软雅黑" panose="020B0503020204020204" pitchFamily="34" charset="-122"/>
                <a:cs typeface="Noto Sans"/>
              </a:rPr>
              <a:t> </a:t>
            </a:r>
            <a:r>
              <a:rPr lang="zh-CN" altLang="en-US" sz="1100" dirty="0">
                <a:latin typeface="微软雅黑" panose="020B0503020204020204" pitchFamily="34" charset="-122"/>
                <a:ea typeface="微软雅黑" panose="020B0503020204020204" pitchFamily="34" charset="-122"/>
                <a:cs typeface="Noto Sans"/>
              </a:rPr>
              <a:t>。</a:t>
            </a:r>
            <a:endParaRPr lang="en-US" altLang="zh-CN" sz="1100" dirty="0">
              <a:latin typeface="微软雅黑" panose="020B0503020204020204" pitchFamily="34" charset="-122"/>
              <a:ea typeface="微软雅黑" panose="020B0503020204020204" pitchFamily="34" charset="-122"/>
              <a:cs typeface="Noto Sans"/>
            </a:endParaRPr>
          </a:p>
        </p:txBody>
      </p:sp>
      <p:sp>
        <p:nvSpPr>
          <p:cNvPr id="33" name="Text 12">
            <a:extLst>
              <a:ext uri="{FF2B5EF4-FFF2-40B4-BE49-F238E27FC236}">
                <a16:creationId xmlns:a16="http://schemas.microsoft.com/office/drawing/2014/main" id="{37C4DA7C-086C-EFA6-E763-149714EB17D9}"/>
              </a:ext>
            </a:extLst>
          </p:cNvPr>
          <p:cNvSpPr/>
          <p:nvPr/>
        </p:nvSpPr>
        <p:spPr>
          <a:xfrm>
            <a:off x="5517177" y="2061356"/>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协作性</a:t>
            </a:r>
            <a:r>
              <a:rPr lang="zh-CN" altLang="en-US" sz="1100" dirty="0">
                <a:latin typeface="微软雅黑" panose="020B0503020204020204" pitchFamily="34" charset="-122"/>
                <a:ea typeface="微软雅黑" panose="020B0503020204020204" pitchFamily="34" charset="-122"/>
                <a:cs typeface="Noto Sans" pitchFamily="34" charset="-120"/>
              </a:rPr>
              <a:t>：团队共同参与制定，融入多方建议。</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层级化</a:t>
            </a:r>
            <a:r>
              <a:rPr lang="zh-CN" altLang="en-US" sz="1100" dirty="0">
                <a:latin typeface="微软雅黑" panose="020B0503020204020204" pitchFamily="34" charset="-122"/>
                <a:ea typeface="微软雅黑" panose="020B0503020204020204" pitchFamily="34" charset="-122"/>
                <a:cs typeface="Noto Sans" pitchFamily="34" charset="-120"/>
              </a:rPr>
              <a:t>：明确责任主体，支持多级详略计划。</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渐进明细</a:t>
            </a:r>
            <a:r>
              <a:rPr lang="zh-CN" altLang="en-US" sz="1100" dirty="0">
                <a:latin typeface="微软雅黑" panose="020B0503020204020204" pitchFamily="34" charset="-122"/>
                <a:ea typeface="微软雅黑" panose="020B0503020204020204" pitchFamily="34" charset="-122"/>
                <a:cs typeface="Noto Sans" pitchFamily="34" charset="-120"/>
              </a:rPr>
              <a:t>：近期计划更详细，范围可逐步细化。</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基线管理</a:t>
            </a:r>
            <a:r>
              <a:rPr lang="zh-CN" altLang="en-US" sz="1100" dirty="0">
                <a:latin typeface="微软雅黑" panose="020B0503020204020204" pitchFamily="34" charset="-122"/>
                <a:ea typeface="微软雅黑" panose="020B0503020204020204" pitchFamily="34" charset="-122"/>
                <a:cs typeface="Noto Sans" pitchFamily="34" charset="-120"/>
              </a:rPr>
              <a:t>：建立需求</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范围</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进度</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成本等多维基线。</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动态控制</a:t>
            </a:r>
            <a:r>
              <a:rPr lang="zh-CN" altLang="en-US" sz="1100" dirty="0">
                <a:latin typeface="微软雅黑" panose="020B0503020204020204" pitchFamily="34" charset="-122"/>
                <a:ea typeface="微软雅黑" panose="020B0503020204020204" pitchFamily="34" charset="-122"/>
                <a:cs typeface="Noto Sans" pitchFamily="34" charset="-120"/>
              </a:rPr>
              <a:t>：基线变更受控，定期监测分析进展。</a:t>
            </a:r>
            <a:endParaRPr lang="en-US" sz="1100" dirty="0">
              <a:latin typeface="微软雅黑" panose="020B0503020204020204" pitchFamily="34" charset="-122"/>
              <a:ea typeface="微软雅黑" panose="020B0503020204020204" pitchFamily="34" charset="-122"/>
              <a:cs typeface="Noto Sans" pitchFamily="34" charset="-120"/>
            </a:endParaRPr>
          </a:p>
        </p:txBody>
      </p:sp>
      <p:sp>
        <p:nvSpPr>
          <p:cNvPr id="34" name="Shape 13">
            <a:extLst>
              <a:ext uri="{FF2B5EF4-FFF2-40B4-BE49-F238E27FC236}">
                <a16:creationId xmlns:a16="http://schemas.microsoft.com/office/drawing/2014/main" id="{6340460F-BF54-4A69-C9BA-7EB71DD48C88}"/>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82267879-0F25-1F8C-CA5B-D9E617BE2E46}"/>
              </a:ext>
            </a:extLst>
          </p:cNvPr>
          <p:cNvSpPr/>
          <p:nvPr/>
        </p:nvSpPr>
        <p:spPr>
          <a:xfrm>
            <a:off x="667656" y="4193125"/>
            <a:ext cx="718145" cy="169277"/>
          </a:xfrm>
          <a:prstGeom prst="rect">
            <a:avLst/>
          </a:prstGeom>
          <a:noFill/>
          <a:ln/>
        </p:spPr>
        <p:txBody>
          <a:bodyPr wrap="none" lIns="0" tIns="0" rIns="0" bIns="0" rtlCol="0" anchor="ctr">
            <a:spAutoFit/>
          </a:bodyPr>
          <a:lstStyle/>
          <a:p>
            <a:r>
              <a:rPr lang="en-US" altLang="zh-CN" sz="1100" b="1" dirty="0">
                <a:solidFill>
                  <a:schemeClr val="accent4">
                    <a:lumMod val="75000"/>
                  </a:schemeClr>
                </a:solidFill>
                <a:latin typeface="微软雅黑" panose="020B0503020204020204" pitchFamily="34" charset="-122"/>
                <a:ea typeface="微软雅黑" panose="020B0503020204020204" pitchFamily="34" charset="-122"/>
                <a:cs typeface="Noto Sans" panose="020B0502040504020204" pitchFamily="34" charset="0"/>
              </a:rPr>
              <a:t>PM</a:t>
            </a:r>
            <a:r>
              <a:rPr lang="en-US" altLang="zh-CN" sz="1100" b="1" baseline="30000" dirty="0">
                <a:solidFill>
                  <a:schemeClr val="accent4">
                    <a:lumMod val="75000"/>
                  </a:schemeClr>
                </a:solidFill>
                <a:latin typeface="微软雅黑" panose="020B0503020204020204" pitchFamily="34" charset="-122"/>
                <a:ea typeface="微软雅黑" panose="020B0503020204020204" pitchFamily="34" charset="-122"/>
                <a:cs typeface="Noto Sans" panose="020B0502040504020204" pitchFamily="34" charset="0"/>
              </a:rPr>
              <a:t>2</a:t>
            </a:r>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方法论</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7" name="Text 15">
            <a:extLst>
              <a:ext uri="{FF2B5EF4-FFF2-40B4-BE49-F238E27FC236}">
                <a16:creationId xmlns:a16="http://schemas.microsoft.com/office/drawing/2014/main" id="{90DF29C2-5443-BA65-C9D7-26006B26CF4D}"/>
              </a:ext>
            </a:extLst>
          </p:cNvPr>
          <p:cNvSpPr/>
          <p:nvPr/>
        </p:nvSpPr>
        <p:spPr>
          <a:xfrm>
            <a:off x="2186110" y="3698700"/>
            <a:ext cx="3286125" cy="1191993"/>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计划阶段</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是项目生命周期</a:t>
            </a:r>
            <a:r>
              <a:rPr lang="ja-JP" altLang="en-US" sz="1100" dirty="0">
                <a:solidFill>
                  <a:srgbClr val="FF0000"/>
                </a:solidFill>
                <a:latin typeface="微软雅黑" panose="020B0503020204020204" pitchFamily="34" charset="-122"/>
                <a:ea typeface="微软雅黑" panose="020B0503020204020204" pitchFamily="34" charset="-122"/>
                <a:cs typeface="Noto Sans"/>
              </a:rPr>
              <a:t>第二阶段</a:t>
            </a:r>
            <a:r>
              <a:rPr lang="ja-JP" altLang="en-US" sz="1100" dirty="0">
                <a:latin typeface="微软雅黑" panose="020B0503020204020204" pitchFamily="34" charset="-122"/>
                <a:ea typeface="微软雅黑" panose="020B0503020204020204" pitchFamily="34" charset="-122"/>
                <a:cs typeface="Noto Sans"/>
              </a:rPr>
              <a:t>，始于</a:t>
            </a:r>
            <a:r>
              <a:rPr lang="ja-JP" altLang="en-US" sz="1100" dirty="0">
                <a:solidFill>
                  <a:srgbClr val="FF0000"/>
                </a:solidFill>
                <a:latin typeface="微软雅黑" panose="020B0503020204020204" pitchFamily="34" charset="-122"/>
                <a:ea typeface="微软雅黑" panose="020B0503020204020204" pitchFamily="34" charset="-122"/>
                <a:cs typeface="Noto Sans"/>
              </a:rPr>
              <a:t>提出计划</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止于提出执行 </a:t>
            </a:r>
            <a:r>
              <a:rPr lang="en-US" altLang="ja-JP" sz="1100" dirty="0">
                <a:latin typeface="微软雅黑" panose="020B0503020204020204" pitchFamily="34" charset="-122"/>
                <a:ea typeface="微软雅黑" panose="020B0503020204020204" pitchFamily="34" charset="-122"/>
                <a:cs typeface="Noto Sans"/>
              </a:rPr>
              <a:t>(</a:t>
            </a:r>
            <a:r>
              <a:rPr lang="zh-CN" altLang="en-US" sz="1100" dirty="0">
                <a:latin typeface="微软雅黑" panose="020B0503020204020204" pitchFamily="34" charset="-122"/>
                <a:ea typeface="微软雅黑" panose="020B0503020204020204" pitchFamily="34" charset="-122"/>
                <a:cs typeface="Noto Sans"/>
              </a:rPr>
              <a:t>第</a:t>
            </a:r>
            <a:r>
              <a:rPr lang="en-US" altLang="zh-CN" sz="1100" dirty="0">
                <a:latin typeface="微软雅黑" panose="020B0503020204020204" pitchFamily="34" charset="-122"/>
                <a:ea typeface="微软雅黑" panose="020B0503020204020204" pitchFamily="34" charset="-122"/>
                <a:cs typeface="Noto Sans"/>
              </a:rPr>
              <a:t>6</a:t>
            </a:r>
            <a:r>
              <a:rPr lang="zh-CN" altLang="en-US" sz="1100" dirty="0">
                <a:latin typeface="微软雅黑" panose="020B0503020204020204" pitchFamily="34" charset="-122"/>
                <a:ea typeface="微软雅黑" panose="020B0503020204020204" pitchFamily="34" charset="-122"/>
                <a:cs typeface="Noto Sans"/>
              </a:rPr>
              <a:t>章</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其核心任务是将项目</a:t>
            </a:r>
            <a:r>
              <a:rPr lang="ja-JP" altLang="en-US" sz="1100" dirty="0">
                <a:solidFill>
                  <a:srgbClr val="FF0000"/>
                </a:solidFill>
                <a:latin typeface="微软雅黑" panose="020B0503020204020204" pitchFamily="34" charset="-122"/>
                <a:ea typeface="微软雅黑" panose="020B0503020204020204" pitchFamily="34" charset="-122"/>
                <a:cs typeface="Noto Sans"/>
              </a:rPr>
              <a:t>目标</a:t>
            </a:r>
            <a:r>
              <a:rPr lang="ja-JP" altLang="en-US" sz="1100" dirty="0">
                <a:latin typeface="微软雅黑" panose="020B0503020204020204" pitchFamily="34" charset="-122"/>
                <a:ea typeface="微软雅黑" panose="020B0503020204020204" pitchFamily="34" charset="-122"/>
                <a:cs typeface="Noto Sans"/>
              </a:rPr>
              <a:t>转化为具体</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可操作的项目计划</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为执行阶段奠定基础</a:t>
            </a:r>
            <a:r>
              <a:rPr lang="en-US" altLang="zh-CN" sz="1100" dirty="0">
                <a:latin typeface="微软雅黑" panose="020B0503020204020204" pitchFamily="34" charset="-122"/>
                <a:ea typeface="微软雅黑" panose="020B0503020204020204" pitchFamily="34" charset="-122"/>
                <a:cs typeface="Noto Sans"/>
              </a:rPr>
              <a:t>。</a:t>
            </a:r>
          </a:p>
        </p:txBody>
      </p:sp>
      <p:sp>
        <p:nvSpPr>
          <p:cNvPr id="40" name="文本框 39">
            <a:extLst>
              <a:ext uri="{FF2B5EF4-FFF2-40B4-BE49-F238E27FC236}">
                <a16:creationId xmlns:a16="http://schemas.microsoft.com/office/drawing/2014/main" id="{44E932FB-7248-E98C-245C-C60D50BB17FD}"/>
              </a:ext>
            </a:extLst>
          </p:cNvPr>
          <p:cNvSpPr txBox="1"/>
          <p:nvPr/>
        </p:nvSpPr>
        <p:spPr>
          <a:xfrm>
            <a:off x="5530559" y="3620778"/>
            <a:ext cx="3201303" cy="1332031"/>
          </a:xfrm>
          <a:prstGeom prst="rect">
            <a:avLst/>
          </a:prstGeom>
          <a:noFill/>
        </p:spPr>
        <p:txBody>
          <a:bodyPr wrap="square">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结构化流程</a:t>
            </a:r>
            <a:r>
              <a:rPr lang="zh-CN" altLang="en-US" sz="1100" dirty="0">
                <a:latin typeface="微软雅黑" panose="020B0503020204020204" pitchFamily="34" charset="-122"/>
                <a:ea typeface="微软雅黑" panose="020B0503020204020204" pitchFamily="34" charset="-122"/>
                <a:cs typeface="Noto Sans" pitchFamily="34" charset="-120"/>
              </a:rPr>
              <a:t>：明确计划阶段的</a:t>
            </a:r>
            <a:r>
              <a:rPr lang="en-US" altLang="zh-CN" sz="1100" dirty="0">
                <a:latin typeface="微软雅黑" panose="020B0503020204020204" pitchFamily="34" charset="-122"/>
                <a:ea typeface="微软雅黑" panose="020B0503020204020204" pitchFamily="34" charset="-122"/>
                <a:cs typeface="Noto Sans" pitchFamily="34" charset="-120"/>
              </a:rPr>
              <a:t>6</a:t>
            </a:r>
            <a:r>
              <a:rPr lang="zh-CN" altLang="en-US" sz="1100" dirty="0">
                <a:latin typeface="微软雅黑" panose="020B0503020204020204" pitchFamily="34" charset="-122"/>
                <a:ea typeface="微软雅黑" panose="020B0503020204020204" pitchFamily="34" charset="-122"/>
                <a:cs typeface="Noto Sans" pitchFamily="34" charset="-120"/>
              </a:rPr>
              <a:t>个标准化步骤。</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双轨制计划</a:t>
            </a:r>
            <a:r>
              <a:rPr lang="zh-CN" altLang="en-US" sz="1100" dirty="0">
                <a:latin typeface="微软雅黑" panose="020B0503020204020204" pitchFamily="34" charset="-122"/>
                <a:ea typeface="微软雅黑" panose="020B0503020204020204" pitchFamily="34" charset="-122"/>
                <a:cs typeface="Noto Sans" pitchFamily="34" charset="-120"/>
              </a:rPr>
              <a:t>：区分管理计划与项目计划。</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基线确认机制</a:t>
            </a:r>
            <a:r>
              <a:rPr lang="zh-CN" altLang="en-US" sz="1100" dirty="0">
                <a:latin typeface="微软雅黑" panose="020B0503020204020204" pitchFamily="34" charset="-122"/>
                <a:ea typeface="微软雅黑" panose="020B0503020204020204" pitchFamily="34" charset="-122"/>
                <a:cs typeface="Noto Sans" pitchFamily="34" charset="-120"/>
              </a:rPr>
              <a:t>：通过签字确认建立正式承诺。</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全要素覆盖</a:t>
            </a:r>
            <a:r>
              <a:rPr lang="zh-CN" altLang="en-US" sz="1100" dirty="0">
                <a:latin typeface="微软雅黑" panose="020B0503020204020204" pitchFamily="34" charset="-122"/>
                <a:ea typeface="微软雅黑" panose="020B0503020204020204" pitchFamily="34" charset="-122"/>
                <a:cs typeface="Noto Sans" pitchFamily="34" charset="-120"/>
              </a:rPr>
              <a:t>：包含</a:t>
            </a:r>
            <a:r>
              <a:rPr lang="en-US" altLang="zh-CN" sz="1100" dirty="0">
                <a:latin typeface="微软雅黑" panose="020B0503020204020204" pitchFamily="34" charset="-122"/>
                <a:ea typeface="微软雅黑" panose="020B0503020204020204" pitchFamily="34" charset="-122"/>
                <a:cs typeface="Noto Sans" pitchFamily="34" charset="-120"/>
              </a:rPr>
              <a:t>WBS/</a:t>
            </a:r>
            <a:r>
              <a:rPr lang="zh-CN" altLang="en-US" sz="1100" dirty="0">
                <a:latin typeface="微软雅黑" panose="020B0503020204020204" pitchFamily="34" charset="-122"/>
                <a:ea typeface="微软雅黑" panose="020B0503020204020204" pitchFamily="34" charset="-122"/>
                <a:cs typeface="Noto Sans" pitchFamily="34" charset="-120"/>
              </a:rPr>
              <a:t>进度</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成本</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等综合内容。 </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渐进确认</a:t>
            </a:r>
            <a:r>
              <a:rPr lang="zh-CN" altLang="en-US" sz="1100" dirty="0">
                <a:latin typeface="微软雅黑" panose="020B0503020204020204" pitchFamily="34" charset="-122"/>
                <a:ea typeface="微软雅黑" panose="020B0503020204020204" pitchFamily="34" charset="-122"/>
                <a:cs typeface="Noto Sans" pitchFamily="34" charset="-120"/>
              </a:rPr>
              <a:t>：通过多次迭代更新最终达成一致</a:t>
            </a:r>
            <a:endParaRPr lang="en-US" altLang="zh-CN" sz="1100" dirty="0">
              <a:latin typeface="微软雅黑" panose="020B0503020204020204" pitchFamily="34" charset="-122"/>
              <a:ea typeface="微软雅黑" panose="020B0503020204020204" pitchFamily="34" charset="-122"/>
              <a:cs typeface="Noto Sans" pitchFamily="34" charset="-120"/>
            </a:endParaRPr>
          </a:p>
        </p:txBody>
      </p:sp>
    </p:spTree>
    <p:custDataLst>
      <p:tags r:id="rId1"/>
    </p:custDataLst>
    <p:extLst>
      <p:ext uri="{BB962C8B-B14F-4D97-AF65-F5344CB8AC3E}">
        <p14:creationId xmlns:p14="http://schemas.microsoft.com/office/powerpoint/2010/main" val="960489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0B792-D6FE-8211-3E20-74C6CE8DB779}"/>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2A8F3507-0CDD-9ACA-4C5F-06A98049454F}"/>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695156AF-E2E9-5BBD-B952-121389E06FD0}"/>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13A6CB60-AB7B-5503-D238-8CC785353538}"/>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C61836AA-B8F6-D1D8-6EE6-C21A4E9586C0}"/>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3A000303-6CFF-EA90-3D7D-86FFE88C4335}"/>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9BB2AC92-0847-D43F-9657-7D13A9DFA70F}"/>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sp>
        <p:nvSpPr>
          <p:cNvPr id="4" name="文本框 3">
            <a:extLst>
              <a:ext uri="{FF2B5EF4-FFF2-40B4-BE49-F238E27FC236}">
                <a16:creationId xmlns:a16="http://schemas.microsoft.com/office/drawing/2014/main" id="{6B6304C8-171D-E066-D799-53B90C3E8D4A}"/>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项目计划的多元视角</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94" name="Text 37">
            <a:extLst>
              <a:ext uri="{FF2B5EF4-FFF2-40B4-BE49-F238E27FC236}">
                <a16:creationId xmlns:a16="http://schemas.microsoft.com/office/drawing/2014/main" id="{7610A7BA-86DF-939B-5F7F-B73EABF82DCB}"/>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1D5055C1-17D0-9A82-3DF5-32010F57D5D1}"/>
              </a:ext>
            </a:extLst>
          </p:cNvPr>
          <p:cNvSpPr/>
          <p:nvPr/>
        </p:nvSpPr>
        <p:spPr>
          <a:xfrm>
            <a:off x="581931" y="1319563"/>
            <a:ext cx="821531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不同知识体系对项目计划的视角比较</a:t>
            </a:r>
            <a:endParaRPr lang="en-US" sz="1350" dirty="0"/>
          </a:p>
        </p:txBody>
      </p:sp>
      <p:sp>
        <p:nvSpPr>
          <p:cNvPr id="10" name="Shape 4">
            <a:extLst>
              <a:ext uri="{FF2B5EF4-FFF2-40B4-BE49-F238E27FC236}">
                <a16:creationId xmlns:a16="http://schemas.microsoft.com/office/drawing/2014/main" id="{4B4D7390-DA93-ECB7-663E-6E10F47DD485}"/>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BECB747F-8738-231D-0FF4-883A647A90D5}"/>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4BA71E30-D205-2F07-0191-7F93ADCA3854}"/>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885504C9-AF5C-35B6-7188-A0C99B784071}"/>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计划定义与范围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4C7FD33E-D5E7-0893-4C4D-5D5975E63A5C}"/>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2DB6AB5A-ACA1-8EB7-B456-821A3787450A}"/>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2212B451-8220-E25F-E5A2-9DC53E512DD4}"/>
              </a:ext>
            </a:extLst>
          </p:cNvPr>
          <p:cNvSpPr/>
          <p:nvPr/>
        </p:nvSpPr>
        <p:spPr>
          <a:xfrm>
            <a:off x="667656" y="2702099"/>
            <a:ext cx="620363"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itchFamily="34" charset="-120"/>
              </a:rPr>
              <a:t>PRINCE2</a:t>
            </a:r>
            <a:endParaRPr lang="en-US" altLang="zh-CN" sz="1100" dirty="0">
              <a:latin typeface="微软雅黑" panose="020B0503020204020204" pitchFamily="34" charset="-122"/>
              <a:ea typeface="微软雅黑" panose="020B0503020204020204" pitchFamily="34" charset="-122"/>
            </a:endParaRPr>
          </a:p>
        </p:txBody>
      </p:sp>
      <p:sp>
        <p:nvSpPr>
          <p:cNvPr id="32" name="Text 11">
            <a:extLst>
              <a:ext uri="{FF2B5EF4-FFF2-40B4-BE49-F238E27FC236}">
                <a16:creationId xmlns:a16="http://schemas.microsoft.com/office/drawing/2014/main" id="{63E0D747-A08C-4AC2-7D56-0DFEDDB43497}"/>
              </a:ext>
            </a:extLst>
          </p:cNvPr>
          <p:cNvSpPr/>
          <p:nvPr/>
        </p:nvSpPr>
        <p:spPr>
          <a:xfrm>
            <a:off x="2213110" y="2445094"/>
            <a:ext cx="3286125" cy="684162"/>
          </a:xfrm>
          <a:prstGeom prst="rect">
            <a:avLst/>
          </a:prstGeom>
          <a:noFill/>
          <a:ln/>
        </p:spPr>
        <p:txBody>
          <a:bodyPr wrap="square" lIns="102108" tIns="102108" rIns="102108" bIns="102108" rtlCol="0" anchor="ctr">
            <a:spAutoFit/>
          </a:bodyPr>
          <a:lstStyle/>
          <a:p>
            <a:pPr>
              <a:lnSpc>
                <a:spcPct val="150000"/>
              </a:lnSpc>
            </a:pPr>
            <a:r>
              <a:rPr lang="en-US" altLang="zh-CN" sz="1100" dirty="0" err="1">
                <a:latin typeface="微软雅黑" panose="020B0503020204020204" pitchFamily="34" charset="-122"/>
                <a:ea typeface="微软雅黑" panose="020B0503020204020204" pitchFamily="34" charset="-122"/>
                <a:cs typeface="Noto Sans" pitchFamily="34" charset="-120"/>
              </a:rPr>
              <a:t>计划主题的目标是通过</a:t>
            </a:r>
            <a:r>
              <a:rPr lang="en-US" altLang="zh-CN" sz="1100" dirty="0" err="1">
                <a:solidFill>
                  <a:srgbClr val="FF0000"/>
                </a:solidFill>
                <a:latin typeface="微软雅黑" panose="020B0503020204020204" pitchFamily="34" charset="-122"/>
                <a:ea typeface="微软雅黑" panose="020B0503020204020204" pitchFamily="34" charset="-122"/>
                <a:cs typeface="Noto Sans" pitchFamily="34" charset="-120"/>
              </a:rPr>
              <a:t>定义交付产品</a:t>
            </a:r>
            <a:r>
              <a:rPr lang="en-US" altLang="zh-CN" sz="1100" dirty="0" err="1">
                <a:latin typeface="微软雅黑" panose="020B0503020204020204" pitchFamily="34" charset="-122"/>
                <a:ea typeface="微软雅黑" panose="020B0503020204020204" pitchFamily="34" charset="-122"/>
                <a:cs typeface="Noto Sans" pitchFamily="34" charset="-120"/>
              </a:rPr>
              <a:t>的方式来</a:t>
            </a:r>
            <a:r>
              <a:rPr lang="en-US" altLang="zh-CN" sz="1100" dirty="0" err="1">
                <a:solidFill>
                  <a:srgbClr val="FF0000"/>
                </a:solidFill>
                <a:latin typeface="微软雅黑" panose="020B0503020204020204" pitchFamily="34" charset="-122"/>
                <a:ea typeface="微软雅黑" panose="020B0503020204020204" pitchFamily="34" charset="-122"/>
                <a:cs typeface="Noto Sans" pitchFamily="34" charset="-120"/>
              </a:rPr>
              <a:t>促进有效沟通与控制</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endParaRPr>
          </a:p>
        </p:txBody>
      </p:sp>
      <p:sp>
        <p:nvSpPr>
          <p:cNvPr id="33" name="Text 12">
            <a:extLst>
              <a:ext uri="{FF2B5EF4-FFF2-40B4-BE49-F238E27FC236}">
                <a16:creationId xmlns:a16="http://schemas.microsoft.com/office/drawing/2014/main" id="{7D7D4654-D53F-FD22-6673-BD98CEB17FB7}"/>
              </a:ext>
            </a:extLst>
          </p:cNvPr>
          <p:cNvSpPr/>
          <p:nvPr/>
        </p:nvSpPr>
        <p:spPr>
          <a:xfrm>
            <a:off x="5517177" y="2061357"/>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产品导向</a:t>
            </a:r>
            <a:r>
              <a:rPr lang="zh-CN" altLang="en-US" sz="1100" dirty="0">
                <a:latin typeface="微软雅黑" panose="020B0503020204020204" pitchFamily="34" charset="-122"/>
                <a:ea typeface="微软雅黑" panose="020B0503020204020204" pitchFamily="34" charset="-122"/>
                <a:cs typeface="Noto Sans" pitchFamily="34" charset="-120"/>
              </a:rPr>
              <a:t>：先定义产品再规划活动。</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层级化控制</a:t>
            </a:r>
            <a:r>
              <a:rPr lang="zh-CN" altLang="en-US" sz="1100" dirty="0">
                <a:latin typeface="微软雅黑" panose="020B0503020204020204" pitchFamily="34" charset="-122"/>
                <a:ea typeface="微软雅黑" panose="020B0503020204020204" pitchFamily="34" charset="-122"/>
                <a:cs typeface="Noto Sans" pitchFamily="34" charset="-120"/>
              </a:rPr>
              <a:t>：四层计划体系实现精细化管理。</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动态演进</a:t>
            </a:r>
            <a:r>
              <a:rPr lang="zh-CN" altLang="en-US" sz="1100" dirty="0">
                <a:latin typeface="微软雅黑" panose="020B0503020204020204" pitchFamily="34" charset="-122"/>
                <a:ea typeface="微软雅黑" panose="020B0503020204020204" pitchFamily="34" charset="-122"/>
                <a:cs typeface="Noto Sans" pitchFamily="34" charset="-120"/>
              </a:rPr>
              <a:t>：通过阶段边界流程持续更新计划。</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全视角适配</a:t>
            </a:r>
            <a:r>
              <a:rPr lang="zh-CN" altLang="en-US" sz="1100" dirty="0">
                <a:latin typeface="微软雅黑" panose="020B0503020204020204" pitchFamily="34" charset="-122"/>
                <a:ea typeface="微软雅黑" panose="020B0503020204020204" pitchFamily="34" charset="-122"/>
                <a:cs typeface="Noto Sans" pitchFamily="34" charset="-120"/>
              </a:rPr>
              <a:t>：包含敏捷等多元场景的规划指导。 </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成本可视化</a:t>
            </a:r>
            <a:r>
              <a:rPr lang="zh-CN" altLang="en-US" sz="1100" dirty="0">
                <a:latin typeface="微软雅黑" panose="020B0503020204020204" pitchFamily="34" charset="-122"/>
                <a:ea typeface="微软雅黑" panose="020B0503020204020204" pitchFamily="34" charset="-122"/>
                <a:cs typeface="Noto Sans" pitchFamily="34" charset="-120"/>
              </a:rPr>
              <a:t>：通过</a:t>
            </a:r>
            <a:r>
              <a:rPr lang="en-US" altLang="zh-CN" sz="1100" dirty="0">
                <a:latin typeface="微软雅黑" panose="020B0503020204020204" pitchFamily="34" charset="-122"/>
                <a:ea typeface="微软雅黑" panose="020B0503020204020204" pitchFamily="34" charset="-122"/>
                <a:cs typeface="Noto Sans" pitchFamily="34" charset="-120"/>
              </a:rPr>
              <a:t>WBS</a:t>
            </a:r>
            <a:r>
              <a:rPr lang="zh-CN" altLang="en-US" sz="1100" dirty="0">
                <a:latin typeface="微软雅黑" panose="020B0503020204020204" pitchFamily="34" charset="-122"/>
                <a:ea typeface="微软雅黑" panose="020B0503020204020204" pitchFamily="34" charset="-122"/>
                <a:cs typeface="Noto Sans" pitchFamily="34" charset="-120"/>
              </a:rPr>
              <a:t>实现人员成本映射。</a:t>
            </a:r>
          </a:p>
        </p:txBody>
      </p:sp>
      <p:sp>
        <p:nvSpPr>
          <p:cNvPr id="34" name="Shape 13">
            <a:extLst>
              <a:ext uri="{FF2B5EF4-FFF2-40B4-BE49-F238E27FC236}">
                <a16:creationId xmlns:a16="http://schemas.microsoft.com/office/drawing/2014/main" id="{45FBC417-2177-BC45-3962-9893FBFE27A2}"/>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BE461C66-DA1F-4279-190C-C00B05F96D36}"/>
              </a:ext>
            </a:extLst>
          </p:cNvPr>
          <p:cNvSpPr/>
          <p:nvPr/>
        </p:nvSpPr>
        <p:spPr>
          <a:xfrm>
            <a:off x="667656" y="4193125"/>
            <a:ext cx="652423"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itchFamily="34" charset="-120"/>
              </a:rPr>
              <a:t>APMBOK</a:t>
            </a:r>
            <a:endParaRPr lang="en-US" altLang="zh-CN" sz="1100" dirty="0">
              <a:latin typeface="微软雅黑" panose="020B0503020204020204" pitchFamily="34" charset="-122"/>
              <a:ea typeface="微软雅黑" panose="020B0503020204020204" pitchFamily="34" charset="-122"/>
            </a:endParaRPr>
          </a:p>
        </p:txBody>
      </p:sp>
      <p:sp>
        <p:nvSpPr>
          <p:cNvPr id="37" name="Text 15">
            <a:extLst>
              <a:ext uri="{FF2B5EF4-FFF2-40B4-BE49-F238E27FC236}">
                <a16:creationId xmlns:a16="http://schemas.microsoft.com/office/drawing/2014/main" id="{B8A3697D-EECF-217B-E5C6-F6186AB7E7D0}"/>
              </a:ext>
            </a:extLst>
          </p:cNvPr>
          <p:cNvSpPr/>
          <p:nvPr/>
        </p:nvSpPr>
        <p:spPr>
          <a:xfrm>
            <a:off x="2186110" y="3825658"/>
            <a:ext cx="3286125" cy="938077"/>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a:rPr>
              <a:t>计划和管理部署涵盖</a:t>
            </a:r>
            <a:r>
              <a:rPr lang="ja-JP" altLang="en-US" sz="1100" dirty="0">
                <a:solidFill>
                  <a:srgbClr val="FF0000"/>
                </a:solidFill>
                <a:latin typeface="微软雅黑" panose="020B0503020204020204" pitchFamily="34" charset="-122"/>
                <a:ea typeface="微软雅黑" panose="020B0503020204020204" pitchFamily="34" charset="-122"/>
                <a:cs typeface="Noto Sans"/>
              </a:rPr>
              <a:t>定义产出 </a:t>
            </a:r>
            <a:r>
              <a:rPr lang="en-US" altLang="zh-CN" sz="1100" dirty="0">
                <a:solidFill>
                  <a:srgbClr val="FF0000"/>
                </a:solidFill>
                <a:latin typeface="微软雅黑" panose="020B0503020204020204" pitchFamily="34" charset="-122"/>
                <a:ea typeface="微软雅黑" panose="020B0503020204020204" pitchFamily="34" charset="-122"/>
                <a:cs typeface="Noto Sans" pitchFamily="34" charset="-120"/>
              </a:rPr>
              <a:t>(4.1</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节</a:t>
            </a:r>
            <a:r>
              <a:rPr lang="en-US" altLang="zh-CN" sz="1100" dirty="0">
                <a:solidFill>
                  <a:srgbClr val="FF0000"/>
                </a:solidFill>
                <a:latin typeface="微软雅黑" panose="020B0503020204020204" pitchFamily="34" charset="-122"/>
                <a:ea typeface="微软雅黑" panose="020B0503020204020204" pitchFamily="34" charset="-122"/>
                <a:cs typeface="Noto Sans" pitchFamily="34" charset="-120"/>
              </a:rPr>
              <a:t>) </a:t>
            </a:r>
            <a:r>
              <a:rPr lang="ja-JP"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集成计划 </a:t>
            </a:r>
            <a:r>
              <a:rPr lang="en-US" altLang="zh-CN" sz="1100" dirty="0">
                <a:solidFill>
                  <a:srgbClr val="FF0000"/>
                </a:solidFill>
                <a:latin typeface="微软雅黑" panose="020B0503020204020204" pitchFamily="34" charset="-122"/>
                <a:ea typeface="微软雅黑" panose="020B0503020204020204" pitchFamily="34" charset="-122"/>
                <a:cs typeface="Noto Sans" pitchFamily="34" charset="-120"/>
              </a:rPr>
              <a:t>(4.2</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节</a:t>
            </a:r>
            <a:r>
              <a:rPr lang="en-US" altLang="zh-CN" sz="1100" dirty="0">
                <a:solidFill>
                  <a:srgbClr val="FF0000"/>
                </a:solidFill>
                <a:latin typeface="微软雅黑" panose="020B0503020204020204" pitchFamily="34" charset="-122"/>
                <a:ea typeface="微软雅黑" panose="020B0503020204020204" pitchFamily="34" charset="-122"/>
                <a:cs typeface="Noto Sans" pitchFamily="34" charset="-120"/>
              </a:rPr>
              <a:t>) </a:t>
            </a:r>
            <a:r>
              <a:rPr lang="ja-JP"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a:rPr>
              <a:t>和</a:t>
            </a:r>
            <a:r>
              <a:rPr lang="ja-JP" altLang="en-US" sz="1100" dirty="0">
                <a:solidFill>
                  <a:srgbClr val="FF0000"/>
                </a:solidFill>
                <a:latin typeface="微软雅黑" panose="020B0503020204020204" pitchFamily="34" charset="-122"/>
                <a:ea typeface="微软雅黑" panose="020B0503020204020204" pitchFamily="34" charset="-122"/>
                <a:cs typeface="Noto Sans"/>
              </a:rPr>
              <a:t>控制部署 </a:t>
            </a:r>
            <a:r>
              <a:rPr lang="en-US" altLang="zh-CN" sz="1100" dirty="0">
                <a:solidFill>
                  <a:srgbClr val="FF0000"/>
                </a:solidFill>
                <a:latin typeface="微软雅黑" panose="020B0503020204020204" pitchFamily="34" charset="-122"/>
                <a:ea typeface="微软雅黑" panose="020B0503020204020204" pitchFamily="34" charset="-122"/>
                <a:cs typeface="Noto Sans" pitchFamily="34" charset="-120"/>
              </a:rPr>
              <a:t>(4.3</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节</a:t>
            </a:r>
            <a:r>
              <a:rPr lang="en-US" altLang="zh-CN" sz="1100" dirty="0">
                <a:solidFill>
                  <a:srgbClr val="FF0000"/>
                </a:solidFill>
                <a:latin typeface="微软雅黑" panose="020B0503020204020204" pitchFamily="34" charset="-122"/>
                <a:ea typeface="微软雅黑" panose="020B0503020204020204" pitchFamily="34" charset="-122"/>
                <a:cs typeface="Noto Sans" pitchFamily="34" charset="-120"/>
              </a:rPr>
              <a:t>) </a:t>
            </a:r>
            <a:r>
              <a:rPr lang="ja-JP" altLang="en-US" sz="1100" dirty="0">
                <a:latin typeface="微软雅黑" panose="020B0503020204020204" pitchFamily="34" charset="-122"/>
                <a:ea typeface="微软雅黑" panose="020B0503020204020204" pitchFamily="34" charset="-122"/>
                <a:cs typeface="Noto Sans"/>
              </a:rPr>
              <a:t>三部分，以目标、需求、成功标准等为基础。</a:t>
            </a:r>
            <a:endParaRPr lang="en-US" altLang="zh-CN" sz="1100" dirty="0">
              <a:latin typeface="微软雅黑" panose="020B0503020204020204" pitchFamily="34" charset="-122"/>
              <a:ea typeface="微软雅黑" panose="020B0503020204020204" pitchFamily="34" charset="-122"/>
              <a:cs typeface="Noto Sans"/>
            </a:endParaRPr>
          </a:p>
        </p:txBody>
      </p:sp>
      <p:sp>
        <p:nvSpPr>
          <p:cNvPr id="40" name="文本框 39">
            <a:extLst>
              <a:ext uri="{FF2B5EF4-FFF2-40B4-BE49-F238E27FC236}">
                <a16:creationId xmlns:a16="http://schemas.microsoft.com/office/drawing/2014/main" id="{2E3BC66D-C3AD-660F-EC12-749A3ABE5190}"/>
              </a:ext>
            </a:extLst>
          </p:cNvPr>
          <p:cNvSpPr txBox="1"/>
          <p:nvPr/>
        </p:nvSpPr>
        <p:spPr>
          <a:xfrm>
            <a:off x="5519573" y="3614700"/>
            <a:ext cx="3230331" cy="1332031"/>
          </a:xfrm>
          <a:prstGeom prst="rect">
            <a:avLst/>
          </a:prstGeom>
          <a:noFill/>
        </p:spPr>
        <p:txBody>
          <a:bodyPr wrap="square">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价值驱动计划</a:t>
            </a:r>
            <a:r>
              <a:rPr lang="zh-CN" altLang="en-US" sz="1100" dirty="0">
                <a:latin typeface="微软雅黑" panose="020B0503020204020204" pitchFamily="34" charset="-122"/>
                <a:ea typeface="微软雅黑" panose="020B0503020204020204" pitchFamily="34" charset="-122"/>
                <a:cs typeface="Noto Sans" pitchFamily="34" charset="-120"/>
              </a:rPr>
              <a:t>：以效益实现为核心导向。 </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双维度调度</a:t>
            </a:r>
            <a:r>
              <a:rPr lang="zh-CN" altLang="en-US" sz="1100" dirty="0">
                <a:latin typeface="微软雅黑" panose="020B0503020204020204" pitchFamily="34" charset="-122"/>
                <a:ea typeface="微软雅黑" panose="020B0503020204020204" pitchFamily="34" charset="-122"/>
                <a:cs typeface="Noto Sans" pitchFamily="34" charset="-120"/>
              </a:rPr>
              <a:t>：同步采用关键路径与关键链技术 。</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风险整合</a:t>
            </a:r>
            <a:r>
              <a:rPr lang="zh-CN" altLang="en-US" sz="1100" dirty="0">
                <a:latin typeface="微软雅黑" panose="020B0503020204020204" pitchFamily="34" charset="-122"/>
                <a:ea typeface="微软雅黑" panose="020B0503020204020204" pitchFamily="34" charset="-122"/>
                <a:cs typeface="Noto Sans" pitchFamily="34" charset="-120"/>
              </a:rPr>
              <a:t>：将风险识别</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分析直接嵌入计划流程。</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动态基线</a:t>
            </a:r>
            <a:r>
              <a:rPr lang="zh-CN" altLang="en-US" sz="1100" dirty="0">
                <a:latin typeface="微软雅黑" panose="020B0503020204020204" pitchFamily="34" charset="-122"/>
                <a:ea typeface="微软雅黑" panose="020B0503020204020204" pitchFamily="34" charset="-122"/>
                <a:cs typeface="Noto Sans" pitchFamily="34" charset="-120"/>
              </a:rPr>
              <a:t>：通过置信水平调节应急计划。</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供应商协同</a:t>
            </a:r>
            <a:r>
              <a:rPr lang="zh-CN" altLang="en-US" sz="1100" dirty="0">
                <a:latin typeface="微软雅黑" panose="020B0503020204020204" pitchFamily="34" charset="-122"/>
                <a:ea typeface="微软雅黑" panose="020B0503020204020204" pitchFamily="34" charset="-122"/>
                <a:cs typeface="Noto Sans" pitchFamily="34" charset="-120"/>
              </a:rPr>
              <a:t>：合同管理作为计划组成部分。</a:t>
            </a:r>
            <a:endParaRPr lang="en-US" altLang="zh-CN" sz="1100" dirty="0">
              <a:latin typeface="微软雅黑" panose="020B0503020204020204" pitchFamily="34" charset="-122"/>
              <a:ea typeface="微软雅黑" panose="020B0503020204020204" pitchFamily="34" charset="-122"/>
              <a:cs typeface="Noto Sans" pitchFamily="34" charset="-120"/>
            </a:endParaRPr>
          </a:p>
        </p:txBody>
      </p:sp>
    </p:spTree>
    <p:custDataLst>
      <p:tags r:id="rId1"/>
    </p:custDataLst>
    <p:extLst>
      <p:ext uri="{BB962C8B-B14F-4D97-AF65-F5344CB8AC3E}">
        <p14:creationId xmlns:p14="http://schemas.microsoft.com/office/powerpoint/2010/main" val="2398867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5E110-DADD-D649-BB6A-36E19E86E73A}"/>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A93FE1C3-8C36-3459-E973-B9F71C16E28A}"/>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F2E29614-371E-374C-02E3-4A4E174CD36A}"/>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DB59934D-3506-92D2-38CD-184A5D9A7A1F}"/>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E4983F50-AF63-4516-4E9D-77E4777FBB9A}"/>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A525CED4-9104-C8C7-1F49-051846BD0899}"/>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EE1D56B9-DD99-0A28-3050-7B4B3CF110C3}"/>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sp>
        <p:nvSpPr>
          <p:cNvPr id="4" name="文本框 3">
            <a:extLst>
              <a:ext uri="{FF2B5EF4-FFF2-40B4-BE49-F238E27FC236}">
                <a16:creationId xmlns:a16="http://schemas.microsoft.com/office/drawing/2014/main" id="{88DC3EE2-51FF-9267-9CD5-07702620DD1D}"/>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项目计划的多元视角</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94" name="Text 37">
            <a:extLst>
              <a:ext uri="{FF2B5EF4-FFF2-40B4-BE49-F238E27FC236}">
                <a16:creationId xmlns:a16="http://schemas.microsoft.com/office/drawing/2014/main" id="{8000D46D-3AF9-7DA6-1667-6AD8F2B3C4BA}"/>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0974A711-E5B5-14C5-A483-82EA48AFFA0D}"/>
              </a:ext>
            </a:extLst>
          </p:cNvPr>
          <p:cNvSpPr/>
          <p:nvPr/>
        </p:nvSpPr>
        <p:spPr>
          <a:xfrm>
            <a:off x="581931" y="1319563"/>
            <a:ext cx="821531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不同知识体系对项目计划的视角比较</a:t>
            </a:r>
            <a:endParaRPr lang="en-US" sz="1350" dirty="0"/>
          </a:p>
        </p:txBody>
      </p:sp>
      <p:sp>
        <p:nvSpPr>
          <p:cNvPr id="10" name="Shape 4">
            <a:extLst>
              <a:ext uri="{FF2B5EF4-FFF2-40B4-BE49-F238E27FC236}">
                <a16:creationId xmlns:a16="http://schemas.microsoft.com/office/drawing/2014/main" id="{55578E5C-DF0F-9763-1278-15366289F824}"/>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DBDA146D-51FD-CFE4-DDCC-CD176FCFFF04}"/>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BF7D9A8B-625B-589A-2D9E-65388C5BF598}"/>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3C244A91-AF7C-3501-74B8-DF859BE1C6AD}"/>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计划定义与范围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8C95F3AA-B2B1-1D4D-EC0F-69DC8FCC9B28}"/>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26D50F61-0D1B-9F8A-24DA-190704F407D9}"/>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682DD6DA-7D5E-DF34-EB82-A93B51FE6CB0}"/>
              </a:ext>
            </a:extLst>
          </p:cNvPr>
          <p:cNvSpPr/>
          <p:nvPr/>
        </p:nvSpPr>
        <p:spPr>
          <a:xfrm>
            <a:off x="667656" y="2702099"/>
            <a:ext cx="452047"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itchFamily="34" charset="-120"/>
              </a:rPr>
              <a:t>ICB4.0</a:t>
            </a:r>
            <a:endParaRPr lang="en-US" altLang="zh-CN" sz="1100" dirty="0">
              <a:latin typeface="微软雅黑" panose="020B0503020204020204" pitchFamily="34" charset="-122"/>
              <a:ea typeface="微软雅黑" panose="020B0503020204020204" pitchFamily="34" charset="-122"/>
            </a:endParaRPr>
          </a:p>
        </p:txBody>
      </p:sp>
      <p:sp>
        <p:nvSpPr>
          <p:cNvPr id="32" name="Text 11">
            <a:extLst>
              <a:ext uri="{FF2B5EF4-FFF2-40B4-BE49-F238E27FC236}">
                <a16:creationId xmlns:a16="http://schemas.microsoft.com/office/drawing/2014/main" id="{8B8E9A85-2620-7847-2675-C851A3591283}"/>
              </a:ext>
            </a:extLst>
          </p:cNvPr>
          <p:cNvSpPr/>
          <p:nvPr/>
        </p:nvSpPr>
        <p:spPr>
          <a:xfrm>
            <a:off x="2213110" y="2444656"/>
            <a:ext cx="3286125" cy="684162"/>
          </a:xfrm>
          <a:prstGeom prst="rect">
            <a:avLst/>
          </a:prstGeom>
          <a:noFill/>
          <a:ln/>
        </p:spPr>
        <p:txBody>
          <a:bodyPr wrap="square" lIns="102108" tIns="102108" rIns="102108" bIns="102108" rtlCol="0" anchor="ctr">
            <a:spAutoFit/>
          </a:bodyPr>
          <a:lstStyle/>
          <a:p>
            <a:pPr>
              <a:lnSpc>
                <a:spcPct val="150000"/>
              </a:lnSpc>
            </a:pPr>
            <a:r>
              <a:rPr lang="zh-CN" altLang="zh-CN" sz="1100" dirty="0">
                <a:latin typeface="微软雅黑" panose="020B0503020204020204" pitchFamily="34" charset="-122"/>
                <a:ea typeface="微软雅黑" panose="020B0503020204020204" pitchFamily="34" charset="-122"/>
                <a:cs typeface="Noto Sans" pitchFamily="34" charset="-120"/>
              </a:rPr>
              <a:t>并未直接介绍计划，而是把</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计划和控制</a:t>
            </a:r>
            <a:r>
              <a:rPr lang="zh-CN" altLang="zh-CN" sz="1100" dirty="0">
                <a:latin typeface="微软雅黑" panose="020B0503020204020204" pitchFamily="34" charset="-122"/>
                <a:ea typeface="微软雅黑" panose="020B0503020204020204" pitchFamily="34" charset="-122"/>
                <a:cs typeface="Noto Sans" pitchFamily="34" charset="-120"/>
              </a:rPr>
              <a:t>”作为技术能力的一个指标</a:t>
            </a:r>
            <a:r>
              <a:rPr lang="en-US" altLang="zh-CN" sz="1100" dirty="0">
                <a:latin typeface="微软雅黑" panose="020B0503020204020204" pitchFamily="34" charset="-122"/>
                <a:ea typeface="微软雅黑" panose="020B0503020204020204" pitchFamily="34" charset="-122"/>
                <a:cs typeface="Noto Sans" pitchFamily="34" charset="-120"/>
              </a:rPr>
              <a:t> (4.5.10</a:t>
            </a:r>
            <a:r>
              <a:rPr lang="zh-CN" altLang="en-US" sz="1100" dirty="0">
                <a:latin typeface="微软雅黑" panose="020B0503020204020204" pitchFamily="34" charset="-122"/>
                <a:ea typeface="微软雅黑" panose="020B0503020204020204" pitchFamily="34" charset="-122"/>
                <a:cs typeface="Noto Sans" pitchFamily="34" charset="-120"/>
              </a:rPr>
              <a:t>节</a:t>
            </a:r>
            <a:r>
              <a:rPr lang="en-US" altLang="zh-CN" sz="1100" dirty="0">
                <a:latin typeface="微软雅黑" panose="020B0503020204020204" pitchFamily="34" charset="-122"/>
                <a:ea typeface="微软雅黑" panose="020B0503020204020204" pitchFamily="34" charset="-122"/>
                <a:cs typeface="Noto Sans" pitchFamily="34" charset="-120"/>
              </a:rPr>
              <a:t>) </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cs typeface="Noto Sans" pitchFamily="34" charset="-120"/>
            </a:endParaRPr>
          </a:p>
        </p:txBody>
      </p:sp>
      <p:sp>
        <p:nvSpPr>
          <p:cNvPr id="33" name="Text 12">
            <a:extLst>
              <a:ext uri="{FF2B5EF4-FFF2-40B4-BE49-F238E27FC236}">
                <a16:creationId xmlns:a16="http://schemas.microsoft.com/office/drawing/2014/main" id="{77F05AC6-00B5-6753-323E-F436DC2E97BD}"/>
              </a:ext>
            </a:extLst>
          </p:cNvPr>
          <p:cNvSpPr/>
          <p:nvPr/>
        </p:nvSpPr>
        <p:spPr>
          <a:xfrm>
            <a:off x="5519574" y="2051155"/>
            <a:ext cx="3149298"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三维治理体系</a:t>
            </a:r>
            <a:r>
              <a:rPr lang="zh-CN" altLang="en-US" sz="1100" dirty="0">
                <a:latin typeface="微软雅黑" panose="020B0503020204020204" pitchFamily="34" charset="-122"/>
                <a:ea typeface="微软雅黑" panose="020B0503020204020204" pitchFamily="34" charset="-122"/>
                <a:cs typeface="Noto Sans" pitchFamily="34" charset="-120"/>
              </a:rPr>
              <a:t>：构建层级化控制框架 。</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动态平衡艺术</a:t>
            </a:r>
            <a:r>
              <a:rPr lang="zh-CN" altLang="en-US" sz="1100" dirty="0">
                <a:latin typeface="微软雅黑" panose="020B0503020204020204" pitchFamily="34" charset="-122"/>
                <a:ea typeface="微软雅黑" panose="020B0503020204020204" pitchFamily="34" charset="-122"/>
                <a:cs typeface="Noto Sans" pitchFamily="34" charset="-120"/>
              </a:rPr>
              <a:t>：强调对范围</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时间</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成本综合平衡。</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能力全周期衔接</a:t>
            </a:r>
            <a:r>
              <a:rPr lang="zh-CN" altLang="en-US" sz="1100" dirty="0">
                <a:latin typeface="微软雅黑" panose="020B0503020204020204" pitchFamily="34" charset="-122"/>
                <a:ea typeface="微软雅黑" panose="020B0503020204020204" pitchFamily="34" charset="-122"/>
                <a:cs typeface="Noto Sans" pitchFamily="34" charset="-120"/>
              </a:rPr>
              <a:t>：覆盖从启动到收尾的闭环管理。</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界面协同</a:t>
            </a:r>
            <a:r>
              <a:rPr lang="zh-CN" altLang="en-US" sz="1100" dirty="0">
                <a:latin typeface="微软雅黑" panose="020B0503020204020204" pitchFamily="34" charset="-122"/>
                <a:ea typeface="微软雅黑" panose="020B0503020204020204" pitchFamily="34" charset="-122"/>
                <a:cs typeface="Noto Sans" pitchFamily="34" charset="-120"/>
              </a:rPr>
              <a:t>：突出项目群层面交互管理系统化。</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思维</a:t>
            </a:r>
            <a:r>
              <a:rPr lang="zh-CN" altLang="en-US" sz="1100" dirty="0">
                <a:latin typeface="微软雅黑" panose="020B0503020204020204" pitchFamily="34" charset="-122"/>
                <a:ea typeface="微软雅黑" panose="020B0503020204020204" pitchFamily="34" charset="-122"/>
                <a:cs typeface="Noto Sans" pitchFamily="34" charset="-120"/>
              </a:rPr>
              <a:t>：项目组合需建立周期化管理系统。</a:t>
            </a:r>
          </a:p>
        </p:txBody>
      </p:sp>
      <p:sp>
        <p:nvSpPr>
          <p:cNvPr id="34" name="Shape 13">
            <a:extLst>
              <a:ext uri="{FF2B5EF4-FFF2-40B4-BE49-F238E27FC236}">
                <a16:creationId xmlns:a16="http://schemas.microsoft.com/office/drawing/2014/main" id="{8142A955-177A-EC31-E675-10D8C62F3C72}"/>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1BEC6A28-393C-D885-02BD-8270FF2D06F6}"/>
              </a:ext>
            </a:extLst>
          </p:cNvPr>
          <p:cNvSpPr/>
          <p:nvPr/>
        </p:nvSpPr>
        <p:spPr>
          <a:xfrm>
            <a:off x="667656" y="4193125"/>
            <a:ext cx="527388"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itchFamily="34" charset="-120"/>
              </a:rPr>
              <a:t>BS6079</a:t>
            </a:r>
            <a:endParaRPr lang="en-US" altLang="zh-CN" sz="1100" dirty="0">
              <a:latin typeface="微软雅黑" panose="020B0503020204020204" pitchFamily="34" charset="-122"/>
              <a:ea typeface="微软雅黑" panose="020B0503020204020204" pitchFamily="34" charset="-122"/>
            </a:endParaRPr>
          </a:p>
        </p:txBody>
      </p:sp>
      <p:sp>
        <p:nvSpPr>
          <p:cNvPr id="37" name="Text 15">
            <a:extLst>
              <a:ext uri="{FF2B5EF4-FFF2-40B4-BE49-F238E27FC236}">
                <a16:creationId xmlns:a16="http://schemas.microsoft.com/office/drawing/2014/main" id="{784AD040-8CAC-C4F3-811D-6B94490AB0E9}"/>
              </a:ext>
            </a:extLst>
          </p:cNvPr>
          <p:cNvSpPr/>
          <p:nvPr/>
        </p:nvSpPr>
        <p:spPr>
          <a:xfrm>
            <a:off x="2186110" y="3810836"/>
            <a:ext cx="3286125" cy="938077"/>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zh-CN" sz="1100" dirty="0">
                <a:latin typeface="微软雅黑" panose="020B0503020204020204" pitchFamily="34" charset="-122"/>
                <a:ea typeface="微软雅黑" panose="020B0503020204020204" pitchFamily="34" charset="-122"/>
                <a:cs typeface="Noto Sans" pitchFamily="34" charset="-120"/>
              </a:rPr>
              <a:t>计划的目的是在</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规定的成本和质量</a:t>
            </a:r>
            <a:r>
              <a:rPr lang="zh-CN" altLang="zh-CN" sz="1100" dirty="0">
                <a:latin typeface="微软雅黑" panose="020B0503020204020204" pitchFamily="34" charset="-122"/>
                <a:ea typeface="微软雅黑" panose="020B0503020204020204" pitchFamily="34" charset="-122"/>
                <a:cs typeface="Noto Sans" pitchFamily="34" charset="-120"/>
              </a:rPr>
              <a:t>要求下，确保项目的产出能够</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及时交付</a:t>
            </a:r>
            <a:r>
              <a:rPr lang="zh-CN" altLang="zh-CN" sz="1100" dirty="0">
                <a:latin typeface="微软雅黑" panose="020B0503020204020204" pitchFamily="34" charset="-122"/>
                <a:ea typeface="微软雅黑" panose="020B0503020204020204" pitchFamily="34" charset="-122"/>
                <a:cs typeface="Noto Sans" pitchFamily="34" charset="-120"/>
              </a:rPr>
              <a:t>，项目的效益得以实现</a:t>
            </a:r>
            <a:r>
              <a:rPr lang="en-US" altLang="zh-CN" sz="1100" dirty="0">
                <a:latin typeface="微软雅黑" panose="020B0503020204020204" pitchFamily="34" charset="-122"/>
                <a:ea typeface="微软雅黑" panose="020B0503020204020204" pitchFamily="34" charset="-122"/>
                <a:cs typeface="Noto Sans" pitchFamily="34" charset="-120"/>
              </a:rPr>
              <a:t> (13.1.1.1</a:t>
            </a:r>
            <a:r>
              <a:rPr lang="zh-CN" altLang="zh-CN" sz="1100" dirty="0">
                <a:latin typeface="微软雅黑" panose="020B0503020204020204" pitchFamily="34" charset="-122"/>
                <a:ea typeface="微软雅黑" panose="020B0503020204020204" pitchFamily="34" charset="-122"/>
                <a:cs typeface="Noto Sans" pitchFamily="34" charset="-120"/>
              </a:rPr>
              <a:t>节</a:t>
            </a:r>
            <a:r>
              <a:rPr lang="en-US" altLang="zh-CN" sz="1100" dirty="0">
                <a:latin typeface="微软雅黑" panose="020B0503020204020204" pitchFamily="34" charset="-122"/>
                <a:ea typeface="微软雅黑" panose="020B0503020204020204" pitchFamily="34" charset="-122"/>
                <a:cs typeface="Noto Sans" pitchFamily="34" charset="-120"/>
              </a:rPr>
              <a:t>) </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cs typeface="Noto Sans" pitchFamily="34" charset="-120"/>
            </a:endParaRPr>
          </a:p>
        </p:txBody>
      </p:sp>
      <p:sp>
        <p:nvSpPr>
          <p:cNvPr id="40" name="文本框 39">
            <a:extLst>
              <a:ext uri="{FF2B5EF4-FFF2-40B4-BE49-F238E27FC236}">
                <a16:creationId xmlns:a16="http://schemas.microsoft.com/office/drawing/2014/main" id="{5EF53218-8324-006B-CF54-25FBC2122684}"/>
              </a:ext>
            </a:extLst>
          </p:cNvPr>
          <p:cNvSpPr txBox="1"/>
          <p:nvPr/>
        </p:nvSpPr>
        <p:spPr>
          <a:xfrm>
            <a:off x="5519574" y="3611747"/>
            <a:ext cx="3333463" cy="1332031"/>
          </a:xfrm>
          <a:prstGeom prst="rect">
            <a:avLst/>
          </a:prstGeom>
          <a:noFill/>
        </p:spPr>
        <p:txBody>
          <a:bodyPr wrap="square">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闭环式计划流程</a:t>
            </a:r>
            <a:r>
              <a:rPr lang="zh-CN" altLang="en-US" sz="1100" dirty="0">
                <a:latin typeface="微软雅黑" panose="020B0503020204020204" pitchFamily="34" charset="-122"/>
                <a:ea typeface="微软雅黑" panose="020B0503020204020204" pitchFamily="34" charset="-122"/>
                <a:cs typeface="Noto Sans" pitchFamily="34" charset="-120"/>
              </a:rPr>
              <a:t>：</a:t>
            </a:r>
            <a:r>
              <a:rPr lang="en-US" altLang="zh-CN" sz="1100" dirty="0">
                <a:latin typeface="微软雅黑" panose="020B0503020204020204" pitchFamily="34" charset="-122"/>
                <a:ea typeface="微软雅黑" panose="020B0503020204020204" pitchFamily="34" charset="-122"/>
                <a:cs typeface="Noto Sans" pitchFamily="34" charset="-120"/>
              </a:rPr>
              <a:t>8</a:t>
            </a:r>
            <a:r>
              <a:rPr lang="zh-CN" altLang="en-US" sz="1100" dirty="0">
                <a:latin typeface="微软雅黑" panose="020B0503020204020204" pitchFamily="34" charset="-122"/>
                <a:ea typeface="微软雅黑" panose="020B0503020204020204" pitchFamily="34" charset="-122"/>
                <a:cs typeface="Noto Sans" pitchFamily="34" charset="-120"/>
              </a:rPr>
              <a:t>个标准化步骤计划迭代循环。</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四维平衡术</a:t>
            </a:r>
            <a:r>
              <a:rPr lang="zh-CN" altLang="en-US" sz="1100" dirty="0">
                <a:latin typeface="微软雅黑" panose="020B0503020204020204" pitchFamily="34" charset="-122"/>
                <a:ea typeface="微软雅黑" panose="020B0503020204020204" pitchFamily="34" charset="-122"/>
                <a:cs typeface="Noto Sans" pitchFamily="34" charset="-120"/>
              </a:rPr>
              <a:t>：持续协调时间</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成本</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风险</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范围。 </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阶段衔接控制</a:t>
            </a:r>
            <a:r>
              <a:rPr lang="zh-CN" altLang="en-US" sz="1100" dirty="0">
                <a:latin typeface="微软雅黑" panose="020B0503020204020204" pitchFamily="34" charset="-122"/>
                <a:ea typeface="微软雅黑" panose="020B0503020204020204" pitchFamily="34" charset="-122"/>
                <a:cs typeface="Noto Sans" pitchFamily="34" charset="-120"/>
              </a:rPr>
              <a:t>：前一阶段尾声即启动下一阶段规划。</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三位一体责任</a:t>
            </a:r>
            <a:r>
              <a:rPr lang="zh-CN" altLang="en-US" sz="1100" dirty="0">
                <a:latin typeface="微软雅黑" panose="020B0503020204020204" pitchFamily="34" charset="-122"/>
                <a:ea typeface="微软雅黑" panose="020B0503020204020204" pitchFamily="34" charset="-122"/>
                <a:cs typeface="Noto Sans" pitchFamily="34" charset="-120"/>
              </a:rPr>
              <a:t>：项目经理</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赞助人</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团队协作。</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效益锚定</a:t>
            </a:r>
            <a:r>
              <a:rPr lang="zh-CN" altLang="en-US" sz="1100" dirty="0">
                <a:latin typeface="微软雅黑" panose="020B0503020204020204" pitchFamily="34" charset="-122"/>
                <a:ea typeface="微软雅黑" panose="020B0503020204020204" pitchFamily="34" charset="-122"/>
                <a:cs typeface="Noto Sans" pitchFamily="34" charset="-120"/>
              </a:rPr>
              <a:t>：将效益实现作为计划终极目标。</a:t>
            </a:r>
            <a:endParaRPr lang="en-US" altLang="zh-CN" sz="1100" dirty="0">
              <a:latin typeface="微软雅黑" panose="020B0503020204020204" pitchFamily="34" charset="-122"/>
              <a:ea typeface="微软雅黑" panose="020B0503020204020204" pitchFamily="34" charset="-122"/>
              <a:cs typeface="Noto Sans" pitchFamily="34" charset="-120"/>
            </a:endParaRPr>
          </a:p>
        </p:txBody>
      </p:sp>
    </p:spTree>
    <p:custDataLst>
      <p:tags r:id="rId1"/>
    </p:custDataLst>
    <p:extLst>
      <p:ext uri="{BB962C8B-B14F-4D97-AF65-F5344CB8AC3E}">
        <p14:creationId xmlns:p14="http://schemas.microsoft.com/office/powerpoint/2010/main" val="3513750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CBD7F-4984-A351-EE8A-8B9EDDB89F40}"/>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88D3B628-8A36-892B-B904-8A1FC0E224C4}"/>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A10E54AB-77C1-DF69-2E9C-28FB7D137F29}"/>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4050024E-64AB-6B6C-FA4F-2350659B03EE}"/>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6FC65993-5989-FF0C-972C-9659D307345B}"/>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0946A998-E471-B6EA-28ED-0CF7CEBBD8DF}"/>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6FC4E1D7-923F-D744-4E1B-19493780DA2C}"/>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项目计划概念与内涵</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6" name="Text 3">
            <a:extLst>
              <a:ext uri="{FF2B5EF4-FFF2-40B4-BE49-F238E27FC236}">
                <a16:creationId xmlns:a16="http://schemas.microsoft.com/office/drawing/2014/main" id="{85F24020-F160-C173-2C5B-B94449F8919B}"/>
              </a:ext>
            </a:extLst>
          </p:cNvPr>
          <p:cNvSpPr/>
          <p:nvPr/>
        </p:nvSpPr>
        <p:spPr>
          <a:xfrm>
            <a:off x="923880" y="1634367"/>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项目计划的定义与范围</a:t>
            </a:r>
            <a:endParaRPr lang="en-US" sz="1350" dirty="0"/>
          </a:p>
        </p:txBody>
      </p:sp>
      <p:sp>
        <p:nvSpPr>
          <p:cNvPr id="9" name="Text 4">
            <a:extLst>
              <a:ext uri="{FF2B5EF4-FFF2-40B4-BE49-F238E27FC236}">
                <a16:creationId xmlns:a16="http://schemas.microsoft.com/office/drawing/2014/main" id="{D2773C9C-48E8-E8C1-885B-C5A7500B77FB}"/>
              </a:ext>
            </a:extLst>
          </p:cNvPr>
          <p:cNvSpPr/>
          <p:nvPr/>
        </p:nvSpPr>
        <p:spPr>
          <a:xfrm>
            <a:off x="861060" y="2194628"/>
            <a:ext cx="7530448" cy="2460354"/>
          </a:xfrm>
          <a:prstGeom prst="rect">
            <a:avLst/>
          </a:prstGeom>
          <a:noFill/>
          <a:ln/>
        </p:spPr>
        <p:txBody>
          <a:bodyPr wrap="square" lIns="170053" tIns="0" rIns="0" bIns="0" rtlCol="0" anchor="ctr">
            <a:spAutoFit/>
          </a:bodyPr>
          <a:lstStyle/>
          <a:p>
            <a:pPr>
              <a:lnSpc>
                <a:spcPct val="150000"/>
              </a:lnSpc>
            </a:pPr>
            <a:r>
              <a:rPr lang="en-US" sz="1200" dirty="0" err="1">
                <a:latin typeface="微软雅黑" panose="020B0503020204020204" pitchFamily="34" charset="-122"/>
                <a:ea typeface="微软雅黑" panose="020B0503020204020204" pitchFamily="34" charset="-122"/>
                <a:cs typeface="Noto Sans" pitchFamily="34" charset="-120"/>
              </a:rPr>
              <a:t>项目计划是对</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项目目标</a:t>
            </a:r>
            <a:r>
              <a:rPr lang="en-US" sz="1200" dirty="0" err="1">
                <a:latin typeface="微软雅黑" panose="020B0503020204020204" pitchFamily="34" charset="-122"/>
                <a:ea typeface="微软雅黑" panose="020B0503020204020204" pitchFamily="34" charset="-122"/>
                <a:cs typeface="Noto Sans" pitchFamily="34" charset="-120"/>
              </a:rPr>
              <a:t>和</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交付成果</a:t>
            </a:r>
            <a:r>
              <a:rPr lang="en-US" sz="1200" dirty="0" err="1">
                <a:latin typeface="微软雅黑" panose="020B0503020204020204" pitchFamily="34" charset="-122"/>
                <a:ea typeface="微软雅黑" panose="020B0503020204020204" pitchFamily="34" charset="-122"/>
                <a:cs typeface="Noto Sans" pitchFamily="34" charset="-120"/>
              </a:rPr>
              <a:t>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计划文件</a:t>
            </a:r>
            <a:r>
              <a:rPr lang="en-US" sz="1200" dirty="0" err="1">
                <a:latin typeface="微软雅黑" panose="020B0503020204020204" pitchFamily="34" charset="-122"/>
                <a:ea typeface="微软雅黑" panose="020B0503020204020204" pitchFamily="34" charset="-122"/>
                <a:cs typeface="Noto Sans" pitchFamily="34" charset="-120"/>
              </a:rPr>
              <a:t>，用来确定</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项目进展过程</a:t>
            </a:r>
            <a:r>
              <a:rPr lang="en-US" sz="1200" dirty="0" err="1">
                <a:latin typeface="微软雅黑" panose="020B0503020204020204" pitchFamily="34" charset="-122"/>
                <a:ea typeface="微软雅黑" panose="020B0503020204020204" pitchFamily="34" charset="-122"/>
                <a:cs typeface="Noto Sans" pitchFamily="34" charset="-120"/>
              </a:rPr>
              <a:t>中</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所有活动</a:t>
            </a:r>
            <a:r>
              <a:rPr lang="en-US" sz="1200" dirty="0" err="1">
                <a:latin typeface="微软雅黑" panose="020B0503020204020204" pitchFamily="34" charset="-122"/>
                <a:ea typeface="微软雅黑" panose="020B0503020204020204" pitchFamily="34" charset="-122"/>
                <a:cs typeface="Noto Sans" pitchFamily="34" charset="-120"/>
              </a:rPr>
              <a:t>和</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活动</a:t>
            </a:r>
            <a:r>
              <a:rPr lang="en-US" sz="1200" dirty="0" err="1">
                <a:latin typeface="微软雅黑" panose="020B0503020204020204" pitchFamily="34" charset="-122"/>
                <a:ea typeface="微软雅黑" panose="020B0503020204020204" pitchFamily="34" charset="-122"/>
                <a:cs typeface="Noto Sans" pitchFamily="34" charset="-120"/>
              </a:rPr>
              <a:t>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执行方式</a:t>
            </a:r>
            <a:r>
              <a:rPr lang="en-US" sz="1200" dirty="0">
                <a:latin typeface="微软雅黑" panose="020B0503020204020204" pitchFamily="34" charset="-122"/>
                <a:ea typeface="微软雅黑" panose="020B0503020204020204" pitchFamily="34" charset="-122"/>
                <a:cs typeface="Noto Sans" pitchFamily="34" charset="-120"/>
              </a:rPr>
              <a:t>。</a:t>
            </a:r>
          </a:p>
          <a:p>
            <a:pPr marL="171450" indent="-171450">
              <a:lnSpc>
                <a:spcPct val="150000"/>
              </a:lnSpc>
              <a:buFont typeface="Arial" panose="020B0604020202020204" pitchFamily="34" charset="0"/>
              <a:buChar char="•"/>
            </a:pPr>
            <a:endParaRPr lang="en-US" sz="1200" i="1"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200" dirty="0" err="1">
                <a:latin typeface="微软雅黑" panose="020B0503020204020204" pitchFamily="34" charset="-122"/>
                <a:ea typeface="微软雅黑" panose="020B0503020204020204" pitchFamily="34" charset="-122"/>
                <a:cs typeface="Noto Sans" pitchFamily="34" charset="-120"/>
              </a:rPr>
              <a:t>PMBOK指南：制定项目管理计划是指</a:t>
            </a:r>
            <a:r>
              <a:rPr lang="en-US" altLang="zh-CN" sz="1200" dirty="0" err="1">
                <a:solidFill>
                  <a:srgbClr val="FF0000"/>
                </a:solidFill>
                <a:latin typeface="微软雅黑" panose="020B0503020204020204" pitchFamily="34" charset="-122"/>
                <a:ea typeface="微软雅黑" panose="020B0503020204020204" pitchFamily="34" charset="-122"/>
                <a:cs typeface="Noto Sans" pitchFamily="34" charset="-120"/>
              </a:rPr>
              <a:t>定义</a:t>
            </a:r>
            <a:r>
              <a:rPr lang="en-US" altLang="zh-CN" sz="1200" dirty="0" err="1">
                <a:latin typeface="微软雅黑" panose="020B0503020204020204" pitchFamily="34" charset="-122"/>
                <a:ea typeface="微软雅黑" panose="020B0503020204020204" pitchFamily="34" charset="-122"/>
                <a:cs typeface="Noto Sans" pitchFamily="34" charset="-120"/>
              </a:rPr>
              <a:t>、</a:t>
            </a:r>
            <a:r>
              <a:rPr lang="en-US" altLang="zh-CN" sz="1200" dirty="0" err="1">
                <a:solidFill>
                  <a:srgbClr val="FF0000"/>
                </a:solidFill>
                <a:latin typeface="微软雅黑" panose="020B0503020204020204" pitchFamily="34" charset="-122"/>
                <a:ea typeface="微软雅黑" panose="020B0503020204020204" pitchFamily="34" charset="-122"/>
                <a:cs typeface="Noto Sans" pitchFamily="34" charset="-120"/>
              </a:rPr>
              <a:t>准备</a:t>
            </a:r>
            <a:r>
              <a:rPr lang="en-US" altLang="zh-CN" sz="1200" dirty="0" err="1">
                <a:latin typeface="微软雅黑" panose="020B0503020204020204" pitchFamily="34" charset="-122"/>
                <a:ea typeface="微软雅黑" panose="020B0503020204020204" pitchFamily="34" charset="-122"/>
                <a:cs typeface="Noto Sans" pitchFamily="34" charset="-120"/>
              </a:rPr>
              <a:t>和</a:t>
            </a:r>
            <a:r>
              <a:rPr lang="en-US" altLang="zh-CN" sz="1200" dirty="0" err="1">
                <a:solidFill>
                  <a:srgbClr val="FF0000"/>
                </a:solidFill>
                <a:latin typeface="微软雅黑" panose="020B0503020204020204" pitchFamily="34" charset="-122"/>
                <a:ea typeface="微软雅黑" panose="020B0503020204020204" pitchFamily="34" charset="-122"/>
                <a:cs typeface="Noto Sans" pitchFamily="34" charset="-120"/>
              </a:rPr>
              <a:t>协调</a:t>
            </a:r>
            <a:r>
              <a:rPr lang="en-US" altLang="zh-CN" sz="1200" dirty="0" err="1">
                <a:latin typeface="微软雅黑" panose="020B0503020204020204" pitchFamily="34" charset="-122"/>
                <a:ea typeface="微软雅黑" panose="020B0503020204020204" pitchFamily="34" charset="-122"/>
                <a:cs typeface="Noto Sans" pitchFamily="34" charset="-120"/>
              </a:rPr>
              <a:t>项目计划的</a:t>
            </a:r>
            <a:r>
              <a:rPr lang="en-US" altLang="zh-CN" sz="1200" dirty="0" err="1">
                <a:solidFill>
                  <a:srgbClr val="FF0000"/>
                </a:solidFill>
                <a:latin typeface="微软雅黑" panose="020B0503020204020204" pitchFamily="34" charset="-122"/>
                <a:ea typeface="微软雅黑" panose="020B0503020204020204" pitchFamily="34" charset="-122"/>
                <a:cs typeface="Noto Sans" pitchFamily="34" charset="-120"/>
              </a:rPr>
              <a:t>所有组成部分</a:t>
            </a:r>
            <a:r>
              <a:rPr lang="en-US" altLang="zh-CN" sz="1200" dirty="0" err="1">
                <a:latin typeface="微软雅黑" panose="020B0503020204020204" pitchFamily="34" charset="-122"/>
                <a:ea typeface="微软雅黑" panose="020B0503020204020204" pitchFamily="34" charset="-122"/>
                <a:cs typeface="Noto Sans" pitchFamily="34" charset="-120"/>
              </a:rPr>
              <a:t>，进而整合为一份</a:t>
            </a:r>
            <a:r>
              <a:rPr lang="en-US" altLang="zh-CN" sz="1200" dirty="0" err="1">
                <a:solidFill>
                  <a:srgbClr val="FF0000"/>
                </a:solidFill>
                <a:latin typeface="微软雅黑" panose="020B0503020204020204" pitchFamily="34" charset="-122"/>
                <a:ea typeface="微软雅黑" panose="020B0503020204020204" pitchFamily="34" charset="-122"/>
                <a:cs typeface="Noto Sans" pitchFamily="34" charset="-120"/>
              </a:rPr>
              <a:t>综合性项</a:t>
            </a:r>
            <a:r>
              <a:rPr lang="en-US" altLang="zh-CN" sz="1200" dirty="0" err="1">
                <a:latin typeface="微软雅黑" panose="020B0503020204020204" pitchFamily="34" charset="-122"/>
                <a:ea typeface="微软雅黑" panose="020B0503020204020204" pitchFamily="34" charset="-122"/>
                <a:cs typeface="Noto Sans" pitchFamily="34" charset="-120"/>
              </a:rPr>
              <a:t>目管理计划</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Noto Sans" pitchFamily="34" charset="-120"/>
              </a:rPr>
              <a:t>PRINCE2：计划主题的</a:t>
            </a:r>
            <a:r>
              <a:rPr lang="en-US" altLang="zh-CN" sz="1200" dirty="0">
                <a:solidFill>
                  <a:srgbClr val="FF0000"/>
                </a:solidFill>
                <a:latin typeface="微软雅黑" panose="020B0503020204020204" pitchFamily="34" charset="-122"/>
                <a:ea typeface="微软雅黑" panose="020B0503020204020204" pitchFamily="34" charset="-122"/>
                <a:cs typeface="Noto Sans" pitchFamily="34" charset="-120"/>
              </a:rPr>
              <a:t>目标</a:t>
            </a:r>
            <a:r>
              <a:rPr lang="en-US" altLang="zh-CN" sz="1200" dirty="0">
                <a:latin typeface="微软雅黑" panose="020B0503020204020204" pitchFamily="34" charset="-122"/>
                <a:ea typeface="微软雅黑" panose="020B0503020204020204" pitchFamily="34" charset="-122"/>
                <a:cs typeface="Noto Sans" pitchFamily="34" charset="-120"/>
              </a:rPr>
              <a:t>是通过定义</a:t>
            </a:r>
            <a:r>
              <a:rPr lang="en-US" altLang="zh-CN" sz="1200" dirty="0">
                <a:solidFill>
                  <a:srgbClr val="FF0000"/>
                </a:solidFill>
                <a:latin typeface="微软雅黑" panose="020B0503020204020204" pitchFamily="34" charset="-122"/>
                <a:ea typeface="微软雅黑" panose="020B0503020204020204" pitchFamily="34" charset="-122"/>
                <a:cs typeface="Noto Sans" pitchFamily="34" charset="-120"/>
              </a:rPr>
              <a:t>交付产品</a:t>
            </a:r>
            <a:r>
              <a:rPr lang="en-US" altLang="zh-CN" sz="1200" dirty="0">
                <a:latin typeface="微软雅黑" panose="020B0503020204020204" pitchFamily="34" charset="-122"/>
                <a:ea typeface="微软雅黑" panose="020B0503020204020204" pitchFamily="34" charset="-122"/>
                <a:cs typeface="Noto Sans" pitchFamily="34" charset="-120"/>
              </a:rPr>
              <a:t>的方式来促进</a:t>
            </a:r>
            <a:r>
              <a:rPr lang="en-US"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有效沟通</a:t>
            </a:r>
            <a:r>
              <a:rPr lang="en-US" altLang="zh-CN" sz="1200" dirty="0">
                <a:latin typeface="微软雅黑" panose="020B0503020204020204" pitchFamily="34" charset="-122"/>
                <a:ea typeface="微软雅黑" panose="020B0503020204020204" pitchFamily="34" charset="-122"/>
                <a:cs typeface="Noto Sans" pitchFamily="34" charset="-120"/>
              </a:rPr>
              <a:t>与</a:t>
            </a:r>
            <a:r>
              <a:rPr lang="en-US"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控制</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Noto Sans" pitchFamily="34" charset="-120"/>
              </a:rPr>
              <a:t>ICB: </a:t>
            </a:r>
            <a:r>
              <a:rPr lang="zh-CN" altLang="en-US" sz="1200" dirty="0">
                <a:latin typeface="微软雅黑" panose="020B0503020204020204" pitchFamily="34" charset="-122"/>
                <a:ea typeface="微软雅黑" panose="020B0503020204020204" pitchFamily="34" charset="-122"/>
                <a:cs typeface="Noto Sans" pitchFamily="34" charset="-120"/>
              </a:rPr>
              <a:t>谈到了 </a:t>
            </a:r>
            <a:r>
              <a:rPr lang="en-US" altLang="zh-CN" sz="1200" dirty="0">
                <a:latin typeface="微软雅黑" panose="020B0503020204020204" pitchFamily="34" charset="-122"/>
                <a:ea typeface="微软雅黑" panose="020B0503020204020204" pitchFamily="34" charset="-122"/>
                <a:cs typeface="Noto Sans" pitchFamily="34" charset="-120"/>
              </a:rPr>
              <a:t>“</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计划与控制</a:t>
            </a:r>
            <a:r>
              <a:rPr lang="en-US" altLang="zh-CN" sz="1200" dirty="0">
                <a:latin typeface="微软雅黑" panose="020B0503020204020204" pitchFamily="34" charset="-122"/>
                <a:ea typeface="微软雅黑" panose="020B0503020204020204" pitchFamily="34" charset="-122"/>
                <a:cs typeface="Noto Sans" pitchFamily="34" charset="-120"/>
              </a:rPr>
              <a:t>” </a:t>
            </a:r>
            <a:r>
              <a:rPr lang="zh-CN" altLang="zh-CN" sz="1200" dirty="0">
                <a:latin typeface="微软雅黑" panose="020B0503020204020204" pitchFamily="34" charset="-122"/>
                <a:ea typeface="微软雅黑" panose="020B0503020204020204" pitchFamily="34" charset="-122"/>
                <a:cs typeface="Noto Sans" pitchFamily="34" charset="-120"/>
              </a:rPr>
              <a:t>策划</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sz="1200" dirty="0">
              <a:latin typeface="微软雅黑" panose="020B0503020204020204" pitchFamily="34" charset="-122"/>
              <a:ea typeface="微软雅黑" panose="020B0503020204020204" pitchFamily="34" charset="-122"/>
            </a:endParaRPr>
          </a:p>
        </p:txBody>
      </p:sp>
      <p:sp>
        <p:nvSpPr>
          <p:cNvPr id="11" name="Text 5">
            <a:extLst>
              <a:ext uri="{FF2B5EF4-FFF2-40B4-BE49-F238E27FC236}">
                <a16:creationId xmlns:a16="http://schemas.microsoft.com/office/drawing/2014/main" id="{5DD338DF-EFFA-0035-A9EE-D39EFDD3EC04}"/>
              </a:ext>
            </a:extLst>
          </p:cNvPr>
          <p:cNvSpPr/>
          <p:nvPr/>
        </p:nvSpPr>
        <p:spPr>
          <a:xfrm>
            <a:off x="766885" y="3052197"/>
            <a:ext cx="3636169" cy="160941"/>
          </a:xfrm>
          <a:prstGeom prst="rect">
            <a:avLst/>
          </a:prstGeom>
          <a:noFill/>
          <a:ln/>
        </p:spPr>
        <p:txBody>
          <a:bodyPr wrap="square" lIns="0" tIns="0" rIns="0" bIns="0" rtlCol="0" anchor="ctr">
            <a:spAutoFit/>
          </a:bodyPr>
          <a:lstStyle/>
          <a:p>
            <a:pPr marL="0" indent="0">
              <a:buNone/>
            </a:pPr>
            <a:endParaRPr lang="en-US" sz="1046" dirty="0"/>
          </a:p>
        </p:txBody>
      </p:sp>
      <p:sp>
        <p:nvSpPr>
          <p:cNvPr id="13" name="Text 6">
            <a:extLst>
              <a:ext uri="{FF2B5EF4-FFF2-40B4-BE49-F238E27FC236}">
                <a16:creationId xmlns:a16="http://schemas.microsoft.com/office/drawing/2014/main" id="{2217B3E4-8CF2-AF99-EE2C-8F2F373DD4DB}"/>
              </a:ext>
            </a:extLst>
          </p:cNvPr>
          <p:cNvSpPr/>
          <p:nvPr/>
        </p:nvSpPr>
        <p:spPr>
          <a:xfrm>
            <a:off x="766885" y="3709422"/>
            <a:ext cx="3636169" cy="160941"/>
          </a:xfrm>
          <a:prstGeom prst="rect">
            <a:avLst/>
          </a:prstGeom>
          <a:noFill/>
          <a:ln/>
        </p:spPr>
        <p:txBody>
          <a:bodyPr wrap="square" lIns="0" tIns="0" rIns="0" bIns="0" rtlCol="0" anchor="ctr">
            <a:spAutoFit/>
          </a:bodyPr>
          <a:lstStyle/>
          <a:p>
            <a:pPr marL="0" indent="0">
              <a:buNone/>
            </a:pPr>
            <a:endParaRPr lang="en-US" sz="1046" dirty="0"/>
          </a:p>
        </p:txBody>
      </p:sp>
      <p:sp>
        <p:nvSpPr>
          <p:cNvPr id="94" name="Text 37">
            <a:extLst>
              <a:ext uri="{FF2B5EF4-FFF2-40B4-BE49-F238E27FC236}">
                <a16:creationId xmlns:a16="http://schemas.microsoft.com/office/drawing/2014/main" id="{71939B60-03A6-62EF-91E5-D5735F4A67CB}"/>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文本框 17">
            <a:extLst>
              <a:ext uri="{FF2B5EF4-FFF2-40B4-BE49-F238E27FC236}">
                <a16:creationId xmlns:a16="http://schemas.microsoft.com/office/drawing/2014/main" id="{062B3578-B748-A262-FA76-EF21B87A0AD2}"/>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spTree>
    <p:custDataLst>
      <p:tags r:id="rId1"/>
    </p:custDataLst>
    <p:extLst>
      <p:ext uri="{BB962C8B-B14F-4D97-AF65-F5344CB8AC3E}">
        <p14:creationId xmlns:p14="http://schemas.microsoft.com/office/powerpoint/2010/main" val="2946430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B82A3-B8F5-EA09-B755-9C47275BA8D6}"/>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3995E379-32CB-F448-3CF6-D6FC8E14B427}"/>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1FEBD72F-A402-D867-41E3-CACF59406C30}"/>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7C97C910-C230-BA39-7287-A823752C7158}"/>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2038C605-2AA5-6536-5831-A1260363862A}"/>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CB4E6FAA-3D66-0EC0-3051-8D7351354DC8}"/>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56DA7F66-8E63-EF8C-5CFB-957A77668C95}"/>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项目计划概念与内涵</a:t>
            </a:r>
            <a:r>
              <a:rPr lang="en-US" altLang="zh-CN" b="1" dirty="0">
                <a:solidFill>
                  <a:schemeClr val="bg1"/>
                </a:solidFill>
                <a:latin typeface="+mj-ea"/>
                <a:ea typeface="+mj-ea"/>
                <a:cs typeface="微软雅黑" panose="020B0503020204020204" charset="-122"/>
                <a:sym typeface="+mn-ea"/>
              </a:rPr>
              <a:t> (</a:t>
            </a:r>
            <a:r>
              <a:rPr lang="zh-CN" altLang="en-US" b="1" dirty="0">
                <a:solidFill>
                  <a:schemeClr val="bg1"/>
                </a:solidFill>
                <a:latin typeface="+mj-ea"/>
                <a:ea typeface="+mj-ea"/>
                <a:cs typeface="微软雅黑" panose="020B0503020204020204" charset="-122"/>
                <a:sym typeface="+mn-ea"/>
              </a:rPr>
              <a:t>续）</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33" name="Text 9">
            <a:extLst>
              <a:ext uri="{FF2B5EF4-FFF2-40B4-BE49-F238E27FC236}">
                <a16:creationId xmlns:a16="http://schemas.microsoft.com/office/drawing/2014/main" id="{FA4F4B3E-84E8-4522-51F6-6E6E40C78DFA}"/>
              </a:ext>
            </a:extLst>
          </p:cNvPr>
          <p:cNvSpPr/>
          <p:nvPr/>
        </p:nvSpPr>
        <p:spPr>
          <a:xfrm>
            <a:off x="1258974" y="1479232"/>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项目计划的价值与目标</a:t>
            </a:r>
            <a:endParaRPr lang="en-US" sz="1350" dirty="0"/>
          </a:p>
        </p:txBody>
      </p:sp>
      <p:sp>
        <p:nvSpPr>
          <p:cNvPr id="42" name="Text 10">
            <a:extLst>
              <a:ext uri="{FF2B5EF4-FFF2-40B4-BE49-F238E27FC236}">
                <a16:creationId xmlns:a16="http://schemas.microsoft.com/office/drawing/2014/main" id="{4818AAC4-4429-280F-80E0-834D230083D0}"/>
              </a:ext>
            </a:extLst>
          </p:cNvPr>
          <p:cNvSpPr/>
          <p:nvPr/>
        </p:nvSpPr>
        <p:spPr>
          <a:xfrm>
            <a:off x="1924983" y="2038196"/>
            <a:ext cx="4148572" cy="184666"/>
          </a:xfrm>
          <a:prstGeom prst="rect">
            <a:avLst/>
          </a:prstGeom>
          <a:noFill/>
          <a:ln/>
        </p:spPr>
        <p:txBody>
          <a:bodyPr wrap="none" lIns="0" tIns="0" rIns="0" bIns="0" rtlCol="0" anchor="ctr">
            <a:spAutoFit/>
          </a:bodyPr>
          <a:lstStyle/>
          <a:p>
            <a:pPr marL="0" indent="0">
              <a:buNone/>
            </a:pPr>
            <a:r>
              <a:rPr lang="zh-CN" altLang="en-US" sz="1200" dirty="0">
                <a:latin typeface="微软雅黑" panose="020B0503020204020204" pitchFamily="34" charset="-122"/>
                <a:ea typeface="微软雅黑" panose="020B0503020204020204" pitchFamily="34" charset="-122"/>
                <a:cs typeface="Noto Sans" pitchFamily="34" charset="-120"/>
              </a:rPr>
              <a:t>价值：</a:t>
            </a:r>
            <a:r>
              <a:rPr lang="en-US" sz="1200" dirty="0" err="1">
                <a:latin typeface="微软雅黑" panose="020B0503020204020204" pitchFamily="34" charset="-122"/>
                <a:ea typeface="微软雅黑" panose="020B0503020204020204" pitchFamily="34" charset="-122"/>
                <a:cs typeface="Noto Sans" pitchFamily="34" charset="-120"/>
              </a:rPr>
              <a:t>明确</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项目要交付的成果</a:t>
            </a:r>
            <a:r>
              <a:rPr lang="en-US" sz="1200" dirty="0">
                <a:latin typeface="微软雅黑" panose="020B0503020204020204" pitchFamily="34" charset="-122"/>
                <a:ea typeface="微软雅黑" panose="020B0503020204020204" pitchFamily="34" charset="-122"/>
                <a:cs typeface="Noto Sans" pitchFamily="34" charset="-120"/>
              </a:rPr>
              <a:t> (</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质量</a:t>
            </a:r>
            <a:r>
              <a:rPr lang="en-US" sz="1200" dirty="0" err="1">
                <a:latin typeface="微软雅黑" panose="020B0503020204020204" pitchFamily="34" charset="-122"/>
                <a:ea typeface="微软雅黑" panose="020B0503020204020204" pitchFamily="34" charset="-122"/>
                <a:cs typeface="Noto Sans" pitchFamily="34" charset="-120"/>
              </a:rPr>
              <a:t>、</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成本</a:t>
            </a:r>
            <a:r>
              <a:rPr lang="en-US" sz="1200" dirty="0" err="1">
                <a:latin typeface="微软雅黑" panose="020B0503020204020204" pitchFamily="34" charset="-122"/>
                <a:ea typeface="微软雅黑" panose="020B0503020204020204" pitchFamily="34" charset="-122"/>
                <a:cs typeface="Noto Sans" pitchFamily="34" charset="-120"/>
              </a:rPr>
              <a:t>、</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数量</a:t>
            </a:r>
            <a:r>
              <a:rPr lang="en-US" sz="1200" dirty="0" err="1">
                <a:latin typeface="微软雅黑" panose="020B0503020204020204" pitchFamily="34" charset="-122"/>
                <a:ea typeface="微软雅黑" panose="020B0503020204020204" pitchFamily="34" charset="-122"/>
                <a:cs typeface="Noto Sans" pitchFamily="34" charset="-120"/>
              </a:rPr>
              <a:t>、</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时间</a:t>
            </a:r>
            <a:r>
              <a:rPr lang="en-US" sz="1200" dirty="0" err="1">
                <a:latin typeface="微软雅黑" panose="020B0503020204020204" pitchFamily="34" charset="-122"/>
                <a:ea typeface="微软雅黑" panose="020B0503020204020204" pitchFamily="34" charset="-122"/>
                <a:cs typeface="Noto Sans" pitchFamily="34" charset="-120"/>
              </a:rPr>
              <a:t>等</a:t>
            </a:r>
            <a:r>
              <a:rPr lang="en-US" sz="1200" dirty="0">
                <a:latin typeface="微软雅黑" panose="020B0503020204020204" pitchFamily="34" charset="-122"/>
                <a:ea typeface="微软雅黑" panose="020B0503020204020204" pitchFamily="34" charset="-122"/>
                <a:cs typeface="Noto Sans" pitchFamily="34" charset="-120"/>
              </a:rPr>
              <a:t>)</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sp>
        <p:nvSpPr>
          <p:cNvPr id="94" name="Text 37">
            <a:extLst>
              <a:ext uri="{FF2B5EF4-FFF2-40B4-BE49-F238E27FC236}">
                <a16:creationId xmlns:a16="http://schemas.microsoft.com/office/drawing/2014/main" id="{1DF86796-BAD1-DE32-83C0-122F5441DADB}"/>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6" name="Text 10">
            <a:extLst>
              <a:ext uri="{FF2B5EF4-FFF2-40B4-BE49-F238E27FC236}">
                <a16:creationId xmlns:a16="http://schemas.microsoft.com/office/drawing/2014/main" id="{41C8AB96-8D19-CC68-4168-D55E7754E676}"/>
              </a:ext>
            </a:extLst>
          </p:cNvPr>
          <p:cNvSpPr/>
          <p:nvPr/>
        </p:nvSpPr>
        <p:spPr>
          <a:xfrm>
            <a:off x="1924983" y="2361353"/>
            <a:ext cx="6384839" cy="2460032"/>
          </a:xfrm>
          <a:prstGeom prst="rect">
            <a:avLst/>
          </a:prstGeom>
          <a:noFill/>
          <a:ln/>
        </p:spPr>
        <p:txBody>
          <a:bodyPr wrap="square" lIns="0" tIns="0" rIns="0" bIns="0" rtlCol="0" anchor="ctr">
            <a:spAutoFit/>
          </a:bodyPr>
          <a:lstStyle/>
          <a:p>
            <a:pPr>
              <a:lnSpc>
                <a:spcPct val="150000"/>
              </a:lnSpc>
            </a:pPr>
            <a:r>
              <a:rPr lang="zh-CN" altLang="en-US" sz="1200" dirty="0">
                <a:latin typeface="微软雅黑" panose="020B0503020204020204" pitchFamily="34" charset="-122"/>
                <a:ea typeface="微软雅黑" panose="020B0503020204020204" pitchFamily="34" charset="-122"/>
                <a:cs typeface="Noto Sans" pitchFamily="34" charset="-120"/>
              </a:rPr>
              <a:t>目标：</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a:lnSpc>
                <a:spcPct val="150000"/>
              </a:lnSpc>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628650" lvl="1" indent="-171450">
              <a:lnSpc>
                <a:spcPct val="150000"/>
              </a:lnSpc>
              <a:buFont typeface="Arial" panose="020B0604020202020204" pitchFamily="34" charset="0"/>
              <a:buChar char="•"/>
            </a:pPr>
            <a:r>
              <a:rPr lang="zh-CN" altLang="en-US" sz="1200" dirty="0">
                <a:solidFill>
                  <a:srgbClr val="FF0000"/>
                </a:solidFill>
                <a:latin typeface="微软雅黑" panose="020B0503020204020204" pitchFamily="34" charset="-122"/>
                <a:ea typeface="微软雅黑" panose="020B0503020204020204" pitchFamily="34" charset="-122"/>
                <a:cs typeface="Noto Sans" pitchFamily="34" charset="-120"/>
              </a:rPr>
              <a:t>积极主动</a:t>
            </a:r>
            <a:r>
              <a:rPr lang="zh-CN" altLang="en-US" sz="1200" dirty="0">
                <a:latin typeface="微软雅黑" panose="020B0503020204020204" pitchFamily="34" charset="-122"/>
                <a:ea typeface="微软雅黑" panose="020B0503020204020204" pitchFamily="34" charset="-122"/>
                <a:cs typeface="Noto Sans" pitchFamily="34" charset="-120"/>
              </a:rPr>
              <a:t>地制定一种</a:t>
            </a:r>
            <a:r>
              <a:rPr lang="zh-CN" altLang="en-US" sz="1200" dirty="0">
                <a:solidFill>
                  <a:srgbClr val="FF0000"/>
                </a:solidFill>
                <a:latin typeface="微软雅黑" panose="020B0503020204020204" pitchFamily="34" charset="-122"/>
                <a:ea typeface="微软雅黑" panose="020B0503020204020204" pitchFamily="34" charset="-122"/>
                <a:cs typeface="Noto Sans" pitchFamily="34" charset="-120"/>
              </a:rPr>
              <a:t>方法</a:t>
            </a:r>
            <a:r>
              <a:rPr lang="zh-CN" altLang="en-US" sz="1200" dirty="0">
                <a:latin typeface="微软雅黑" panose="020B0503020204020204" pitchFamily="34" charset="-122"/>
                <a:ea typeface="微软雅黑" panose="020B0503020204020204" pitchFamily="34" charset="-122"/>
                <a:cs typeface="Noto Sans" pitchFamily="34" charset="-120"/>
              </a:rPr>
              <a:t>来</a:t>
            </a:r>
            <a:r>
              <a:rPr lang="zh-CN" altLang="en-US" sz="1200" dirty="0">
                <a:solidFill>
                  <a:srgbClr val="FF0000"/>
                </a:solidFill>
                <a:latin typeface="微软雅黑" panose="020B0503020204020204" pitchFamily="34" charset="-122"/>
                <a:ea typeface="微软雅黑" panose="020B0503020204020204" pitchFamily="34" charset="-122"/>
                <a:cs typeface="Noto Sans" pitchFamily="34" charset="-120"/>
              </a:rPr>
              <a:t>创建项目交付物 </a:t>
            </a:r>
            <a:r>
              <a:rPr lang="en-US" altLang="zh-CN" sz="1200" dirty="0">
                <a:latin typeface="微软雅黑" panose="020B0503020204020204" pitchFamily="34" charset="-122"/>
                <a:ea typeface="微软雅黑" panose="020B0503020204020204" pitchFamily="34" charset="-122"/>
                <a:cs typeface="Noto Sans" pitchFamily="34" charset="-120"/>
              </a:rPr>
              <a:t>(PMBOK </a:t>
            </a:r>
            <a:r>
              <a:rPr lang="zh-CN" altLang="en-US" sz="1200" dirty="0">
                <a:latin typeface="微软雅黑" panose="020B0503020204020204" pitchFamily="34" charset="-122"/>
                <a:ea typeface="微软雅黑" panose="020B0503020204020204" pitchFamily="34" charset="-122"/>
                <a:cs typeface="Noto Sans" pitchFamily="34" charset="-120"/>
              </a:rPr>
              <a:t>指南</a:t>
            </a:r>
            <a:r>
              <a:rPr lang="en-US" altLang="zh-CN" sz="1200" dirty="0">
                <a:latin typeface="微软雅黑" panose="020B0503020204020204" pitchFamily="34" charset="-122"/>
                <a:ea typeface="微软雅黑" panose="020B0503020204020204" pitchFamily="34" charset="-122"/>
                <a:cs typeface="Noto Sans" pitchFamily="34" charset="-120"/>
              </a:rPr>
              <a:t>)</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628650" lvl="1" indent="-171450">
              <a:lnSpc>
                <a:spcPct val="150000"/>
              </a:lnSpc>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628650" lvl="1" indent="-171450" fontAlgn="base">
              <a:lnSpc>
                <a:spcPct val="150000"/>
              </a:lnSpc>
              <a:buFont typeface="Arial" panose="020B0604020202020204" pitchFamily="34" charset="0"/>
              <a:buChar char="•"/>
            </a:pPr>
            <a:r>
              <a:rPr lang="ja-JP" altLang="zh-CN" sz="1200" dirty="0">
                <a:latin typeface="微软雅黑" panose="020B0503020204020204" pitchFamily="34" charset="-122"/>
                <a:ea typeface="微软雅黑" panose="020B0503020204020204" pitchFamily="34" charset="-122"/>
                <a:cs typeface="Noto Sans" pitchFamily="34" charset="-120"/>
              </a:rPr>
              <a:t>界定</a:t>
            </a:r>
            <a:r>
              <a:rPr lang="ja-JP" altLang="zh-CN" sz="1200" dirty="0">
                <a:solidFill>
                  <a:srgbClr val="FF0000"/>
                </a:solidFill>
                <a:latin typeface="微软雅黑" panose="020B0503020204020204" pitchFamily="34" charset="-122"/>
                <a:ea typeface="微软雅黑" panose="020B0503020204020204" pitchFamily="34" charset="-122"/>
                <a:cs typeface="Noto Sans" pitchFamily="34" charset="-120"/>
              </a:rPr>
              <a:t>需求、交付物、产出、结果</a:t>
            </a:r>
            <a:r>
              <a:rPr lang="ja-JP" altLang="zh-CN" sz="1200" dirty="0">
                <a:latin typeface="微软雅黑" panose="020B0503020204020204" pitchFamily="34" charset="-122"/>
                <a:ea typeface="微软雅黑" panose="020B0503020204020204" pitchFamily="34" charset="-122"/>
                <a:cs typeface="Noto Sans" pitchFamily="34" charset="-120"/>
              </a:rPr>
              <a:t>和</a:t>
            </a:r>
            <a:r>
              <a:rPr lang="ja-JP" altLang="zh-CN" sz="1200" dirty="0">
                <a:solidFill>
                  <a:srgbClr val="FF0000"/>
                </a:solidFill>
                <a:latin typeface="微软雅黑" panose="020B0503020204020204" pitchFamily="34" charset="-122"/>
                <a:ea typeface="微软雅黑" panose="020B0503020204020204" pitchFamily="34" charset="-122"/>
                <a:cs typeface="Noto Sans" pitchFamily="34" charset="-120"/>
              </a:rPr>
              <a:t>限制</a:t>
            </a:r>
            <a:r>
              <a:rPr lang="ja-JP" altLang="zh-CN" sz="1200" dirty="0">
                <a:latin typeface="微软雅黑" panose="020B0503020204020204" pitchFamily="34" charset="-122"/>
                <a:ea typeface="微软雅黑" panose="020B0503020204020204" pitchFamily="34" charset="-122"/>
                <a:cs typeface="Noto Sans" pitchFamily="34" charset="-120"/>
              </a:rPr>
              <a:t>，并决定如何</a:t>
            </a:r>
            <a:r>
              <a:rPr lang="ja-JP" altLang="zh-CN" sz="1200" dirty="0">
                <a:solidFill>
                  <a:srgbClr val="FF0000"/>
                </a:solidFill>
                <a:latin typeface="微软雅黑" panose="020B0503020204020204" pitchFamily="34" charset="-122"/>
                <a:ea typeface="微软雅黑" panose="020B0503020204020204" pitchFamily="34" charset="-122"/>
                <a:cs typeface="Noto Sans" pitchFamily="34" charset="-120"/>
              </a:rPr>
              <a:t>实现项</a:t>
            </a:r>
            <a:r>
              <a:rPr lang="en-US" altLang="zh-CN" sz="1200" dirty="0">
                <a:solidFill>
                  <a:srgbClr val="FF0000"/>
                </a:solidFill>
                <a:latin typeface="微软雅黑" panose="020B0503020204020204" pitchFamily="34" charset="-122"/>
                <a:ea typeface="微软雅黑" panose="020B0503020204020204" pitchFamily="34" charset="-122"/>
                <a:cs typeface="Noto Sans" pitchFamily="34" charset="-120"/>
              </a:rPr>
              <a:t>​</a:t>
            </a:r>
            <a:r>
              <a:rPr lang="ja-JP" altLang="zh-CN" sz="1200" dirty="0">
                <a:solidFill>
                  <a:srgbClr val="FF0000"/>
                </a:solidFill>
                <a:latin typeface="微软雅黑" panose="020B0503020204020204" pitchFamily="34" charset="-122"/>
                <a:ea typeface="微软雅黑" panose="020B0503020204020204" pitchFamily="34" charset="-122"/>
                <a:cs typeface="Noto Sans" pitchFamily="34" charset="-120"/>
              </a:rPr>
              <a:t>目</a:t>
            </a:r>
            <a:r>
              <a:rPr lang="ja-JP" altLang="zh-CN" sz="1200" dirty="0">
                <a:latin typeface="微软雅黑" panose="020B0503020204020204" pitchFamily="34" charset="-122"/>
                <a:ea typeface="微软雅黑" panose="020B0503020204020204" pitchFamily="34" charset="-122"/>
                <a:cs typeface="Noto Sans" pitchFamily="34" charset="-120"/>
              </a:rPr>
              <a:t>的</a:t>
            </a:r>
            <a:r>
              <a:rPr lang="ja-JP" altLang="zh-CN" sz="1200" dirty="0">
                <a:solidFill>
                  <a:srgbClr val="FF0000"/>
                </a:solidFill>
                <a:latin typeface="微软雅黑" panose="020B0503020204020204" pitchFamily="34" charset="-122"/>
                <a:ea typeface="微软雅黑" panose="020B0503020204020204" pitchFamily="34" charset="-122"/>
                <a:cs typeface="Noto Sans" pitchFamily="34" charset="-120"/>
              </a:rPr>
              <a:t>目标</a:t>
            </a:r>
            <a:r>
              <a:rPr lang="en-US" altLang="ja-JP" sz="1200" dirty="0">
                <a:latin typeface="微软雅黑" panose="020B0503020204020204" pitchFamily="34" charset="-122"/>
                <a:ea typeface="微软雅黑" panose="020B0503020204020204" pitchFamily="34" charset="-122"/>
                <a:cs typeface="Noto Sans" pitchFamily="34" charset="-120"/>
              </a:rPr>
              <a:t> (</a:t>
            </a:r>
            <a:r>
              <a:rPr lang="en-US" altLang="zh-CN" sz="1200" dirty="0">
                <a:latin typeface="微软雅黑" panose="020B0503020204020204" pitchFamily="34" charset="-122"/>
                <a:ea typeface="微软雅黑" panose="020B0503020204020204" pitchFamily="34" charset="-122"/>
                <a:cs typeface="Noto Sans" pitchFamily="34" charset="-120"/>
              </a:rPr>
              <a:t>ISO21502)</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ja-JP" sz="1200" dirty="0">
              <a:latin typeface="微软雅黑" panose="020B0503020204020204" pitchFamily="34" charset="-122"/>
              <a:ea typeface="微软雅黑" panose="020B0503020204020204" pitchFamily="34" charset="-122"/>
              <a:cs typeface="Noto Sans" pitchFamily="34" charset="-120"/>
            </a:endParaRPr>
          </a:p>
          <a:p>
            <a:pPr marL="628650" lvl="1" indent="-171450" fontAlgn="base">
              <a:lnSpc>
                <a:spcPct val="150000"/>
              </a:lnSpc>
              <a:buFont typeface="Arial" panose="020B0604020202020204" pitchFamily="34" charset="0"/>
              <a:buChar char="•"/>
            </a:pPr>
            <a:endParaRPr lang="en-US" altLang="ja-JP" sz="1200" dirty="0">
              <a:latin typeface="微软雅黑" panose="020B0503020204020204" pitchFamily="34" charset="-122"/>
              <a:ea typeface="微软雅黑" panose="020B0503020204020204" pitchFamily="34" charset="-122"/>
              <a:cs typeface="Noto Sans" pitchFamily="34" charset="-120"/>
            </a:endParaRPr>
          </a:p>
          <a:p>
            <a:pPr marL="628650" lvl="1" indent="-171450" fontAlgn="base">
              <a:lnSpc>
                <a:spcPct val="15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Noto Sans" pitchFamily="34" charset="-120"/>
              </a:rPr>
              <a:t>为项目执行提供</a:t>
            </a:r>
            <a:r>
              <a:rPr lang="zh-CN" altLang="en-US" sz="1200" dirty="0">
                <a:solidFill>
                  <a:srgbClr val="FF0000"/>
                </a:solidFill>
                <a:latin typeface="微软雅黑" panose="020B0503020204020204" pitchFamily="34" charset="-122"/>
                <a:ea typeface="微软雅黑" panose="020B0503020204020204" pitchFamily="34" charset="-122"/>
                <a:cs typeface="Noto Sans" pitchFamily="34" charset="-120"/>
              </a:rPr>
              <a:t>基准</a:t>
            </a:r>
            <a:r>
              <a:rPr lang="zh-CN" altLang="en-US" sz="1200" dirty="0">
                <a:latin typeface="微软雅黑" panose="020B0503020204020204" pitchFamily="34" charset="-122"/>
                <a:ea typeface="微软雅黑" panose="020B0503020204020204" pitchFamily="34" charset="-122"/>
                <a:cs typeface="Noto Sans" pitchFamily="34" charset="-120"/>
              </a:rPr>
              <a:t>和</a:t>
            </a:r>
            <a:r>
              <a:rPr lang="zh-CN" altLang="en-US" sz="1200" dirty="0">
                <a:solidFill>
                  <a:srgbClr val="FF0000"/>
                </a:solidFill>
                <a:latin typeface="微软雅黑" panose="020B0503020204020204" pitchFamily="34" charset="-122"/>
                <a:ea typeface="微软雅黑" panose="020B0503020204020204" pitchFamily="34" charset="-122"/>
                <a:cs typeface="Noto Sans" pitchFamily="34" charset="-120"/>
              </a:rPr>
              <a:t>指导 </a:t>
            </a:r>
            <a:r>
              <a:rPr lang="en-US" altLang="zh-CN" sz="1200" dirty="0">
                <a:latin typeface="微软雅黑" panose="020B0503020204020204" pitchFamily="34" charset="-122"/>
                <a:ea typeface="微软雅黑" panose="020B0503020204020204" pitchFamily="34" charset="-122"/>
                <a:cs typeface="Noto Sans" pitchFamily="34" charset="-120"/>
              </a:rPr>
              <a:t>(PRINCE2)</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628650" lvl="1" indent="-171450" fontAlgn="base">
              <a:lnSpc>
                <a:spcPct val="150000"/>
              </a:lnSpc>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628650" lvl="1" indent="-171450" fontAlgn="base">
              <a:lnSpc>
                <a:spcPct val="150000"/>
              </a:lnSpc>
              <a:buFont typeface="Arial" panose="020B0604020202020204" pitchFamily="34" charset="0"/>
              <a:buChar char="•"/>
            </a:pPr>
            <a:r>
              <a:rPr lang="en-US" altLang="zh-CN" sz="1200" dirty="0" err="1">
                <a:latin typeface="微软雅黑" panose="020B0503020204020204" pitchFamily="34" charset="-122"/>
                <a:ea typeface="微软雅黑" panose="020B0503020204020204" pitchFamily="34" charset="-122"/>
                <a:cs typeface="Noto Sans" pitchFamily="34" charset="-120"/>
              </a:rPr>
              <a:t>支撑</a:t>
            </a:r>
            <a:r>
              <a:rPr lang="en-US" altLang="zh-CN" sz="1200" dirty="0" err="1">
                <a:solidFill>
                  <a:srgbClr val="FF0000"/>
                </a:solidFill>
                <a:latin typeface="微软雅黑" panose="020B0503020204020204" pitchFamily="34" charset="-122"/>
                <a:ea typeface="微软雅黑" panose="020B0503020204020204" pitchFamily="34" charset="-122"/>
                <a:cs typeface="Noto Sans" pitchFamily="34" charset="-120"/>
              </a:rPr>
              <a:t>项目效益</a:t>
            </a:r>
            <a:r>
              <a:rPr lang="en-US" altLang="zh-CN" sz="1200" dirty="0" err="1">
                <a:latin typeface="微软雅黑" panose="020B0503020204020204" pitchFamily="34" charset="-122"/>
                <a:ea typeface="微软雅黑" panose="020B0503020204020204" pitchFamily="34" charset="-122"/>
                <a:cs typeface="Noto Sans" pitchFamily="34" charset="-120"/>
              </a:rPr>
              <a:t>的实现</a:t>
            </a:r>
            <a:r>
              <a:rPr lang="en-US" altLang="zh-CN" sz="1200" dirty="0">
                <a:latin typeface="微软雅黑" panose="020B0503020204020204" pitchFamily="34" charset="-122"/>
                <a:ea typeface="微软雅黑" panose="020B0503020204020204" pitchFamily="34" charset="-122"/>
                <a:cs typeface="Noto Sans" pitchFamily="34" charset="-120"/>
              </a:rPr>
              <a:t> (BS6079)</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p:txBody>
      </p:sp>
      <p:sp>
        <p:nvSpPr>
          <p:cNvPr id="10" name="Text 10">
            <a:extLst>
              <a:ext uri="{FF2B5EF4-FFF2-40B4-BE49-F238E27FC236}">
                <a16:creationId xmlns:a16="http://schemas.microsoft.com/office/drawing/2014/main" id="{BC0DB755-0CD8-166F-80FB-91FDE94E10E3}"/>
              </a:ext>
            </a:extLst>
          </p:cNvPr>
          <p:cNvSpPr/>
          <p:nvPr/>
        </p:nvSpPr>
        <p:spPr>
          <a:xfrm>
            <a:off x="2825128" y="2872386"/>
            <a:ext cx="65" cy="169277"/>
          </a:xfrm>
          <a:prstGeom prst="rect">
            <a:avLst/>
          </a:prstGeom>
          <a:noFill/>
          <a:ln/>
        </p:spPr>
        <p:txBody>
          <a:bodyPr wrap="none" lIns="0" tIns="0" rIns="0" bIns="0" rtlCol="0" anchor="ctr">
            <a:spAutoFit/>
          </a:bodyPr>
          <a:lstStyle/>
          <a:p>
            <a:pPr fontAlgn="base"/>
            <a:endParaRPr lang="en-US" altLang="zh-CN" sz="1100" dirty="0">
              <a:latin typeface="微软雅黑" panose="020B0503020204020204" pitchFamily="34" charset="-122"/>
              <a:ea typeface="微软雅黑" panose="020B0503020204020204" pitchFamily="34" charset="-122"/>
              <a:cs typeface="Noto Sans" pitchFamily="34" charset="-120"/>
            </a:endParaRPr>
          </a:p>
        </p:txBody>
      </p:sp>
      <p:sp>
        <p:nvSpPr>
          <p:cNvPr id="12" name="Text 10">
            <a:extLst>
              <a:ext uri="{FF2B5EF4-FFF2-40B4-BE49-F238E27FC236}">
                <a16:creationId xmlns:a16="http://schemas.microsoft.com/office/drawing/2014/main" id="{FC051C7A-A733-5237-1BBB-2631F341D94F}"/>
              </a:ext>
            </a:extLst>
          </p:cNvPr>
          <p:cNvSpPr/>
          <p:nvPr/>
        </p:nvSpPr>
        <p:spPr>
          <a:xfrm>
            <a:off x="2817985" y="3223429"/>
            <a:ext cx="65" cy="169277"/>
          </a:xfrm>
          <a:prstGeom prst="rect">
            <a:avLst/>
          </a:prstGeom>
          <a:noFill/>
          <a:ln/>
        </p:spPr>
        <p:txBody>
          <a:bodyPr wrap="none" lIns="0" tIns="0" rIns="0" bIns="0" rtlCol="0" anchor="ctr">
            <a:spAutoFit/>
          </a:bodyPr>
          <a:lstStyle/>
          <a:p>
            <a:pPr fontAlgn="base"/>
            <a:endParaRPr lang="en-US" altLang="zh-CN" sz="1100" dirty="0">
              <a:latin typeface="微软雅黑" panose="020B0503020204020204" pitchFamily="34" charset="-122"/>
              <a:ea typeface="微软雅黑" panose="020B0503020204020204" pitchFamily="34" charset="-122"/>
              <a:cs typeface="Noto Sans" pitchFamily="34" charset="-120"/>
            </a:endParaRPr>
          </a:p>
        </p:txBody>
      </p:sp>
      <p:sp>
        <p:nvSpPr>
          <p:cNvPr id="14" name="Text 10">
            <a:extLst>
              <a:ext uri="{FF2B5EF4-FFF2-40B4-BE49-F238E27FC236}">
                <a16:creationId xmlns:a16="http://schemas.microsoft.com/office/drawing/2014/main" id="{34A3B33B-195C-6BEA-66B2-9D888E8C6D79}"/>
              </a:ext>
            </a:extLst>
          </p:cNvPr>
          <p:cNvSpPr/>
          <p:nvPr/>
        </p:nvSpPr>
        <p:spPr>
          <a:xfrm>
            <a:off x="2825128" y="3506731"/>
            <a:ext cx="65" cy="169277"/>
          </a:xfrm>
          <a:prstGeom prst="rect">
            <a:avLst/>
          </a:prstGeom>
          <a:noFill/>
          <a:ln/>
        </p:spPr>
        <p:txBody>
          <a:bodyPr wrap="none" lIns="0" tIns="0" rIns="0" bIns="0" rtlCol="0" anchor="ctr">
            <a:spAutoFit/>
          </a:bodyPr>
          <a:lstStyle/>
          <a:p>
            <a:pPr fontAlgn="base"/>
            <a:endParaRPr lang="en-US" altLang="zh-CN" sz="1100" dirty="0">
              <a:latin typeface="微软雅黑" panose="020B0503020204020204" pitchFamily="34" charset="-122"/>
              <a:ea typeface="微软雅黑" panose="020B0503020204020204" pitchFamily="34" charset="-122"/>
            </a:endParaRPr>
          </a:p>
        </p:txBody>
      </p:sp>
      <p:sp>
        <p:nvSpPr>
          <p:cNvPr id="19" name="文本框 17">
            <a:extLst>
              <a:ext uri="{FF2B5EF4-FFF2-40B4-BE49-F238E27FC236}">
                <a16:creationId xmlns:a16="http://schemas.microsoft.com/office/drawing/2014/main" id="{01F33B9A-15F8-03D1-7E86-4A0AC9227CF0}"/>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spTree>
    <p:custDataLst>
      <p:tags r:id="rId1"/>
    </p:custDataLst>
    <p:extLst>
      <p:ext uri="{BB962C8B-B14F-4D97-AF65-F5344CB8AC3E}">
        <p14:creationId xmlns:p14="http://schemas.microsoft.com/office/powerpoint/2010/main" val="3222018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38291-9E3F-478C-F271-AFA0CE2BC1D6}"/>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84ACAB84-87FF-EBDE-CE4F-3C6F67FAC5A4}"/>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53111FB7-0264-523C-F68B-AC7AB452184A}"/>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5F683A57-D75A-1D2F-1740-DEFDD9698A25}"/>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16EE2F11-1BB1-4492-8C6A-F93A09CEE6A3}"/>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07086B22-2BDC-92C0-844A-7F6FC7C0424E}"/>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FAD1AFB7-D041-1BFE-5F86-0E6448D32C9E}"/>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项目计划概念与内涵</a:t>
            </a:r>
            <a:r>
              <a:rPr lang="en-US" altLang="zh-CN" b="1" dirty="0">
                <a:solidFill>
                  <a:schemeClr val="bg1"/>
                </a:solidFill>
                <a:latin typeface="+mj-ea"/>
                <a:ea typeface="+mj-ea"/>
                <a:cs typeface="微软雅黑" panose="020B0503020204020204" charset="-122"/>
                <a:sym typeface="+mn-ea"/>
              </a:rPr>
              <a:t> (</a:t>
            </a:r>
            <a:r>
              <a:rPr lang="zh-CN" altLang="en-US" b="1" dirty="0">
                <a:solidFill>
                  <a:schemeClr val="bg1"/>
                </a:solidFill>
                <a:latin typeface="+mj-ea"/>
                <a:ea typeface="+mj-ea"/>
                <a:cs typeface="微软雅黑" panose="020B0503020204020204" charset="-122"/>
                <a:sym typeface="+mn-ea"/>
              </a:rPr>
              <a:t>续）</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83" name="Text 30">
            <a:extLst>
              <a:ext uri="{FF2B5EF4-FFF2-40B4-BE49-F238E27FC236}">
                <a16:creationId xmlns:a16="http://schemas.microsoft.com/office/drawing/2014/main" id="{34430364-EE70-BAE2-B0AD-88456AAD9F48}"/>
              </a:ext>
            </a:extLst>
          </p:cNvPr>
          <p:cNvSpPr/>
          <p:nvPr/>
        </p:nvSpPr>
        <p:spPr>
          <a:xfrm>
            <a:off x="1168842" y="1311592"/>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计划与交付物的关系</a:t>
            </a:r>
            <a:endParaRPr lang="en-US" sz="1350" dirty="0"/>
          </a:p>
        </p:txBody>
      </p:sp>
      <p:pic>
        <p:nvPicPr>
          <p:cNvPr id="84" name="Image 13" descr="preencoded.png">
            <a:extLst>
              <a:ext uri="{FF2B5EF4-FFF2-40B4-BE49-F238E27FC236}">
                <a16:creationId xmlns:a16="http://schemas.microsoft.com/office/drawing/2014/main" id="{4EB0F003-259B-1484-1797-37E6A9039026}"/>
              </a:ext>
            </a:extLst>
          </p:cNvPr>
          <p:cNvPicPr>
            <a:picLocks noChangeAspect="1"/>
          </p:cNvPicPr>
          <p:nvPr/>
        </p:nvPicPr>
        <p:blipFill>
          <a:blip r:embed="rId9"/>
          <a:stretch>
            <a:fillRect/>
          </a:stretch>
        </p:blipFill>
        <p:spPr>
          <a:xfrm>
            <a:off x="1838500" y="1841477"/>
            <a:ext cx="160734" cy="142875"/>
          </a:xfrm>
          <a:prstGeom prst="rect">
            <a:avLst/>
          </a:prstGeom>
        </p:spPr>
      </p:pic>
      <p:sp>
        <p:nvSpPr>
          <p:cNvPr id="85" name="Text 31">
            <a:extLst>
              <a:ext uri="{FF2B5EF4-FFF2-40B4-BE49-F238E27FC236}">
                <a16:creationId xmlns:a16="http://schemas.microsoft.com/office/drawing/2014/main" id="{9057A1B2-33D3-128A-AADF-F8ABC7DE68BD}"/>
              </a:ext>
            </a:extLst>
          </p:cNvPr>
          <p:cNvSpPr/>
          <p:nvPr/>
        </p:nvSpPr>
        <p:spPr>
          <a:xfrm>
            <a:off x="2118614" y="1736361"/>
            <a:ext cx="5628290" cy="1352358"/>
          </a:xfrm>
          <a:prstGeom prst="rect">
            <a:avLst/>
          </a:prstGeom>
          <a:noFill/>
          <a:ln/>
        </p:spPr>
        <p:txBody>
          <a:bodyPr wrap="square" lIns="0" tIns="0" rIns="0" bIns="0" rtlCol="0" anchor="ctr">
            <a:spAutoFit/>
          </a:bodyPr>
          <a:lstStyle/>
          <a:p>
            <a:pPr marL="0" indent="0">
              <a:lnSpc>
                <a:spcPct val="150000"/>
              </a:lnSpc>
              <a:buNone/>
            </a:pP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不同性质</a:t>
            </a:r>
            <a:r>
              <a:rPr lang="en-US" sz="1200" dirty="0" err="1">
                <a:latin typeface="微软雅黑" panose="020B0503020204020204" pitchFamily="34" charset="-122"/>
                <a:ea typeface="微软雅黑" panose="020B0503020204020204" pitchFamily="34" charset="-122"/>
                <a:cs typeface="Noto Sans" pitchFamily="34" charset="-120"/>
              </a:rPr>
              <a:t>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交付物</a:t>
            </a:r>
            <a:r>
              <a:rPr lang="en-US" sz="1200" dirty="0" err="1">
                <a:latin typeface="微软雅黑" panose="020B0503020204020204" pitchFamily="34" charset="-122"/>
                <a:ea typeface="微软雅黑" panose="020B0503020204020204" pitchFamily="34" charset="-122"/>
                <a:cs typeface="Noto Sans" pitchFamily="34" charset="-120"/>
              </a:rPr>
              <a:t>涉及不同的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项目生命周期</a:t>
            </a:r>
            <a:r>
              <a:rPr lang="en-US" sz="1200" dirty="0" err="1">
                <a:latin typeface="微软雅黑" panose="020B0503020204020204" pitchFamily="34" charset="-122"/>
                <a:ea typeface="微软雅黑" panose="020B0503020204020204" pitchFamily="34" charset="-122"/>
                <a:cs typeface="Noto Sans" pitchFamily="34" charset="-120"/>
              </a:rPr>
              <a:t>，对</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计划</a:t>
            </a:r>
            <a:r>
              <a:rPr lang="en-US" sz="1200" dirty="0" err="1">
                <a:latin typeface="微软雅黑" panose="020B0503020204020204" pitchFamily="34" charset="-122"/>
                <a:ea typeface="微软雅黑" panose="020B0503020204020204" pitchFamily="34" charset="-122"/>
                <a:cs typeface="Noto Sans" pitchFamily="34" charset="-120"/>
              </a:rPr>
              <a:t>的要求也不同</a:t>
            </a:r>
            <a:r>
              <a:rPr lang="en-US" sz="1200" dirty="0">
                <a:latin typeface="微软雅黑" panose="020B0503020204020204" pitchFamily="34" charset="-122"/>
                <a:ea typeface="微软雅黑" panose="020B0503020204020204" pitchFamily="34" charset="-122"/>
                <a:cs typeface="Noto Sans" pitchFamily="34" charset="-120"/>
              </a:rPr>
              <a:t> (APMBOK)</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0" indent="0">
              <a:lnSpc>
                <a:spcPct val="150000"/>
              </a:lnSpc>
              <a:buNone/>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628650" lvl="1" indent="-171450">
              <a:lnSpc>
                <a:spcPct val="150000"/>
              </a:lnSpc>
              <a:buFont typeface="Arial" panose="020B0604020202020204" pitchFamily="34" charset="0"/>
              <a:buChar char="•"/>
            </a:pPr>
            <a:r>
              <a:rPr lang="en-US" altLang="zh-CN" sz="1200" dirty="0" err="1">
                <a:latin typeface="微软雅黑" panose="020B0503020204020204" pitchFamily="34" charset="-122"/>
                <a:ea typeface="微软雅黑" panose="020B0503020204020204" pitchFamily="34" charset="-122"/>
                <a:cs typeface="Noto Sans" pitchFamily="34" charset="-120"/>
              </a:rPr>
              <a:t>线性生命周期：所有工作</a:t>
            </a:r>
            <a:r>
              <a:rPr lang="en-US" altLang="zh-CN" sz="1200" dirty="0" err="1">
                <a:solidFill>
                  <a:srgbClr val="FF0000"/>
                </a:solidFill>
                <a:latin typeface="微软雅黑" panose="020B0503020204020204" pitchFamily="34" charset="-122"/>
                <a:ea typeface="微软雅黑" panose="020B0503020204020204" pitchFamily="34" charset="-122"/>
                <a:cs typeface="Noto Sans" pitchFamily="34" charset="-120"/>
              </a:rPr>
              <a:t>可被定义</a:t>
            </a:r>
            <a:r>
              <a:rPr lang="en-US" altLang="zh-CN" sz="1200" dirty="0" err="1">
                <a:latin typeface="微软雅黑" panose="020B0503020204020204" pitchFamily="34" charset="-122"/>
                <a:ea typeface="微软雅黑" panose="020B0503020204020204" pitchFamily="34" charset="-122"/>
                <a:cs typeface="Noto Sans" pitchFamily="34" charset="-120"/>
              </a:rPr>
              <a:t>，计划更为</a:t>
            </a:r>
            <a:r>
              <a:rPr lang="en-US" altLang="zh-CN" sz="1200" dirty="0" err="1">
                <a:solidFill>
                  <a:srgbClr val="FF0000"/>
                </a:solidFill>
                <a:latin typeface="微软雅黑" panose="020B0503020204020204" pitchFamily="34" charset="-122"/>
                <a:ea typeface="微软雅黑" panose="020B0503020204020204" pitchFamily="34" charset="-122"/>
                <a:cs typeface="Noto Sans" pitchFamily="34" charset="-120"/>
              </a:rPr>
              <a:t>详细</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628650" lvl="1" indent="-171450">
              <a:lnSpc>
                <a:spcPct val="150000"/>
              </a:lnSpc>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endParaRPr>
          </a:p>
          <a:p>
            <a:pPr marL="628650" lvl="1" indent="-171450">
              <a:lnSpc>
                <a:spcPct val="150000"/>
              </a:lnSpc>
              <a:buFont typeface="Arial" panose="020B0604020202020204" pitchFamily="34" charset="0"/>
              <a:buChar char="•"/>
            </a:pPr>
            <a:r>
              <a:rPr lang="en-US" altLang="zh-CN" sz="1200" dirty="0" err="1">
                <a:latin typeface="微软雅黑" panose="020B0503020204020204" pitchFamily="34" charset="-122"/>
                <a:ea typeface="微软雅黑" panose="020B0503020204020204" pitchFamily="34" charset="-122"/>
                <a:cs typeface="Noto Sans" pitchFamily="34" charset="-120"/>
              </a:rPr>
              <a:t>迭代</a:t>
            </a:r>
            <a:r>
              <a:rPr lang="en-US" altLang="zh-CN" sz="1200" dirty="0">
                <a:latin typeface="微软雅黑" panose="020B0503020204020204" pitchFamily="34" charset="-122"/>
                <a:ea typeface="微软雅黑" panose="020B0503020204020204" pitchFamily="34" charset="-122"/>
                <a:cs typeface="Noto Sans" pitchFamily="34" charset="-120"/>
              </a:rPr>
              <a:t>/</a:t>
            </a:r>
            <a:r>
              <a:rPr lang="en-US" altLang="zh-CN" sz="1200" dirty="0" err="1">
                <a:latin typeface="微软雅黑" panose="020B0503020204020204" pitchFamily="34" charset="-122"/>
                <a:ea typeface="微软雅黑" panose="020B0503020204020204" pitchFamily="34" charset="-122"/>
                <a:cs typeface="Noto Sans" pitchFamily="34" charset="-120"/>
              </a:rPr>
              <a:t>增量生命周期：需要</a:t>
            </a:r>
            <a:r>
              <a:rPr lang="en-US" altLang="zh-CN" sz="1200" dirty="0" err="1">
                <a:solidFill>
                  <a:srgbClr val="FF0000"/>
                </a:solidFill>
                <a:latin typeface="微软雅黑" panose="020B0503020204020204" pitchFamily="34" charset="-122"/>
                <a:ea typeface="微软雅黑" panose="020B0503020204020204" pitchFamily="34" charset="-122"/>
                <a:cs typeface="Noto Sans" pitchFamily="34" charset="-120"/>
              </a:rPr>
              <a:t>基线计划</a:t>
            </a:r>
            <a:r>
              <a:rPr lang="en-US" altLang="zh-CN" sz="1200" dirty="0" err="1">
                <a:latin typeface="微软雅黑" panose="020B0503020204020204" pitchFamily="34" charset="-122"/>
                <a:ea typeface="微软雅黑" panose="020B0503020204020204" pitchFamily="34" charset="-122"/>
                <a:cs typeface="Noto Sans" pitchFamily="34" charset="-120"/>
              </a:rPr>
              <a:t>，但</a:t>
            </a:r>
            <a:r>
              <a:rPr lang="en-US" altLang="zh-CN" sz="1200" dirty="0" err="1">
                <a:solidFill>
                  <a:srgbClr val="FF0000"/>
                </a:solidFill>
                <a:latin typeface="微软雅黑" panose="020B0503020204020204" pitchFamily="34" charset="-122"/>
                <a:ea typeface="微软雅黑" panose="020B0503020204020204" pitchFamily="34" charset="-122"/>
                <a:cs typeface="Noto Sans" pitchFamily="34" charset="-120"/>
              </a:rPr>
              <a:t>支撑假设</a:t>
            </a:r>
            <a:r>
              <a:rPr lang="en-US" altLang="zh-CN" sz="1200" dirty="0" err="1">
                <a:latin typeface="微软雅黑" panose="020B0503020204020204" pitchFamily="34" charset="-122"/>
                <a:ea typeface="微软雅黑" panose="020B0503020204020204" pitchFamily="34" charset="-122"/>
                <a:cs typeface="Noto Sans" pitchFamily="34" charset="-120"/>
              </a:rPr>
              <a:t>不同，更强调</a:t>
            </a:r>
            <a:r>
              <a:rPr lang="en-US" altLang="zh-CN" sz="1200" dirty="0" err="1">
                <a:solidFill>
                  <a:srgbClr val="FF0000"/>
                </a:solidFill>
                <a:latin typeface="微软雅黑" panose="020B0503020204020204" pitchFamily="34" charset="-122"/>
                <a:ea typeface="微软雅黑" panose="020B0503020204020204" pitchFamily="34" charset="-122"/>
                <a:cs typeface="Noto Sans" pitchFamily="34" charset="-120"/>
              </a:rPr>
              <a:t>灵活性</a:t>
            </a:r>
            <a:r>
              <a:rPr lang="en-US" altLang="zh-CN" sz="1200" dirty="0">
                <a:latin typeface="微软雅黑" panose="020B0503020204020204" pitchFamily="34" charset="-122"/>
                <a:ea typeface="微软雅黑" panose="020B0503020204020204" pitchFamily="34" charset="-122"/>
                <a:cs typeface="Noto Sans" pitchFamily="34" charset="-120"/>
              </a:rPr>
              <a:t> </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endParaRPr>
          </a:p>
        </p:txBody>
      </p:sp>
      <p:sp>
        <p:nvSpPr>
          <p:cNvPr id="87" name="Text 32">
            <a:extLst>
              <a:ext uri="{FF2B5EF4-FFF2-40B4-BE49-F238E27FC236}">
                <a16:creationId xmlns:a16="http://schemas.microsoft.com/office/drawing/2014/main" id="{27C87374-D9FD-1DFF-1631-C1974383D73A}"/>
              </a:ext>
            </a:extLst>
          </p:cNvPr>
          <p:cNvSpPr/>
          <p:nvPr/>
        </p:nvSpPr>
        <p:spPr>
          <a:xfrm>
            <a:off x="2296868" y="2119442"/>
            <a:ext cx="4875702" cy="244362"/>
          </a:xfrm>
          <a:prstGeom prst="rect">
            <a:avLst/>
          </a:prstGeom>
          <a:noFill/>
          <a:ln/>
        </p:spPr>
        <p:txBody>
          <a:bodyPr wrap="square" lIns="0" tIns="0" rIns="0" bIns="0" rtlCol="0" anchor="ctr">
            <a:spAutoFit/>
          </a:bodyPr>
          <a:lstStyle/>
          <a:p>
            <a:pPr marL="171450" indent="-171450">
              <a:lnSpc>
                <a:spcPct val="150000"/>
              </a:lnSpc>
              <a:buFont typeface="Arial" panose="020B0604020202020204" pitchFamily="34" charset="0"/>
              <a:buChar char="•"/>
            </a:pPr>
            <a:endParaRPr lang="en-US" sz="1200" dirty="0">
              <a:latin typeface="微软雅黑" panose="020B0503020204020204" pitchFamily="34" charset="-122"/>
              <a:ea typeface="微软雅黑" panose="020B0503020204020204" pitchFamily="34" charset="-122"/>
            </a:endParaRPr>
          </a:p>
        </p:txBody>
      </p:sp>
      <p:sp>
        <p:nvSpPr>
          <p:cNvPr id="89" name="Text 33">
            <a:extLst>
              <a:ext uri="{FF2B5EF4-FFF2-40B4-BE49-F238E27FC236}">
                <a16:creationId xmlns:a16="http://schemas.microsoft.com/office/drawing/2014/main" id="{8AD515F3-3276-5ED0-20D3-00B56F15F9B2}"/>
              </a:ext>
            </a:extLst>
          </p:cNvPr>
          <p:cNvSpPr/>
          <p:nvPr/>
        </p:nvSpPr>
        <p:spPr>
          <a:xfrm>
            <a:off x="2296868" y="2472712"/>
            <a:ext cx="5060124" cy="244362"/>
          </a:xfrm>
          <a:prstGeom prst="rect">
            <a:avLst/>
          </a:prstGeom>
          <a:noFill/>
          <a:ln/>
        </p:spPr>
        <p:txBody>
          <a:bodyPr wrap="square" lIns="0" tIns="0" rIns="0" bIns="0" rtlCol="0" anchor="ctr">
            <a:spAutoFit/>
          </a:bodyPr>
          <a:lstStyle/>
          <a:p>
            <a:pPr marL="171450" indent="-171450">
              <a:lnSpc>
                <a:spcPct val="150000"/>
              </a:lnSpc>
              <a:buFont typeface="Arial" panose="020B0604020202020204" pitchFamily="34" charset="0"/>
              <a:buChar char="•"/>
            </a:pPr>
            <a:endParaRPr lang="en-US" sz="1200" dirty="0">
              <a:latin typeface="微软雅黑" panose="020B0503020204020204" pitchFamily="34" charset="-122"/>
              <a:ea typeface="微软雅黑" panose="020B0503020204020204" pitchFamily="34" charset="-122"/>
            </a:endParaRPr>
          </a:p>
        </p:txBody>
      </p:sp>
      <p:pic>
        <p:nvPicPr>
          <p:cNvPr id="90" name="Image 16" descr="preencoded.png">
            <a:extLst>
              <a:ext uri="{FF2B5EF4-FFF2-40B4-BE49-F238E27FC236}">
                <a16:creationId xmlns:a16="http://schemas.microsoft.com/office/drawing/2014/main" id="{DE1868AB-2734-A4E4-F08B-67772C252487}"/>
              </a:ext>
            </a:extLst>
          </p:cNvPr>
          <p:cNvPicPr>
            <a:picLocks noChangeAspect="1"/>
          </p:cNvPicPr>
          <p:nvPr/>
        </p:nvPicPr>
        <p:blipFill>
          <a:blip r:embed="rId9"/>
          <a:stretch>
            <a:fillRect/>
          </a:stretch>
        </p:blipFill>
        <p:spPr>
          <a:xfrm>
            <a:off x="1838500" y="3279162"/>
            <a:ext cx="160734" cy="142875"/>
          </a:xfrm>
          <a:prstGeom prst="rect">
            <a:avLst/>
          </a:prstGeom>
        </p:spPr>
      </p:pic>
      <p:sp>
        <p:nvSpPr>
          <p:cNvPr id="91" name="Text 34">
            <a:extLst>
              <a:ext uri="{FF2B5EF4-FFF2-40B4-BE49-F238E27FC236}">
                <a16:creationId xmlns:a16="http://schemas.microsoft.com/office/drawing/2014/main" id="{D34CA6EA-2714-C31D-02C9-8BCFF74F3959}"/>
              </a:ext>
            </a:extLst>
          </p:cNvPr>
          <p:cNvSpPr/>
          <p:nvPr/>
        </p:nvSpPr>
        <p:spPr>
          <a:xfrm>
            <a:off x="2118614" y="3200797"/>
            <a:ext cx="3457814" cy="244362"/>
          </a:xfrm>
          <a:prstGeom prst="rect">
            <a:avLst/>
          </a:prstGeom>
          <a:noFill/>
          <a:ln/>
        </p:spPr>
        <p:txBody>
          <a:bodyPr wrap="square" lIns="0" tIns="0" rIns="0" bIns="0" rtlCol="0" anchor="ctr">
            <a:spAutoFit/>
          </a:bodyPr>
          <a:lstStyle/>
          <a:p>
            <a:pPr>
              <a:lnSpc>
                <a:spcPct val="150000"/>
              </a:lnSpc>
            </a:pPr>
            <a:r>
              <a:rPr lang="en-US" sz="1200" dirty="0">
                <a:latin typeface="微软雅黑" panose="020B0503020204020204" pitchFamily="34" charset="-122"/>
                <a:ea typeface="微软雅黑" panose="020B0503020204020204" pitchFamily="34" charset="-122"/>
                <a:cs typeface="Noto Sans" pitchFamily="34" charset="-120"/>
              </a:rPr>
              <a:t>PRINCE2</a:t>
            </a:r>
            <a:r>
              <a:rPr lang="zh-CN" altLang="zh-CN" sz="1200" dirty="0">
                <a:latin typeface="微软雅黑" panose="020B0503020204020204" pitchFamily="34" charset="-122"/>
                <a:ea typeface="微软雅黑" panose="020B0503020204020204" pitchFamily="34" charset="-122"/>
                <a:cs typeface="Noto Sans" pitchFamily="34" charset="-120"/>
              </a:rPr>
              <a:t>提出了用</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敏捷</a:t>
            </a:r>
            <a:r>
              <a:rPr lang="zh-CN" altLang="zh-CN" sz="1200" dirty="0">
                <a:latin typeface="微软雅黑" panose="020B0503020204020204" pitchFamily="34" charset="-122"/>
                <a:ea typeface="微软雅黑" panose="020B0503020204020204" pitchFamily="34" charset="-122"/>
                <a:cs typeface="Noto Sans" pitchFamily="34" charset="-120"/>
              </a:rPr>
              <a:t>方法时的计划</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cs typeface="Noto Sans" pitchFamily="34" charset="-120"/>
            </a:endParaRPr>
          </a:p>
        </p:txBody>
      </p:sp>
      <p:sp>
        <p:nvSpPr>
          <p:cNvPr id="94" name="Text 37">
            <a:extLst>
              <a:ext uri="{FF2B5EF4-FFF2-40B4-BE49-F238E27FC236}">
                <a16:creationId xmlns:a16="http://schemas.microsoft.com/office/drawing/2014/main" id="{575FFCA9-4FFC-D54D-E201-549E58072784}"/>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16" name="Text 34">
            <a:extLst>
              <a:ext uri="{FF2B5EF4-FFF2-40B4-BE49-F238E27FC236}">
                <a16:creationId xmlns:a16="http://schemas.microsoft.com/office/drawing/2014/main" id="{7BAEF86C-E317-0666-C1B6-158FD4F1682E}"/>
              </a:ext>
            </a:extLst>
          </p:cNvPr>
          <p:cNvSpPr/>
          <p:nvPr/>
        </p:nvSpPr>
        <p:spPr>
          <a:xfrm>
            <a:off x="2118614" y="3543739"/>
            <a:ext cx="5840053" cy="1352358"/>
          </a:xfrm>
          <a:prstGeom prst="rect">
            <a:avLst/>
          </a:prstGeom>
          <a:noFill/>
          <a:ln/>
        </p:spPr>
        <p:txBody>
          <a:bodyPr wrap="square" lIns="0" tIns="0" rIns="0" bIns="0" rtlCol="0" anchor="ctr">
            <a:spAutoFit/>
          </a:bodyPr>
          <a:lstStyle/>
          <a:p>
            <a:pPr>
              <a:lnSpc>
                <a:spcPct val="150000"/>
              </a:lnSpc>
            </a:pPr>
            <a:r>
              <a:rPr lang="en-US" altLang="zh-CN" sz="1200" dirty="0">
                <a:latin typeface="微软雅黑" panose="020B0503020204020204" pitchFamily="34" charset="-122"/>
                <a:ea typeface="微软雅黑" panose="020B0503020204020204" pitchFamily="34" charset="-122"/>
                <a:cs typeface="Noto Sans" pitchFamily="34" charset="-120"/>
              </a:rPr>
              <a:t>PMBOK</a:t>
            </a:r>
            <a:r>
              <a:rPr lang="zh-CN" altLang="zh-CN" sz="1200" dirty="0">
                <a:latin typeface="微软雅黑" panose="020B0503020204020204" pitchFamily="34" charset="-122"/>
                <a:ea typeface="微软雅黑" panose="020B0503020204020204" pitchFamily="34" charset="-122"/>
                <a:cs typeface="Noto Sans" pitchFamily="34" charset="-120"/>
              </a:rPr>
              <a:t>指南（第</a:t>
            </a:r>
            <a:r>
              <a:rPr lang="en-US" altLang="zh-CN" sz="1200" dirty="0">
                <a:latin typeface="微软雅黑" panose="020B0503020204020204" pitchFamily="34" charset="-122"/>
                <a:ea typeface="微软雅黑" panose="020B0503020204020204" pitchFamily="34" charset="-122"/>
                <a:cs typeface="Noto Sans" pitchFamily="34" charset="-120"/>
              </a:rPr>
              <a:t>7</a:t>
            </a:r>
            <a:r>
              <a:rPr lang="zh-CN" altLang="zh-CN" sz="1200" dirty="0">
                <a:latin typeface="微软雅黑" panose="020B0503020204020204" pitchFamily="34" charset="-122"/>
                <a:ea typeface="微软雅黑" panose="020B0503020204020204" pitchFamily="34" charset="-122"/>
                <a:cs typeface="Noto Sans" pitchFamily="34" charset="-120"/>
              </a:rPr>
              <a:t>版）区分了</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产品</a:t>
            </a:r>
            <a:r>
              <a:rPr lang="zh-CN" altLang="zh-CN" sz="1200" dirty="0">
                <a:latin typeface="微软雅黑" panose="020B0503020204020204" pitchFamily="34" charset="-122"/>
                <a:ea typeface="微软雅黑" panose="020B0503020204020204" pitchFamily="34" charset="-122"/>
                <a:cs typeface="Noto Sans" pitchFamily="34" charset="-120"/>
              </a:rPr>
              <a:t>范围和</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项目</a:t>
            </a:r>
            <a:r>
              <a:rPr lang="zh-CN" altLang="zh-CN" sz="1200" dirty="0">
                <a:latin typeface="微软雅黑" panose="020B0503020204020204" pitchFamily="34" charset="-122"/>
                <a:ea typeface="微软雅黑" panose="020B0503020204020204" pitchFamily="34" charset="-122"/>
                <a:cs typeface="Noto Sans" pitchFamily="34" charset="-120"/>
              </a:rPr>
              <a:t>范围</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a:lnSpc>
                <a:spcPct val="150000"/>
              </a:lnSpc>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ja-JP" altLang="en-US" sz="1200" dirty="0">
                <a:latin typeface="微软雅黑" panose="020B0503020204020204" pitchFamily="34" charset="-122"/>
                <a:ea typeface="微软雅黑" panose="020B0503020204020204" pitchFamily="34" charset="-122"/>
                <a:cs typeface="Noto Sans" pitchFamily="34" charset="-120"/>
              </a:rPr>
              <a:t>产品范围是</a:t>
            </a:r>
            <a:r>
              <a:rPr lang="ja-JP" altLang="en-US" sz="1200" dirty="0">
                <a:solidFill>
                  <a:srgbClr val="FF0000"/>
                </a:solidFill>
                <a:latin typeface="微软雅黑" panose="020B0503020204020204" pitchFamily="34" charset="-122"/>
                <a:ea typeface="微软雅黑" panose="020B0503020204020204" pitchFamily="34" charset="-122"/>
                <a:cs typeface="Noto Sans" pitchFamily="34" charset="-120"/>
              </a:rPr>
              <a:t>产品</a:t>
            </a:r>
            <a:r>
              <a:rPr lang="ja-JP" altLang="en-US" sz="1200" dirty="0">
                <a:latin typeface="微软雅黑" panose="020B0503020204020204" pitchFamily="34" charset="-122"/>
                <a:ea typeface="微软雅黑" panose="020B0503020204020204" pitchFamily="34" charset="-122"/>
                <a:cs typeface="Noto Sans" pitchFamily="34" charset="-120"/>
              </a:rPr>
              <a:t>、</a:t>
            </a:r>
            <a:r>
              <a:rPr lang="ja-JP" altLang="en-US" sz="1200" dirty="0">
                <a:solidFill>
                  <a:srgbClr val="FF0000"/>
                </a:solidFill>
                <a:latin typeface="微软雅黑" panose="020B0503020204020204" pitchFamily="34" charset="-122"/>
                <a:ea typeface="微软雅黑" panose="020B0503020204020204" pitchFamily="34" charset="-122"/>
                <a:cs typeface="Noto Sans" pitchFamily="34" charset="-120"/>
              </a:rPr>
              <a:t>服务</a:t>
            </a:r>
            <a:r>
              <a:rPr lang="ja-JP" altLang="en-US" sz="1200" dirty="0">
                <a:latin typeface="微软雅黑" panose="020B0503020204020204" pitchFamily="34" charset="-122"/>
                <a:ea typeface="微软雅黑" panose="020B0503020204020204" pitchFamily="34" charset="-122"/>
                <a:cs typeface="Noto Sans" pitchFamily="34" charset="-120"/>
              </a:rPr>
              <a:t>或</a:t>
            </a:r>
            <a:r>
              <a:rPr lang="ja-JP" altLang="en-US" sz="1200" dirty="0">
                <a:solidFill>
                  <a:srgbClr val="FF0000"/>
                </a:solidFill>
                <a:latin typeface="微软雅黑" panose="020B0503020204020204" pitchFamily="34" charset="-122"/>
                <a:ea typeface="微软雅黑" panose="020B0503020204020204" pitchFamily="34" charset="-122"/>
                <a:cs typeface="Noto Sans" pitchFamily="34" charset="-120"/>
              </a:rPr>
              <a:t>结果</a:t>
            </a:r>
            <a:r>
              <a:rPr lang="ja-JP" altLang="en-US" sz="1200" dirty="0">
                <a:latin typeface="微软雅黑" panose="020B0503020204020204" pitchFamily="34" charset="-122"/>
                <a:ea typeface="微软雅黑" panose="020B0503020204020204" pitchFamily="34" charset="-122"/>
                <a:cs typeface="Noto Sans" pitchFamily="34" charset="-120"/>
              </a:rPr>
              <a:t>所具有的</a:t>
            </a:r>
            <a:r>
              <a:rPr lang="ja-JP" altLang="en-US" sz="1200" dirty="0">
                <a:solidFill>
                  <a:srgbClr val="FF0000"/>
                </a:solidFill>
                <a:latin typeface="微软雅黑" panose="020B0503020204020204" pitchFamily="34" charset="-122"/>
                <a:ea typeface="微软雅黑" panose="020B0503020204020204" pitchFamily="34" charset="-122"/>
                <a:cs typeface="Noto Sans" pitchFamily="34" charset="-120"/>
              </a:rPr>
              <a:t>特性</a:t>
            </a:r>
            <a:r>
              <a:rPr lang="ja-JP" altLang="en-US" sz="1200" dirty="0">
                <a:latin typeface="微软雅黑" panose="020B0503020204020204" pitchFamily="34" charset="-122"/>
                <a:ea typeface="微软雅黑" panose="020B0503020204020204" pitchFamily="34" charset="-122"/>
                <a:cs typeface="Noto Sans" pitchFamily="34" charset="-120"/>
              </a:rPr>
              <a:t>和</a:t>
            </a:r>
            <a:r>
              <a:rPr lang="ja-JP" altLang="en-US" sz="1200" dirty="0">
                <a:solidFill>
                  <a:srgbClr val="FF0000"/>
                </a:solidFill>
                <a:latin typeface="微软雅黑" panose="020B0503020204020204" pitchFamily="34" charset="-122"/>
                <a:ea typeface="微软雅黑" panose="020B0503020204020204" pitchFamily="34" charset="-122"/>
                <a:cs typeface="Noto Sans" pitchFamily="34" charset="-120"/>
              </a:rPr>
              <a:t>功能</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ja-JP" altLang="en-US" sz="1200" dirty="0">
                <a:latin typeface="微软雅黑" panose="020B0503020204020204" pitchFamily="34" charset="-122"/>
                <a:ea typeface="微软雅黑" panose="020B0503020204020204" pitchFamily="34" charset="-122"/>
                <a:cs typeface="Noto Sans"/>
              </a:rPr>
              <a:t>项目范围是为交付</a:t>
            </a:r>
            <a:r>
              <a:rPr lang="ja-JP" altLang="en-US" sz="1200" dirty="0">
                <a:solidFill>
                  <a:srgbClr val="FF0000"/>
                </a:solidFill>
                <a:latin typeface="微软雅黑" panose="020B0503020204020204" pitchFamily="34" charset="-122"/>
                <a:ea typeface="微软雅黑" panose="020B0503020204020204" pitchFamily="34" charset="-122"/>
                <a:cs typeface="Noto Sans"/>
              </a:rPr>
              <a:t>具有规定特性</a:t>
            </a:r>
            <a:r>
              <a:rPr lang="ja-JP" altLang="en-US" sz="1200" dirty="0">
                <a:latin typeface="微软雅黑" panose="020B0503020204020204" pitchFamily="34" charset="-122"/>
                <a:ea typeface="微软雅黑" panose="020B0503020204020204" pitchFamily="34" charset="-122"/>
                <a:cs typeface="Noto Sans"/>
              </a:rPr>
              <a:t>和功能的产品、服务或结果而须完成的</a:t>
            </a:r>
            <a:r>
              <a:rPr lang="ja-JP" altLang="en-US" sz="1200" dirty="0">
                <a:solidFill>
                  <a:srgbClr val="FF0000"/>
                </a:solidFill>
                <a:latin typeface="微软雅黑" panose="020B0503020204020204" pitchFamily="34" charset="-122"/>
                <a:ea typeface="微软雅黑" panose="020B0503020204020204" pitchFamily="34" charset="-122"/>
                <a:cs typeface="Noto Sans"/>
              </a:rPr>
              <a:t>工作 </a:t>
            </a:r>
            <a:r>
              <a:rPr lang="en-US" altLang="ja-JP" sz="1200" dirty="0">
                <a:latin typeface="微软雅黑" panose="020B0503020204020204" pitchFamily="34" charset="-122"/>
                <a:ea typeface="微软雅黑" panose="020B0503020204020204" pitchFamily="34" charset="-122"/>
                <a:cs typeface="Noto Sans"/>
              </a:rPr>
              <a:t>(p.54)</a:t>
            </a:r>
            <a:r>
              <a:rPr lang="zh-CN" altLang="en-US" sz="1200" dirty="0">
                <a:latin typeface="微软雅黑" panose="020B0503020204020204" pitchFamily="34" charset="-122"/>
                <a:ea typeface="微软雅黑" panose="020B0503020204020204" pitchFamily="34" charset="-122"/>
                <a:cs typeface="Noto Sans"/>
              </a:rPr>
              <a:t>。</a:t>
            </a:r>
            <a:endParaRPr lang="en-US" altLang="zh-CN" sz="1200" dirty="0">
              <a:latin typeface="微软雅黑" panose="020B0503020204020204" pitchFamily="34" charset="-122"/>
              <a:ea typeface="微软雅黑" panose="020B0503020204020204" pitchFamily="34" charset="-122"/>
              <a:cs typeface="Noto Sans"/>
            </a:endParaRPr>
          </a:p>
        </p:txBody>
      </p:sp>
      <p:sp>
        <p:nvSpPr>
          <p:cNvPr id="17" name="Text 32">
            <a:extLst>
              <a:ext uri="{FF2B5EF4-FFF2-40B4-BE49-F238E27FC236}">
                <a16:creationId xmlns:a16="http://schemas.microsoft.com/office/drawing/2014/main" id="{3084105C-1E47-071E-A4AE-9536C31208E4}"/>
              </a:ext>
            </a:extLst>
          </p:cNvPr>
          <p:cNvSpPr/>
          <p:nvPr/>
        </p:nvSpPr>
        <p:spPr>
          <a:xfrm>
            <a:off x="2231241" y="4005018"/>
            <a:ext cx="4875702" cy="244362"/>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50000"/>
              </a:lnSpc>
              <a:buFont typeface="Arial"/>
              <a:buChar char="•"/>
            </a:pPr>
            <a:endParaRPr lang="en-US" sz="1200" dirty="0">
              <a:latin typeface="微软雅黑" panose="020B0503020204020204" pitchFamily="34" charset="-122"/>
              <a:ea typeface="微软雅黑" panose="020B0503020204020204" pitchFamily="34" charset="-122"/>
              <a:cs typeface="Noto Sans" pitchFamily="34" charset="-120"/>
            </a:endParaRPr>
          </a:p>
        </p:txBody>
      </p:sp>
      <p:sp>
        <p:nvSpPr>
          <p:cNvPr id="18" name="Text 32">
            <a:extLst>
              <a:ext uri="{FF2B5EF4-FFF2-40B4-BE49-F238E27FC236}">
                <a16:creationId xmlns:a16="http://schemas.microsoft.com/office/drawing/2014/main" id="{864C6827-84EF-B0B7-ECA1-D2B7CD72FA0F}"/>
              </a:ext>
            </a:extLst>
          </p:cNvPr>
          <p:cNvSpPr/>
          <p:nvPr/>
        </p:nvSpPr>
        <p:spPr>
          <a:xfrm>
            <a:off x="2231241" y="4261966"/>
            <a:ext cx="5403036" cy="313612"/>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200000"/>
              </a:lnSpc>
              <a:buFont typeface="Arial"/>
              <a:buChar char="•"/>
            </a:pPr>
            <a:endParaRPr lang="en-US" sz="1200" dirty="0">
              <a:latin typeface="微软雅黑" panose="020B0503020204020204" pitchFamily="34" charset="-122"/>
              <a:ea typeface="微软雅黑" panose="020B0503020204020204" pitchFamily="34" charset="-122"/>
              <a:cs typeface="Noto Sans"/>
            </a:endParaRPr>
          </a:p>
        </p:txBody>
      </p:sp>
      <p:sp>
        <p:nvSpPr>
          <p:cNvPr id="19" name="文本框 17">
            <a:extLst>
              <a:ext uri="{FF2B5EF4-FFF2-40B4-BE49-F238E27FC236}">
                <a16:creationId xmlns:a16="http://schemas.microsoft.com/office/drawing/2014/main" id="{7D7BA192-0E48-5309-E8D5-34458C893E43}"/>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pic>
        <p:nvPicPr>
          <p:cNvPr id="3" name="Image 16" descr="preencoded.png">
            <a:extLst>
              <a:ext uri="{FF2B5EF4-FFF2-40B4-BE49-F238E27FC236}">
                <a16:creationId xmlns:a16="http://schemas.microsoft.com/office/drawing/2014/main" id="{EB1B56C8-9FFE-3A53-C753-F6E98F1AC3F5}"/>
              </a:ext>
            </a:extLst>
          </p:cNvPr>
          <p:cNvPicPr>
            <a:picLocks noChangeAspect="1"/>
          </p:cNvPicPr>
          <p:nvPr/>
        </p:nvPicPr>
        <p:blipFill>
          <a:blip r:embed="rId9"/>
          <a:stretch>
            <a:fillRect/>
          </a:stretch>
        </p:blipFill>
        <p:spPr>
          <a:xfrm>
            <a:off x="1838500" y="3609521"/>
            <a:ext cx="160734" cy="142875"/>
          </a:xfrm>
          <a:prstGeom prst="rect">
            <a:avLst/>
          </a:prstGeom>
        </p:spPr>
      </p:pic>
    </p:spTree>
    <p:custDataLst>
      <p:tags r:id="rId1"/>
    </p:custDataLst>
    <p:extLst>
      <p:ext uri="{BB962C8B-B14F-4D97-AF65-F5344CB8AC3E}">
        <p14:creationId xmlns:p14="http://schemas.microsoft.com/office/powerpoint/2010/main" val="990282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208AD-C97D-8E6E-BB3C-E6555FBF3BD0}"/>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487D19A1-2BD4-918E-85FA-6A054022D035}"/>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07F70803-7C1D-5D17-FC57-5EDC65696215}"/>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8FE2C84F-354B-60CC-3A8D-C98930062263}"/>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13C85592-C16C-EC4E-1FFD-6ECC0F0202C3}"/>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8D28FB72-5683-FB5A-DBF6-0A2A3DEE706C}"/>
              </a:ext>
            </a:extLst>
          </p:cNvPr>
          <p:cNvPicPr>
            <a:picLocks noChangeAspect="1"/>
          </p:cNvPicPr>
          <p:nvPr>
            <p:custDataLst>
              <p:tags r:id="rId4"/>
            </p:custDataLst>
          </p:nvPr>
        </p:nvPicPr>
        <p:blipFill>
          <a:blip r:embed="rId9">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F5BA5B28-A969-0BD8-1D9A-8F1887841464}"/>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项目计划的关键要素</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62" name="Text 3"/>
          <p:cNvSpPr/>
          <p:nvPr/>
        </p:nvSpPr>
        <p:spPr>
          <a:xfrm>
            <a:off x="1147763" y="1531982"/>
            <a:ext cx="1523719" cy="207749"/>
          </a:xfrm>
          <a:prstGeom prst="rect">
            <a:avLst/>
          </a:prstGeom>
          <a:noFill/>
          <a:ln/>
        </p:spPr>
        <p:txBody>
          <a:bodyPr wrap="square" lIns="0" tIns="0" rIns="0" bIns="0" rtlCol="0" anchor="ctr">
            <a:spAutoFit/>
          </a:bodyPr>
          <a:lstStyle/>
          <a:p>
            <a:pPr marL="0" indent="0">
              <a:buNone/>
            </a:pPr>
            <a:r>
              <a:rPr lang="en-US" sz="1350" b="1" dirty="0" err="1">
                <a:solidFill>
                  <a:srgbClr val="0066CC"/>
                </a:solidFill>
                <a:latin typeface="Noto Sans" panose="020B0502040504020204" pitchFamily="34" charset="0"/>
                <a:ea typeface="Noto Sans" panose="020B0502040504020204" pitchFamily="34" charset="0"/>
                <a:cs typeface="Noto Sans" panose="020B0502040504020204" pitchFamily="34" charset="0"/>
              </a:rPr>
              <a:t>计划</a:t>
            </a:r>
            <a:r>
              <a:rPr lang="zh-CN" altLang="en-US" sz="1350" b="1" dirty="0">
                <a:solidFill>
                  <a:srgbClr val="0066CC"/>
                </a:solidFill>
                <a:latin typeface="Noto Sans" panose="020B0502040504020204" pitchFamily="34" charset="0"/>
                <a:ea typeface="Noto Sans" panose="020B0502040504020204" pitchFamily="34" charset="0"/>
                <a:cs typeface="Noto Sans" panose="020B0502040504020204" pitchFamily="34" charset="0"/>
              </a:rPr>
              <a:t>内容</a:t>
            </a:r>
            <a:r>
              <a:rPr lang="en-US" sz="1350" b="1" dirty="0" err="1">
                <a:solidFill>
                  <a:srgbClr val="0066CC"/>
                </a:solidFill>
                <a:latin typeface="Noto Sans" panose="020B0502040504020204" pitchFamily="34" charset="0"/>
                <a:ea typeface="Noto Sans" panose="020B0502040504020204" pitchFamily="34" charset="0"/>
                <a:cs typeface="Noto Sans" panose="020B0502040504020204" pitchFamily="34" charset="0"/>
              </a:rPr>
              <a:t>的集成性</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pic>
        <p:nvPicPr>
          <p:cNvPr id="63" name="Image 1" descr="preencoded.png"/>
          <p:cNvPicPr>
            <a:picLocks noChangeAspect="1"/>
          </p:cNvPicPr>
          <p:nvPr/>
        </p:nvPicPr>
        <p:blipFill>
          <a:blip r:embed="rId10"/>
          <a:stretch>
            <a:fillRect/>
          </a:stretch>
        </p:blipFill>
        <p:spPr>
          <a:xfrm>
            <a:off x="1164577" y="2078045"/>
            <a:ext cx="173468" cy="142875"/>
          </a:xfrm>
          <a:prstGeom prst="rect">
            <a:avLst/>
          </a:prstGeom>
        </p:spPr>
      </p:pic>
      <p:sp>
        <p:nvSpPr>
          <p:cNvPr id="64" name="Text 4"/>
          <p:cNvSpPr/>
          <p:nvPr/>
        </p:nvSpPr>
        <p:spPr>
          <a:xfrm>
            <a:off x="1390947" y="2081323"/>
            <a:ext cx="7322800" cy="184666"/>
          </a:xfrm>
          <a:prstGeom prst="rect">
            <a:avLst/>
          </a:prstGeom>
          <a:noFill/>
          <a:ln/>
        </p:spPr>
        <p:txBody>
          <a:bodyPr wrap="square" lIns="0" tIns="0" rIns="0" bIns="0" rtlCol="0" anchor="ctr">
            <a:spAutoFit/>
          </a:bodyPr>
          <a:lstStyle/>
          <a:p>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PMBOK</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指南（第</a:t>
            </a:r>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6</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版）认为项目计划内容包括范围、需求、进度、成本、质量、沟通、采购、风险等</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22" name="Text 4">
            <a:extLst>
              <a:ext uri="{FF2B5EF4-FFF2-40B4-BE49-F238E27FC236}">
                <a16:creationId xmlns:a16="http://schemas.microsoft.com/office/drawing/2014/main" id="{9960BF1C-DF63-2E45-40BB-112277B1245E}"/>
              </a:ext>
            </a:extLst>
          </p:cNvPr>
          <p:cNvSpPr/>
          <p:nvPr/>
        </p:nvSpPr>
        <p:spPr>
          <a:xfrm>
            <a:off x="1392796" y="2546566"/>
            <a:ext cx="7137764" cy="369332"/>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200" dirty="0">
                <a:latin typeface="微软雅黑" panose="020B0503020204020204" pitchFamily="34" charset="-122"/>
                <a:ea typeface="微软雅黑" panose="020B0503020204020204" pitchFamily="34" charset="-122"/>
                <a:cs typeface="Noto Sans" panose="020B0502040504020204" pitchFamily="34" charset="0"/>
              </a:rPr>
              <a:t>ISO21502</a:t>
            </a:r>
            <a:r>
              <a:rPr lang="ja-JP" altLang="en-US" sz="1200" dirty="0">
                <a:latin typeface="微软雅黑" panose="020B0503020204020204" pitchFamily="34" charset="-122"/>
                <a:ea typeface="微软雅黑" panose="020B0503020204020204" pitchFamily="34" charset="-122"/>
                <a:cs typeface="Noto Sans" panose="020B0502040504020204" pitchFamily="34" charset="0"/>
              </a:rPr>
              <a:t>认为项目计划内容包括需求、范围、质量、进度、成本、资源和风险等</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a:p>
            <a:pPr marL="0" indent="0">
              <a:buNone/>
            </a:pP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23" name="Text 4">
            <a:extLst>
              <a:ext uri="{FF2B5EF4-FFF2-40B4-BE49-F238E27FC236}">
                <a16:creationId xmlns:a16="http://schemas.microsoft.com/office/drawing/2014/main" id="{35F5AD02-7A3B-951A-BBC8-E9A0024B625E}"/>
              </a:ext>
            </a:extLst>
          </p:cNvPr>
          <p:cNvSpPr/>
          <p:nvPr/>
        </p:nvSpPr>
        <p:spPr>
          <a:xfrm>
            <a:off x="1403090" y="3075169"/>
            <a:ext cx="6138588" cy="553998"/>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200" dirty="0">
                <a:latin typeface="微软雅黑" panose="020B0503020204020204" pitchFamily="34" charset="-122"/>
                <a:ea typeface="微软雅黑" panose="020B0503020204020204" pitchFamily="34" charset="-122"/>
                <a:cs typeface="Noto Sans" panose="020B0502040504020204" pitchFamily="34" charset="0"/>
              </a:rPr>
              <a:t>PM2</a:t>
            </a:r>
            <a:r>
              <a:rPr lang="ja-JP" altLang="en-US" sz="1200" dirty="0">
                <a:latin typeface="微软雅黑" panose="020B0503020204020204" pitchFamily="34" charset="-122"/>
                <a:ea typeface="微软雅黑" panose="020B0503020204020204" pitchFamily="34" charset="-122"/>
                <a:cs typeface="Noto Sans" panose="020B0502040504020204" pitchFamily="34" charset="0"/>
              </a:rPr>
              <a:t>方法论中项目计划内容包括需求、变更、风险、质量、问题、沟通等</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en-US" altLang="ja-JP" sz="1200" dirty="0">
              <a:latin typeface="微软雅黑" panose="020B0503020204020204" pitchFamily="34" charset="-122"/>
              <a:ea typeface="微软雅黑" panose="020B0503020204020204" pitchFamily="34" charset="-122"/>
              <a:cs typeface="Noto Sans" panose="020B0502040504020204" pitchFamily="34" charset="0"/>
            </a:endParaRPr>
          </a:p>
          <a:p>
            <a:endParaRPr lang="ja-JP" altLang="en-US" sz="1200" dirty="0">
              <a:latin typeface="微软雅黑" panose="020B0503020204020204" pitchFamily="34" charset="-122"/>
              <a:ea typeface="微软雅黑" panose="020B0503020204020204" pitchFamily="34" charset="-122"/>
              <a:cs typeface="Noto Sans" panose="020B0502040504020204" pitchFamily="34" charset="0"/>
            </a:endParaRPr>
          </a:p>
          <a:p>
            <a:pPr marL="0" indent="0">
              <a:buNone/>
            </a:pP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24" name="Text 4">
            <a:extLst>
              <a:ext uri="{FF2B5EF4-FFF2-40B4-BE49-F238E27FC236}">
                <a16:creationId xmlns:a16="http://schemas.microsoft.com/office/drawing/2014/main" id="{35F60BB5-7E5D-A945-94A7-24169BE29C91}"/>
              </a:ext>
            </a:extLst>
          </p:cNvPr>
          <p:cNvSpPr/>
          <p:nvPr/>
        </p:nvSpPr>
        <p:spPr>
          <a:xfrm>
            <a:off x="1403090" y="3565400"/>
            <a:ext cx="7427145" cy="798360"/>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ja-JP" sz="1200" dirty="0">
                <a:latin typeface="微软雅黑" panose="020B0503020204020204" pitchFamily="34" charset="-122"/>
                <a:ea typeface="微软雅黑" panose="020B0503020204020204" pitchFamily="34" charset="-122"/>
                <a:cs typeface="Noto Sans" panose="020B0502040504020204" pitchFamily="34" charset="0"/>
              </a:rPr>
              <a:t>APMBOK</a:t>
            </a:r>
            <a:r>
              <a:rPr lang="ja-JP" altLang="en-US" sz="1200" dirty="0">
                <a:latin typeface="微软雅黑" panose="020B0503020204020204" pitchFamily="34" charset="-122"/>
                <a:ea typeface="微软雅黑" panose="020B0503020204020204" pitchFamily="34" charset="-122"/>
                <a:cs typeface="Noto Sans" panose="020B0502040504020204" pitchFamily="34" charset="0"/>
              </a:rPr>
              <a:t>中计划的内容包括合同、风险识别、风险分析、估算、</a:t>
            </a:r>
            <a:r>
              <a:rPr lang="ja-JP" alt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进度</a:t>
            </a:r>
            <a:r>
              <a:rPr lang="en-US" altLang="ja-JP"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a:t>
            </a:r>
            <a:r>
              <a:rPr lang="ja-JP" alt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关键路径</a:t>
            </a:r>
            <a:r>
              <a:rPr lang="ja-JP" altLang="en-US" sz="12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进度</a:t>
            </a:r>
            <a:r>
              <a:rPr lang="en-US" altLang="ja-JP"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a:t>
            </a:r>
            <a:r>
              <a:rPr lang="ja-JP" alt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关键链</a:t>
            </a:r>
            <a:r>
              <a:rPr lang="ja-JP" altLang="en-US" sz="12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资源优化</a:t>
            </a:r>
            <a:r>
              <a:rPr lang="ja-JP" altLang="en-US" sz="1200" dirty="0">
                <a:latin typeface="微软雅黑" panose="020B0503020204020204" pitchFamily="34" charset="-122"/>
                <a:ea typeface="微软雅黑" panose="020B0503020204020204" pitchFamily="34" charset="-122"/>
                <a:cs typeface="Noto Sans" panose="020B0502040504020204" pitchFamily="34" charset="0"/>
              </a:rPr>
              <a:t>、成本、应急计划、基线部署</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ja-JP" altLang="en-US" sz="1200" dirty="0">
              <a:latin typeface="微软雅黑" panose="020B0503020204020204" pitchFamily="34" charset="-122"/>
              <a:ea typeface="微软雅黑" panose="020B0503020204020204" pitchFamily="34" charset="-122"/>
              <a:cs typeface="Noto Sans" panose="020B0502040504020204" pitchFamily="34" charset="0"/>
            </a:endParaRPr>
          </a:p>
          <a:p>
            <a:pPr marL="0" indent="0">
              <a:lnSpc>
                <a:spcPct val="150000"/>
              </a:lnSpc>
              <a:buNone/>
            </a:pP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pic>
        <p:nvPicPr>
          <p:cNvPr id="25" name="Image 1" descr="preencoded.png">
            <a:extLst>
              <a:ext uri="{FF2B5EF4-FFF2-40B4-BE49-F238E27FC236}">
                <a16:creationId xmlns:a16="http://schemas.microsoft.com/office/drawing/2014/main" id="{107A6F81-511C-7A2E-1938-8B4EACCF04A7}"/>
              </a:ext>
            </a:extLst>
          </p:cNvPr>
          <p:cNvPicPr>
            <a:picLocks noChangeAspect="1"/>
          </p:cNvPicPr>
          <p:nvPr/>
        </p:nvPicPr>
        <p:blipFill>
          <a:blip r:embed="rId10"/>
          <a:stretch>
            <a:fillRect/>
          </a:stretch>
        </p:blipFill>
        <p:spPr>
          <a:xfrm>
            <a:off x="1159568" y="2587898"/>
            <a:ext cx="173468" cy="142875"/>
          </a:xfrm>
          <a:prstGeom prst="rect">
            <a:avLst/>
          </a:prstGeom>
        </p:spPr>
      </p:pic>
      <p:pic>
        <p:nvPicPr>
          <p:cNvPr id="26" name="Image 1" descr="preencoded.png">
            <a:extLst>
              <a:ext uri="{FF2B5EF4-FFF2-40B4-BE49-F238E27FC236}">
                <a16:creationId xmlns:a16="http://schemas.microsoft.com/office/drawing/2014/main" id="{207D14F9-1829-8834-F131-9D04C73171CE}"/>
              </a:ext>
            </a:extLst>
          </p:cNvPr>
          <p:cNvPicPr>
            <a:picLocks noChangeAspect="1"/>
          </p:cNvPicPr>
          <p:nvPr/>
        </p:nvPicPr>
        <p:blipFill>
          <a:blip r:embed="rId10"/>
          <a:stretch>
            <a:fillRect/>
          </a:stretch>
        </p:blipFill>
        <p:spPr>
          <a:xfrm>
            <a:off x="1171708" y="3102547"/>
            <a:ext cx="173468" cy="142875"/>
          </a:xfrm>
          <a:prstGeom prst="rect">
            <a:avLst/>
          </a:prstGeom>
        </p:spPr>
      </p:pic>
      <p:pic>
        <p:nvPicPr>
          <p:cNvPr id="27" name="Image 1" descr="preencoded.png">
            <a:extLst>
              <a:ext uri="{FF2B5EF4-FFF2-40B4-BE49-F238E27FC236}">
                <a16:creationId xmlns:a16="http://schemas.microsoft.com/office/drawing/2014/main" id="{F34F5367-8D5E-51F2-6B2A-BAA32413C0A0}"/>
              </a:ext>
            </a:extLst>
          </p:cNvPr>
          <p:cNvPicPr>
            <a:picLocks noChangeAspect="1"/>
          </p:cNvPicPr>
          <p:nvPr/>
        </p:nvPicPr>
        <p:blipFill>
          <a:blip r:embed="rId10"/>
          <a:stretch>
            <a:fillRect/>
          </a:stretch>
        </p:blipFill>
        <p:spPr>
          <a:xfrm>
            <a:off x="1159564" y="3651644"/>
            <a:ext cx="180501" cy="142875"/>
          </a:xfrm>
          <a:prstGeom prst="rect">
            <a:avLst/>
          </a:prstGeom>
        </p:spPr>
      </p:pic>
      <p:sp>
        <p:nvSpPr>
          <p:cNvPr id="2" name="文本框 17">
            <a:extLst>
              <a:ext uri="{FF2B5EF4-FFF2-40B4-BE49-F238E27FC236}">
                <a16:creationId xmlns:a16="http://schemas.microsoft.com/office/drawing/2014/main" id="{BD2ED892-B1F0-47AA-560E-99C6EF28E77C}"/>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spTree>
    <p:custDataLst>
      <p:tags r:id="rId1"/>
    </p:custDataLst>
    <p:extLst>
      <p:ext uri="{BB962C8B-B14F-4D97-AF65-F5344CB8AC3E}">
        <p14:creationId xmlns:p14="http://schemas.microsoft.com/office/powerpoint/2010/main" val="728148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48602-8D7A-EDE9-8243-C78D83DB12B0}"/>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2C66BA5A-D456-1CEB-A9B6-9FB7F6DD7F86}"/>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DC0AC351-1A81-02C1-2D00-D7D4134BD392}"/>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32DA76E8-1CF9-79D2-8F93-DF64A2B82CEB}"/>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5444D9AF-5564-81FC-4C91-8B4AFE882F84}"/>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C8C82993-2D22-88A3-DDDE-3E5203F0DDCB}"/>
              </a:ext>
            </a:extLst>
          </p:cNvPr>
          <p:cNvPicPr>
            <a:picLocks noChangeAspect="1"/>
          </p:cNvPicPr>
          <p:nvPr>
            <p:custDataLst>
              <p:tags r:id="rId4"/>
            </p:custDataLst>
          </p:nvPr>
        </p:nvPicPr>
        <p:blipFill>
          <a:blip r:embed="rId9">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646D44B3-D585-C356-4A8A-CB2C446002CF}"/>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cs typeface="微软雅黑" panose="020B0503020204020204" charset="-122"/>
                <a:sym typeface="+mn-ea"/>
              </a:rPr>
              <a:t>项目计划的关键要素 </a:t>
            </a:r>
            <a:r>
              <a:rPr lang="en-US" altLang="zh-CN" b="1" dirty="0">
                <a:solidFill>
                  <a:schemeClr val="bg1"/>
                </a:solidFill>
                <a:latin typeface="+mj-ea"/>
                <a:cs typeface="微软雅黑" panose="020B0503020204020204" charset="-122"/>
                <a:sym typeface="+mn-ea"/>
              </a:rPr>
              <a:t>(</a:t>
            </a:r>
            <a:r>
              <a:rPr lang="zh-CN" altLang="en-US" b="1" dirty="0">
                <a:solidFill>
                  <a:schemeClr val="bg1"/>
                </a:solidFill>
                <a:latin typeface="+mj-ea"/>
                <a:cs typeface="微软雅黑" panose="020B0503020204020204" charset="-122"/>
                <a:sym typeface="+mn-ea"/>
              </a:rPr>
              <a:t>续）</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80" name="Text 15">
            <a:extLst>
              <a:ext uri="{FF2B5EF4-FFF2-40B4-BE49-F238E27FC236}">
                <a16:creationId xmlns:a16="http://schemas.microsoft.com/office/drawing/2014/main" id="{44AC6C2B-C7AE-CDFD-33A3-17804A1AA802}"/>
              </a:ext>
            </a:extLst>
          </p:cNvPr>
          <p:cNvSpPr/>
          <p:nvPr/>
        </p:nvSpPr>
        <p:spPr>
          <a:xfrm>
            <a:off x="1078707" y="1363606"/>
            <a:ext cx="2151249" cy="207749"/>
          </a:xfrm>
          <a:prstGeom prst="rect">
            <a:avLst/>
          </a:prstGeom>
          <a:noFill/>
          <a:ln/>
        </p:spPr>
        <p:txBody>
          <a:bodyPr wrap="square" lIns="0" tIns="0" rIns="0" bIns="0" rtlCol="0" anchor="ctr">
            <a:spAutoFit/>
          </a:bodyPr>
          <a:lstStyle/>
          <a:p>
            <a:pPr marL="0" indent="0">
              <a:buNone/>
            </a:pPr>
            <a:r>
              <a:rPr lang="zh-CN" altLang="en-US" sz="1350" b="1" dirty="0">
                <a:solidFill>
                  <a:srgbClr val="0066CC"/>
                </a:solidFill>
                <a:latin typeface="微软雅黑" panose="020B0503020204020204" pitchFamily="34" charset="-122"/>
                <a:ea typeface="微软雅黑" panose="020B0503020204020204" pitchFamily="34" charset="-122"/>
                <a:cs typeface="Noto Sans" panose="020B0502040504020204" pitchFamily="34" charset="0"/>
              </a:rPr>
              <a:t>不同层级计划的集成性</a:t>
            </a:r>
            <a:endParaRPr lang="en-US" sz="135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45" name="Text 17">
            <a:extLst>
              <a:ext uri="{FF2B5EF4-FFF2-40B4-BE49-F238E27FC236}">
                <a16:creationId xmlns:a16="http://schemas.microsoft.com/office/drawing/2014/main" id="{1B006086-CB69-F470-07B6-787B2A5D7115}"/>
              </a:ext>
            </a:extLst>
          </p:cNvPr>
          <p:cNvSpPr/>
          <p:nvPr/>
        </p:nvSpPr>
        <p:spPr>
          <a:xfrm>
            <a:off x="1085850" y="3773968"/>
            <a:ext cx="6979208" cy="1075359"/>
          </a:xfrm>
          <a:prstGeom prst="rect">
            <a:avLst/>
          </a:prstGeom>
          <a:noFill/>
          <a:ln/>
        </p:spPr>
        <p:txBody>
          <a:bodyPr wrap="square" lIns="0" tIns="0" rIns="0" bIns="0" rtlCol="0" anchor="ctr">
            <a:spAutoFit/>
          </a:bodyPr>
          <a:lstStyle/>
          <a:p>
            <a:pPr marL="171450" indent="-171450">
              <a:lnSpc>
                <a:spcPct val="150000"/>
              </a:lnSpc>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PM</a:t>
            </a:r>
            <a:r>
              <a:rPr lang="en-US" altLang="zh-CN" sz="1200" baseline="30000" dirty="0">
                <a:latin typeface="微软雅黑" panose="020B0503020204020204" pitchFamily="34" charset="-122"/>
                <a:ea typeface="微软雅黑" panose="020B0503020204020204" pitchFamily="34" charset="-122"/>
                <a:cs typeface="Noto Sans" panose="020B0502040504020204" pitchFamily="34" charset="0"/>
              </a:rPr>
              <a:t>2</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方法论提出要识别所有</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项目利益相关者</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定期更新</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利益相关者矩阵</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en-US" altLang="zh-CN" sz="1200" dirty="0">
              <a:latin typeface="微软雅黑" panose="020B0503020204020204" pitchFamily="34" charset="-122"/>
              <a:ea typeface="微软雅黑" panose="020B0503020204020204" pitchFamily="34" charset="-122"/>
              <a:cs typeface="Noto Sans" panose="020B0502040504020204" pitchFamily="34" charset="0"/>
            </a:endParaRPr>
          </a:p>
          <a:p>
            <a:pPr marL="171450" indent="-171450">
              <a:lnSpc>
                <a:spcPct val="150000"/>
              </a:lnSpc>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cs typeface="Noto Sans" panose="020B0502040504020204" pitchFamily="34" charset="0"/>
            </a:endParaRPr>
          </a:p>
          <a:p>
            <a:pPr marL="171450" indent="-171450">
              <a:lnSpc>
                <a:spcPct val="150000"/>
              </a:lnSpc>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PRINCE2</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提出基于</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供应商视角</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的计划</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en-US" altLang="zh-CN" sz="1200" dirty="0">
              <a:latin typeface="微软雅黑" panose="020B0503020204020204" pitchFamily="34" charset="-122"/>
              <a:ea typeface="微软雅黑" panose="020B0503020204020204" pitchFamily="34" charset="-122"/>
              <a:cs typeface="Noto Sans" panose="020B0502040504020204" pitchFamily="34" charset="0"/>
            </a:endParaRPr>
          </a:p>
          <a:p>
            <a:pPr marL="171450" indent="-171450">
              <a:lnSpc>
                <a:spcPct val="150000"/>
              </a:lnSpc>
              <a:buFont typeface="Arial" panose="020B0604020202020204" pitchFamily="34" charset="0"/>
              <a:buChar char="•"/>
            </a:pP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2" name="文本框 17">
            <a:extLst>
              <a:ext uri="{FF2B5EF4-FFF2-40B4-BE49-F238E27FC236}">
                <a16:creationId xmlns:a16="http://schemas.microsoft.com/office/drawing/2014/main" id="{6EF87765-4B30-913B-8686-923DFF8C9064}"/>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sp>
        <p:nvSpPr>
          <p:cNvPr id="3" name="Text 15">
            <a:extLst>
              <a:ext uri="{FF2B5EF4-FFF2-40B4-BE49-F238E27FC236}">
                <a16:creationId xmlns:a16="http://schemas.microsoft.com/office/drawing/2014/main" id="{F4E508B4-B6FF-BF11-3DFC-76385114B641}"/>
              </a:ext>
            </a:extLst>
          </p:cNvPr>
          <p:cNvSpPr/>
          <p:nvPr/>
        </p:nvSpPr>
        <p:spPr>
          <a:xfrm>
            <a:off x="1147763" y="3223719"/>
            <a:ext cx="2151249" cy="207749"/>
          </a:xfrm>
          <a:prstGeom prst="rect">
            <a:avLst/>
          </a:prstGeom>
          <a:noFill/>
          <a:ln/>
        </p:spPr>
        <p:txBody>
          <a:bodyPr wrap="square" lIns="0" tIns="0" rIns="0" bIns="0" rtlCol="0" anchor="ctr">
            <a:spAutoFit/>
          </a:bodyPr>
          <a:lstStyle/>
          <a:p>
            <a:pPr marL="0" indent="0">
              <a:buNone/>
            </a:pPr>
            <a:r>
              <a:rPr lang="zh-CN" altLang="en-US" sz="1350" b="1" dirty="0">
                <a:solidFill>
                  <a:srgbClr val="0066CC"/>
                </a:solidFill>
                <a:latin typeface="微软雅黑" panose="020B0503020204020204" pitchFamily="34" charset="-122"/>
                <a:ea typeface="微软雅黑" panose="020B0503020204020204" pitchFamily="34" charset="-122"/>
                <a:cs typeface="Noto Sans" panose="020B0502040504020204" pitchFamily="34" charset="0"/>
              </a:rPr>
              <a:t>参与计划的组织方面</a:t>
            </a:r>
            <a:endParaRPr lang="en-US" sz="135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11" name="文本框 10">
            <a:extLst>
              <a:ext uri="{FF2B5EF4-FFF2-40B4-BE49-F238E27FC236}">
                <a16:creationId xmlns:a16="http://schemas.microsoft.com/office/drawing/2014/main" id="{0129E7FD-6790-FC8E-AFA6-6BEC8960BBD6}"/>
              </a:ext>
            </a:extLst>
          </p:cNvPr>
          <p:cNvSpPr txBox="1"/>
          <p:nvPr/>
        </p:nvSpPr>
        <p:spPr>
          <a:xfrm>
            <a:off x="1017275" y="1758315"/>
            <a:ext cx="6708049" cy="1167692"/>
          </a:xfrm>
          <a:prstGeom prst="rect">
            <a:avLst/>
          </a:prstGeom>
          <a:noFill/>
        </p:spPr>
        <p:txBody>
          <a:bodyPr wrap="square">
            <a:spAutoFit/>
          </a:bodyPr>
          <a:lstStyle/>
          <a:p>
            <a:pPr>
              <a:lnSpc>
                <a:spcPct val="150000"/>
              </a:lnSpc>
            </a:pP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通常项目计划是</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按照一定层级</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进行安排和组织，相互之间存在</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联系</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en-US" altLang="zh-CN" sz="1200" dirty="0">
              <a:latin typeface="微软雅黑" panose="020B0503020204020204" pitchFamily="34" charset="-122"/>
              <a:ea typeface="微软雅黑" panose="020B0503020204020204" pitchFamily="34" charset="-122"/>
              <a:cs typeface="Noto Sans" panose="020B0502040504020204" pitchFamily="34" charset="0"/>
            </a:endParaRPr>
          </a:p>
          <a:p>
            <a:pPr>
              <a:lnSpc>
                <a:spcPct val="150000"/>
              </a:lnSpc>
            </a:pPr>
            <a:endParaRPr lang="en-US" altLang="zh-CN" sz="1200" dirty="0">
              <a:latin typeface="微软雅黑" panose="020B0503020204020204" pitchFamily="34" charset="-122"/>
              <a:ea typeface="微软雅黑" panose="020B0503020204020204" pitchFamily="34" charset="-122"/>
              <a:cs typeface="Noto Sans" panose="020B0502040504020204" pitchFamily="34" charset="0"/>
            </a:endParaRPr>
          </a:p>
          <a:p>
            <a:pPr marL="171450" indent="-171450">
              <a:lnSpc>
                <a:spcPct val="150000"/>
              </a:lnSpc>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PRINCE2</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分成了</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项目计划</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阶段计划</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小组计划</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例外计划</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，并且这些计划处于更高层级的系统之下，包括项目群、公司或客户计划等。</a:t>
            </a:r>
            <a:endParaRPr lang="en-US" altLang="zh-CN" sz="1200" dirty="0">
              <a:latin typeface="微软雅黑" panose="020B0503020204020204" pitchFamily="34" charset="-122"/>
              <a:ea typeface="微软雅黑" panose="020B0503020204020204" pitchFamily="34" charset="-122"/>
              <a:cs typeface="Noto Sans" panose="020B0502040504020204" pitchFamily="34" charset="0"/>
            </a:endParaRPr>
          </a:p>
        </p:txBody>
      </p:sp>
    </p:spTree>
    <p:custDataLst>
      <p:tags r:id="rId1"/>
    </p:custDataLst>
    <p:extLst>
      <p:ext uri="{BB962C8B-B14F-4D97-AF65-F5344CB8AC3E}">
        <p14:creationId xmlns:p14="http://schemas.microsoft.com/office/powerpoint/2010/main" val="966065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2D733-5754-1251-DDAE-B69EB988DA33}"/>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C685EB3D-5F4D-D0B3-F7AC-D36E53001360}"/>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B2A12B5F-876C-0905-B59C-906ACA8FFF22}"/>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CCE43919-5DAE-4D6C-3932-9B719F67ACEA}"/>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24A2B371-50EA-81BE-A414-2F694C1848CA}"/>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FC516689-B638-5163-EABB-0F14635B43F5}"/>
              </a:ext>
            </a:extLst>
          </p:cNvPr>
          <p:cNvPicPr>
            <a:picLocks noChangeAspect="1"/>
          </p:cNvPicPr>
          <p:nvPr>
            <p:custDataLst>
              <p:tags r:id="rId4"/>
            </p:custDataLst>
          </p:nvPr>
        </p:nvPicPr>
        <p:blipFill>
          <a:blip r:embed="rId9">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09310CE9-6E21-E5C3-DEFB-309AE6420D42}"/>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mj-ea"/>
                <a:cs typeface="微软雅黑" panose="020B0503020204020204" charset="-122"/>
                <a:sym typeface="+mn-ea"/>
              </a:rPr>
              <a:t>项目计划的关键要素 </a:t>
            </a:r>
            <a:r>
              <a:rPr lang="en-US" altLang="zh-CN" b="1" dirty="0">
                <a:solidFill>
                  <a:schemeClr val="bg1"/>
                </a:solidFill>
                <a:latin typeface="+mj-ea"/>
                <a:cs typeface="微软雅黑" panose="020B0503020204020204" charset="-122"/>
                <a:sym typeface="+mn-ea"/>
              </a:rPr>
              <a:t>(</a:t>
            </a:r>
            <a:r>
              <a:rPr lang="zh-CN" altLang="en-US" b="1" dirty="0">
                <a:solidFill>
                  <a:schemeClr val="bg1"/>
                </a:solidFill>
                <a:latin typeface="+mj-ea"/>
                <a:cs typeface="微软雅黑" panose="020B0503020204020204" charset="-122"/>
                <a:sym typeface="+mn-ea"/>
              </a:rPr>
              <a:t>续）</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71" name="Text 9">
            <a:extLst>
              <a:ext uri="{FF2B5EF4-FFF2-40B4-BE49-F238E27FC236}">
                <a16:creationId xmlns:a16="http://schemas.microsoft.com/office/drawing/2014/main" id="{4013147B-4365-E699-08E3-B90930C2423D}"/>
              </a:ext>
            </a:extLst>
          </p:cNvPr>
          <p:cNvSpPr/>
          <p:nvPr/>
        </p:nvSpPr>
        <p:spPr>
          <a:xfrm>
            <a:off x="1146225" y="1240128"/>
            <a:ext cx="1168036" cy="207749"/>
          </a:xfrm>
          <a:prstGeom prst="rect">
            <a:avLst/>
          </a:prstGeom>
          <a:noFill/>
          <a:ln/>
        </p:spPr>
        <p:txBody>
          <a:bodyPr wrap="square" lIns="0" tIns="0" rIns="0" bIns="0" rtlCol="0" anchor="ctr">
            <a:spAutoFit/>
          </a:bodyPr>
          <a:lstStyle/>
          <a:p>
            <a:pPr marL="0" indent="0">
              <a:buNone/>
            </a:pPr>
            <a:r>
              <a:rPr lang="en-US" sz="1350" b="1" dirty="0">
                <a:solidFill>
                  <a:srgbClr val="0066CC"/>
                </a:solidFill>
                <a:latin typeface="Noto Sans" panose="020B0502040504020204" pitchFamily="34" charset="0"/>
                <a:ea typeface="Noto Sans" panose="020B0502040504020204" pitchFamily="34" charset="0"/>
                <a:cs typeface="Noto Sans" panose="020B0502040504020204" pitchFamily="34" charset="0"/>
              </a:rPr>
              <a:t>计划的动态性</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pic>
        <p:nvPicPr>
          <p:cNvPr id="72" name="Image 5" descr="preencoded.png">
            <a:extLst>
              <a:ext uri="{FF2B5EF4-FFF2-40B4-BE49-F238E27FC236}">
                <a16:creationId xmlns:a16="http://schemas.microsoft.com/office/drawing/2014/main" id="{269F7920-2F0B-43DC-1D4F-61920B454B76}"/>
              </a:ext>
            </a:extLst>
          </p:cNvPr>
          <p:cNvPicPr>
            <a:picLocks noChangeAspect="1"/>
          </p:cNvPicPr>
          <p:nvPr/>
        </p:nvPicPr>
        <p:blipFill>
          <a:blip r:embed="rId10"/>
          <a:stretch>
            <a:fillRect/>
          </a:stretch>
        </p:blipFill>
        <p:spPr>
          <a:xfrm>
            <a:off x="1154950" y="1683508"/>
            <a:ext cx="142875" cy="142875"/>
          </a:xfrm>
          <a:prstGeom prst="rect">
            <a:avLst/>
          </a:prstGeom>
        </p:spPr>
      </p:pic>
      <p:sp>
        <p:nvSpPr>
          <p:cNvPr id="73" name="Text 10">
            <a:extLst>
              <a:ext uri="{FF2B5EF4-FFF2-40B4-BE49-F238E27FC236}">
                <a16:creationId xmlns:a16="http://schemas.microsoft.com/office/drawing/2014/main" id="{AD40315A-1A69-6CC7-78F4-C1F82D3E4245}"/>
              </a:ext>
            </a:extLst>
          </p:cNvPr>
          <p:cNvSpPr/>
          <p:nvPr/>
        </p:nvSpPr>
        <p:spPr>
          <a:xfrm>
            <a:off x="1401065" y="1669111"/>
            <a:ext cx="6005736" cy="184666"/>
          </a:xfrm>
          <a:prstGeom prst="rect">
            <a:avLst/>
          </a:prstGeom>
          <a:noFill/>
          <a:ln/>
        </p:spPr>
        <p:txBody>
          <a:bodyPr wrap="square" lIns="0" tIns="0" rIns="0" bIns="0" rtlCol="0" anchor="ctr">
            <a:spAutoFit/>
          </a:bodyPr>
          <a:lstStyle/>
          <a:p>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PMBOK</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指南（第</a:t>
            </a:r>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6</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版）提出项目开始阶段确定计划，</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项目进展阶段</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对计划</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不断更新</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pic>
        <p:nvPicPr>
          <p:cNvPr id="74" name="Image 6" descr="preencoded.png">
            <a:extLst>
              <a:ext uri="{FF2B5EF4-FFF2-40B4-BE49-F238E27FC236}">
                <a16:creationId xmlns:a16="http://schemas.microsoft.com/office/drawing/2014/main" id="{C5220583-7164-979C-3CA0-A5832D987BA5}"/>
              </a:ext>
            </a:extLst>
          </p:cNvPr>
          <p:cNvPicPr>
            <a:picLocks noChangeAspect="1"/>
          </p:cNvPicPr>
          <p:nvPr/>
        </p:nvPicPr>
        <p:blipFill>
          <a:blip r:embed="rId10"/>
          <a:stretch>
            <a:fillRect/>
          </a:stretch>
        </p:blipFill>
        <p:spPr>
          <a:xfrm>
            <a:off x="1154950" y="2101880"/>
            <a:ext cx="142875" cy="142875"/>
          </a:xfrm>
          <a:prstGeom prst="rect">
            <a:avLst/>
          </a:prstGeom>
        </p:spPr>
      </p:pic>
      <p:pic>
        <p:nvPicPr>
          <p:cNvPr id="76" name="Image 7" descr="preencoded.png">
            <a:extLst>
              <a:ext uri="{FF2B5EF4-FFF2-40B4-BE49-F238E27FC236}">
                <a16:creationId xmlns:a16="http://schemas.microsoft.com/office/drawing/2014/main" id="{A1F9AF8B-C2D8-25D2-9954-90AC265A90CA}"/>
              </a:ext>
            </a:extLst>
          </p:cNvPr>
          <p:cNvPicPr>
            <a:picLocks noChangeAspect="1"/>
          </p:cNvPicPr>
          <p:nvPr/>
        </p:nvPicPr>
        <p:blipFill>
          <a:blip r:embed="rId10"/>
          <a:stretch>
            <a:fillRect/>
          </a:stretch>
        </p:blipFill>
        <p:spPr>
          <a:xfrm>
            <a:off x="1154950" y="2527542"/>
            <a:ext cx="142875" cy="142875"/>
          </a:xfrm>
          <a:prstGeom prst="rect">
            <a:avLst/>
          </a:prstGeom>
        </p:spPr>
      </p:pic>
      <p:sp>
        <p:nvSpPr>
          <p:cNvPr id="29" name="Text 19">
            <a:extLst>
              <a:ext uri="{FF2B5EF4-FFF2-40B4-BE49-F238E27FC236}">
                <a16:creationId xmlns:a16="http://schemas.microsoft.com/office/drawing/2014/main" id="{E1F7F4F6-CDA7-E03E-E15C-7BE775CAA5B1}"/>
              </a:ext>
            </a:extLst>
          </p:cNvPr>
          <p:cNvSpPr/>
          <p:nvPr/>
        </p:nvSpPr>
        <p:spPr>
          <a:xfrm>
            <a:off x="1146225" y="2994614"/>
            <a:ext cx="1038746"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anose="020B0502040504020204" pitchFamily="34" charset="0"/>
                <a:ea typeface="Noto Sans" panose="020B0502040504020204" pitchFamily="34" charset="0"/>
                <a:cs typeface="Noto Sans" panose="020B0502040504020204" pitchFamily="34" charset="0"/>
              </a:rPr>
              <a:t>计划的基线化</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47" name="Text 10">
            <a:extLst>
              <a:ext uri="{FF2B5EF4-FFF2-40B4-BE49-F238E27FC236}">
                <a16:creationId xmlns:a16="http://schemas.microsoft.com/office/drawing/2014/main" id="{BA26C948-988B-DFA2-A376-0E902552AA05}"/>
              </a:ext>
            </a:extLst>
          </p:cNvPr>
          <p:cNvSpPr/>
          <p:nvPr/>
        </p:nvSpPr>
        <p:spPr>
          <a:xfrm>
            <a:off x="1409789" y="2092566"/>
            <a:ext cx="5564751" cy="184666"/>
          </a:xfrm>
          <a:prstGeom prst="rect">
            <a:avLst/>
          </a:prstGeom>
          <a:noFill/>
          <a:ln/>
        </p:spPr>
        <p:txBody>
          <a:bodyPr wrap="square" lIns="0" tIns="0" rIns="0" bIns="0" rtlCol="0" anchor="ctr">
            <a:spAutoFit/>
          </a:bodyPr>
          <a:lstStyle/>
          <a:p>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ISO21502</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认为计划是</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迭代</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的、</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渐进的</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，对</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近期</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的工作要比远期的</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工作</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更</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详细</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48" name="Text 10">
            <a:extLst>
              <a:ext uri="{FF2B5EF4-FFF2-40B4-BE49-F238E27FC236}">
                <a16:creationId xmlns:a16="http://schemas.microsoft.com/office/drawing/2014/main" id="{9B08714D-6722-5A35-75AA-7CFE5B7A5925}"/>
              </a:ext>
            </a:extLst>
          </p:cNvPr>
          <p:cNvSpPr/>
          <p:nvPr/>
        </p:nvSpPr>
        <p:spPr>
          <a:xfrm>
            <a:off x="1409790" y="2512835"/>
            <a:ext cx="4946186" cy="184666"/>
          </a:xfrm>
          <a:prstGeom prst="rect">
            <a:avLst/>
          </a:prstGeom>
          <a:noFill/>
          <a:ln/>
        </p:spPr>
        <p:txBody>
          <a:bodyPr wrap="square" lIns="0" tIns="0" rIns="0" bIns="0" rtlCol="0" anchor="ctr">
            <a:spAutoFit/>
          </a:bodyPr>
          <a:lstStyle/>
          <a:p>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PM</a:t>
            </a:r>
            <a:r>
              <a:rPr lang="en-US" altLang="zh-CN" sz="1200" baseline="30000" dirty="0">
                <a:latin typeface="微软雅黑" panose="020B0503020204020204" pitchFamily="34" charset="-122"/>
                <a:ea typeface="微软雅黑" panose="020B0503020204020204" pitchFamily="34" charset="-122"/>
                <a:cs typeface="Noto Sans" panose="020B0502040504020204" pitchFamily="34" charset="0"/>
              </a:rPr>
              <a:t>2</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提出计划阶段可以</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多次更新</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工作计划；后续变更需要启用</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变更流程</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pic>
        <p:nvPicPr>
          <p:cNvPr id="50" name="Image 12" descr="preencoded.png">
            <a:extLst>
              <a:ext uri="{FF2B5EF4-FFF2-40B4-BE49-F238E27FC236}">
                <a16:creationId xmlns:a16="http://schemas.microsoft.com/office/drawing/2014/main" id="{474C68D5-D0F1-FD3A-AF4D-70C05EC730F6}"/>
              </a:ext>
            </a:extLst>
          </p:cNvPr>
          <p:cNvPicPr>
            <a:picLocks noChangeAspect="1"/>
          </p:cNvPicPr>
          <p:nvPr/>
        </p:nvPicPr>
        <p:blipFill>
          <a:blip r:embed="rId11"/>
          <a:stretch>
            <a:fillRect/>
          </a:stretch>
        </p:blipFill>
        <p:spPr>
          <a:xfrm>
            <a:off x="1185362" y="3472792"/>
            <a:ext cx="142875" cy="142875"/>
          </a:xfrm>
          <a:prstGeom prst="rect">
            <a:avLst/>
          </a:prstGeom>
        </p:spPr>
      </p:pic>
      <p:sp>
        <p:nvSpPr>
          <p:cNvPr id="51" name="Text 10">
            <a:extLst>
              <a:ext uri="{FF2B5EF4-FFF2-40B4-BE49-F238E27FC236}">
                <a16:creationId xmlns:a16="http://schemas.microsoft.com/office/drawing/2014/main" id="{3C745EFE-C269-E54C-C875-E18D250C7BCA}"/>
              </a:ext>
            </a:extLst>
          </p:cNvPr>
          <p:cNvSpPr/>
          <p:nvPr/>
        </p:nvSpPr>
        <p:spPr>
          <a:xfrm>
            <a:off x="1437104" y="3446812"/>
            <a:ext cx="4820543" cy="184666"/>
          </a:xfrm>
          <a:prstGeom prst="rect">
            <a:avLst/>
          </a:prstGeom>
          <a:noFill/>
          <a:ln/>
        </p:spPr>
        <p:txBody>
          <a:bodyPr wrap="square" lIns="0" tIns="0" rIns="0" bIns="0" rtlCol="0" anchor="ctr">
            <a:spAutoFit/>
          </a:bodyPr>
          <a:lstStyle/>
          <a:p>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PMBOK</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指南（第</a:t>
            </a:r>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6</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版）提出确定基线后只能通过</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实施变更控制</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来更新</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pic>
        <p:nvPicPr>
          <p:cNvPr id="52" name="Image 12" descr="preencoded.png">
            <a:extLst>
              <a:ext uri="{FF2B5EF4-FFF2-40B4-BE49-F238E27FC236}">
                <a16:creationId xmlns:a16="http://schemas.microsoft.com/office/drawing/2014/main" id="{2ECB3536-C8A2-DA5A-A816-6E8A12FCD4B1}"/>
              </a:ext>
            </a:extLst>
          </p:cNvPr>
          <p:cNvPicPr>
            <a:picLocks noChangeAspect="1"/>
          </p:cNvPicPr>
          <p:nvPr/>
        </p:nvPicPr>
        <p:blipFill>
          <a:blip r:embed="rId11"/>
          <a:stretch>
            <a:fillRect/>
          </a:stretch>
        </p:blipFill>
        <p:spPr>
          <a:xfrm>
            <a:off x="1185362" y="3872660"/>
            <a:ext cx="142875" cy="142875"/>
          </a:xfrm>
          <a:prstGeom prst="rect">
            <a:avLst/>
          </a:prstGeom>
        </p:spPr>
      </p:pic>
      <p:sp>
        <p:nvSpPr>
          <p:cNvPr id="53" name="Text 10">
            <a:extLst>
              <a:ext uri="{FF2B5EF4-FFF2-40B4-BE49-F238E27FC236}">
                <a16:creationId xmlns:a16="http://schemas.microsoft.com/office/drawing/2014/main" id="{F56B5C5A-EAFD-9E7E-5C28-E6A659860677}"/>
              </a:ext>
            </a:extLst>
          </p:cNvPr>
          <p:cNvSpPr/>
          <p:nvPr/>
        </p:nvSpPr>
        <p:spPr>
          <a:xfrm>
            <a:off x="1437105" y="3758010"/>
            <a:ext cx="6613202" cy="369332"/>
          </a:xfrm>
          <a:prstGeom prst="rect">
            <a:avLst/>
          </a:prstGeom>
          <a:noFill/>
          <a:ln/>
        </p:spPr>
        <p:txBody>
          <a:bodyPr wrap="square" lIns="0" tIns="0" rIns="0" bIns="0" rtlCol="0" anchor="ctr">
            <a:spAutoFit/>
          </a:bodyPr>
          <a:lstStyle/>
          <a:p>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PM</a:t>
            </a:r>
            <a:r>
              <a:rPr lang="en-US" altLang="zh-CN" sz="1200" baseline="30000" dirty="0">
                <a:latin typeface="微软雅黑" panose="020B0503020204020204" pitchFamily="34" charset="-122"/>
                <a:ea typeface="微软雅黑" panose="020B0503020204020204" pitchFamily="34" charset="-122"/>
                <a:cs typeface="Noto Sans" panose="020B0502040504020204" pitchFamily="34" charset="0"/>
              </a:rPr>
              <a:t>2 </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方法论提出在计划阶段，可以多次更新项目工作计划，一旦达成</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一致并最终确定</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，就要制定基线</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55" name="文本框 54">
            <a:extLst>
              <a:ext uri="{FF2B5EF4-FFF2-40B4-BE49-F238E27FC236}">
                <a16:creationId xmlns:a16="http://schemas.microsoft.com/office/drawing/2014/main" id="{3CCDB532-8620-B1F4-79A6-E7EFFC0A1211}"/>
              </a:ext>
            </a:extLst>
          </p:cNvPr>
          <p:cNvSpPr txBox="1"/>
          <p:nvPr/>
        </p:nvSpPr>
        <p:spPr>
          <a:xfrm>
            <a:off x="1328237" y="4137171"/>
            <a:ext cx="7286395" cy="613694"/>
          </a:xfrm>
          <a:prstGeom prst="rect">
            <a:avLst/>
          </a:prstGeom>
          <a:noFill/>
        </p:spPr>
        <p:txBody>
          <a:bodyPr wrap="square">
            <a:spAutoFit/>
          </a:bodyPr>
          <a:lstStyle/>
          <a:p>
            <a:pPr>
              <a:lnSpc>
                <a:spcPct val="150000"/>
              </a:lnSpc>
            </a:pPr>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ISO21502</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提出制定计划时</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团队成员</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可参与并</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提出建议</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，在监控计划时基线计划的调整应以</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受控</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的方式进行，在项目生命周期中，计划是</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迭代的、渐进</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的</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p>
        </p:txBody>
      </p:sp>
      <p:pic>
        <p:nvPicPr>
          <p:cNvPr id="56" name="Image 12" descr="preencoded.png">
            <a:extLst>
              <a:ext uri="{FF2B5EF4-FFF2-40B4-BE49-F238E27FC236}">
                <a16:creationId xmlns:a16="http://schemas.microsoft.com/office/drawing/2014/main" id="{BB8E1D2C-17C5-12FC-C7A9-277984237948}"/>
              </a:ext>
            </a:extLst>
          </p:cNvPr>
          <p:cNvPicPr>
            <a:picLocks noChangeAspect="1"/>
          </p:cNvPicPr>
          <p:nvPr/>
        </p:nvPicPr>
        <p:blipFill>
          <a:blip r:embed="rId11"/>
          <a:stretch>
            <a:fillRect/>
          </a:stretch>
        </p:blipFill>
        <p:spPr>
          <a:xfrm>
            <a:off x="1185362" y="4267015"/>
            <a:ext cx="137198" cy="142875"/>
          </a:xfrm>
          <a:prstGeom prst="rect">
            <a:avLst/>
          </a:prstGeom>
        </p:spPr>
      </p:pic>
      <p:sp>
        <p:nvSpPr>
          <p:cNvPr id="2" name="文本框 17">
            <a:extLst>
              <a:ext uri="{FF2B5EF4-FFF2-40B4-BE49-F238E27FC236}">
                <a16:creationId xmlns:a16="http://schemas.microsoft.com/office/drawing/2014/main" id="{E4DC984F-47DB-AEBE-8592-C7EDB80DA41E}"/>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spTree>
    <p:custDataLst>
      <p:tags r:id="rId1"/>
    </p:custDataLst>
    <p:extLst>
      <p:ext uri="{BB962C8B-B14F-4D97-AF65-F5344CB8AC3E}">
        <p14:creationId xmlns:p14="http://schemas.microsoft.com/office/powerpoint/2010/main" val="30663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91350-4AE0-39B5-A377-2FA524157389}"/>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E5621F68-D696-F7AE-67EF-AB7B51B4600D}"/>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A256460F-3133-603D-7500-D2607091B09F}"/>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CD5EBE10-ABF0-F8EA-3D64-B65F4DE7F71F}"/>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89B85B7D-F7C8-5CC2-359F-9A9C883243F0}"/>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3D234608-4935-E025-1F58-DBC8E2E1AEC1}"/>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83E68C8E-4066-E1B6-B239-A69DAE2D0DAC}"/>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cs typeface="微软雅黑" panose="020B0503020204020204" charset="-122"/>
                <a:sym typeface="+mn-ea"/>
              </a:rPr>
              <a:t>项目计划的技术与方法</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2" name="Text 29"/>
          <p:cNvSpPr/>
          <p:nvPr/>
        </p:nvSpPr>
        <p:spPr>
          <a:xfrm>
            <a:off x="861060" y="1389147"/>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122"/>
                <a:ea typeface="Noto Sans" pitchFamily="34" charset="-122"/>
                <a:cs typeface="Noto Sans" pitchFamily="34" charset="-120"/>
              </a:rPr>
              <a:t>计划的输入与输出</a:t>
            </a:r>
            <a:endParaRPr lang="en-US" sz="1350" dirty="0"/>
          </a:p>
        </p:txBody>
      </p:sp>
      <p:pic>
        <p:nvPicPr>
          <p:cNvPr id="6" name="Image 1" descr="preencoded.png"/>
          <p:cNvPicPr>
            <a:picLocks noChangeAspect="1"/>
          </p:cNvPicPr>
          <p:nvPr/>
        </p:nvPicPr>
        <p:blipFill>
          <a:blip r:embed="rId9"/>
          <a:stretch>
            <a:fillRect/>
          </a:stretch>
        </p:blipFill>
        <p:spPr>
          <a:xfrm>
            <a:off x="601979" y="1892469"/>
            <a:ext cx="3814763" cy="1907381"/>
          </a:xfrm>
          <a:prstGeom prst="rect">
            <a:avLst/>
          </a:prstGeom>
        </p:spPr>
      </p:pic>
      <p:pic>
        <p:nvPicPr>
          <p:cNvPr id="9" name="Image 2" descr="preencoded.png"/>
          <p:cNvPicPr>
            <a:picLocks noChangeAspect="1"/>
          </p:cNvPicPr>
          <p:nvPr/>
        </p:nvPicPr>
        <p:blipFill>
          <a:blip r:embed="rId10"/>
          <a:stretch>
            <a:fillRect/>
          </a:stretch>
        </p:blipFill>
        <p:spPr>
          <a:xfrm>
            <a:off x="861060" y="4075197"/>
            <a:ext cx="125016" cy="142875"/>
          </a:xfrm>
          <a:prstGeom prst="rect">
            <a:avLst/>
          </a:prstGeom>
        </p:spPr>
      </p:pic>
      <p:sp>
        <p:nvSpPr>
          <p:cNvPr id="10" name="Text 30"/>
          <p:cNvSpPr/>
          <p:nvPr/>
        </p:nvSpPr>
        <p:spPr>
          <a:xfrm>
            <a:off x="1093232" y="4069140"/>
            <a:ext cx="2539157" cy="169277"/>
          </a:xfrm>
          <a:prstGeom prst="rect">
            <a:avLst/>
          </a:prstGeom>
          <a:noFill/>
          <a:ln/>
        </p:spPr>
        <p:txBody>
          <a:bodyPr wrap="none" lIns="0" tIns="0" rIns="0" bIns="0" rtlCol="0" anchor="ctr">
            <a:spAutoFit/>
          </a:bodyPr>
          <a:lstStyle/>
          <a:p>
            <a:pPr marL="0" indent="0">
              <a:buNone/>
            </a:pPr>
            <a:r>
              <a:rPr lang="en-US" sz="1100" dirty="0" err="1">
                <a:latin typeface="微软雅黑" panose="020B0503020204020204" pitchFamily="34" charset="-122"/>
                <a:ea typeface="微软雅黑" panose="020B0503020204020204" pitchFamily="34" charset="-122"/>
                <a:cs typeface="Noto Sans" pitchFamily="34" charset="-120"/>
              </a:rPr>
              <a:t>计划过程需要</a:t>
            </a:r>
            <a:r>
              <a:rPr lang="en-US" sz="1100" dirty="0" err="1">
                <a:solidFill>
                  <a:srgbClr val="FF0000"/>
                </a:solidFill>
                <a:latin typeface="微软雅黑" panose="020B0503020204020204" pitchFamily="34" charset="-122"/>
                <a:ea typeface="微软雅黑" panose="020B0503020204020204" pitchFamily="34" charset="-122"/>
                <a:cs typeface="Noto Sans" pitchFamily="34" charset="-120"/>
              </a:rPr>
              <a:t>多种输入</a:t>
            </a:r>
            <a:r>
              <a:rPr lang="en-US" sz="1100" dirty="0" err="1">
                <a:latin typeface="微软雅黑" panose="020B0503020204020204" pitchFamily="34" charset="-122"/>
                <a:ea typeface="微软雅黑" panose="020B0503020204020204" pitchFamily="34" charset="-122"/>
                <a:cs typeface="Noto Sans" pitchFamily="34" charset="-120"/>
              </a:rPr>
              <a:t>，产生</a:t>
            </a:r>
            <a:r>
              <a:rPr lang="en-US" sz="1100" dirty="0" err="1">
                <a:solidFill>
                  <a:srgbClr val="FF0000"/>
                </a:solidFill>
                <a:latin typeface="微软雅黑" panose="020B0503020204020204" pitchFamily="34" charset="-122"/>
                <a:ea typeface="微软雅黑" panose="020B0503020204020204" pitchFamily="34" charset="-122"/>
                <a:cs typeface="Noto Sans" pitchFamily="34" charset="-120"/>
              </a:rPr>
              <a:t>多种输出</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sz="1100" dirty="0">
              <a:latin typeface="微软雅黑" panose="020B0503020204020204" pitchFamily="34" charset="-122"/>
              <a:ea typeface="微软雅黑" panose="020B0503020204020204" pitchFamily="34" charset="-122"/>
            </a:endParaRPr>
          </a:p>
        </p:txBody>
      </p:sp>
      <p:pic>
        <p:nvPicPr>
          <p:cNvPr id="11" name="Image 3" descr="preencoded.png"/>
          <p:cNvPicPr>
            <a:picLocks noChangeAspect="1"/>
          </p:cNvPicPr>
          <p:nvPr/>
        </p:nvPicPr>
        <p:blipFill>
          <a:blip r:embed="rId10"/>
          <a:stretch>
            <a:fillRect/>
          </a:stretch>
        </p:blipFill>
        <p:spPr>
          <a:xfrm>
            <a:off x="861060" y="4389522"/>
            <a:ext cx="125016" cy="142875"/>
          </a:xfrm>
          <a:prstGeom prst="rect">
            <a:avLst/>
          </a:prstGeom>
        </p:spPr>
      </p:pic>
      <p:sp>
        <p:nvSpPr>
          <p:cNvPr id="12" name="Text 31"/>
          <p:cNvSpPr/>
          <p:nvPr/>
        </p:nvSpPr>
        <p:spPr>
          <a:xfrm>
            <a:off x="1093232" y="4383465"/>
            <a:ext cx="2398092" cy="169277"/>
          </a:xfrm>
          <a:prstGeom prst="rect">
            <a:avLst/>
          </a:prstGeom>
          <a:noFill/>
          <a:ln/>
        </p:spPr>
        <p:txBody>
          <a:bodyPr wrap="none" lIns="0" tIns="0" rIns="0" bIns="0" rtlCol="0" anchor="ctr">
            <a:spAutoFit/>
          </a:bodyPr>
          <a:lstStyle/>
          <a:p>
            <a:pPr marL="0" indent="0">
              <a:buNone/>
            </a:pPr>
            <a:r>
              <a:rPr lang="en-US" sz="1100" dirty="0" err="1">
                <a:latin typeface="微软雅黑" panose="020B0503020204020204" pitchFamily="34" charset="-122"/>
                <a:ea typeface="微软雅黑" panose="020B0503020204020204" pitchFamily="34" charset="-122"/>
                <a:cs typeface="Noto Sans" pitchFamily="34" charset="-120"/>
              </a:rPr>
              <a:t>输入和输出因</a:t>
            </a:r>
            <a:r>
              <a:rPr lang="en-US" sz="1100" dirty="0" err="1">
                <a:solidFill>
                  <a:srgbClr val="FF0000"/>
                </a:solidFill>
                <a:latin typeface="微软雅黑" panose="020B0503020204020204" pitchFamily="34" charset="-122"/>
                <a:ea typeface="微软雅黑" panose="020B0503020204020204" pitchFamily="34" charset="-122"/>
                <a:cs typeface="Noto Sans" pitchFamily="34" charset="-120"/>
              </a:rPr>
              <a:t>项目类型</a:t>
            </a:r>
            <a:r>
              <a:rPr lang="en-US" sz="1100" dirty="0" err="1">
                <a:latin typeface="微软雅黑" panose="020B0503020204020204" pitchFamily="34" charset="-122"/>
                <a:ea typeface="微软雅黑" panose="020B0503020204020204" pitchFamily="34" charset="-122"/>
                <a:cs typeface="Noto Sans" pitchFamily="34" charset="-120"/>
              </a:rPr>
              <a:t>和</a:t>
            </a:r>
            <a:r>
              <a:rPr lang="en-US" sz="1100" dirty="0" err="1">
                <a:solidFill>
                  <a:srgbClr val="FF0000"/>
                </a:solidFill>
                <a:latin typeface="微软雅黑" panose="020B0503020204020204" pitchFamily="34" charset="-122"/>
                <a:ea typeface="微软雅黑" panose="020B0503020204020204" pitchFamily="34" charset="-122"/>
                <a:cs typeface="Noto Sans" pitchFamily="34" charset="-120"/>
              </a:rPr>
              <a:t>方法论</a:t>
            </a:r>
            <a:r>
              <a:rPr lang="en-US" sz="1100" dirty="0" err="1">
                <a:latin typeface="微软雅黑" panose="020B0503020204020204" pitchFamily="34" charset="-122"/>
                <a:ea typeface="微软雅黑" panose="020B0503020204020204" pitchFamily="34" charset="-122"/>
                <a:cs typeface="Noto Sans" pitchFamily="34" charset="-120"/>
              </a:rPr>
              <a:t>而异</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sz="1100" dirty="0">
              <a:latin typeface="微软雅黑" panose="020B0503020204020204" pitchFamily="34" charset="-122"/>
              <a:ea typeface="微软雅黑" panose="020B0503020204020204" pitchFamily="34" charset="-122"/>
            </a:endParaRPr>
          </a:p>
        </p:txBody>
      </p:sp>
      <p:sp>
        <p:nvSpPr>
          <p:cNvPr id="21" name="Text 6">
            <a:extLst>
              <a:ext uri="{FF2B5EF4-FFF2-40B4-BE49-F238E27FC236}">
                <a16:creationId xmlns:a16="http://schemas.microsoft.com/office/drawing/2014/main" id="{E129D5F3-BF12-2DC0-7D6C-557F530F69E1}"/>
              </a:ext>
            </a:extLst>
          </p:cNvPr>
          <p:cNvSpPr/>
          <p:nvPr/>
        </p:nvSpPr>
        <p:spPr>
          <a:xfrm>
            <a:off x="4675823" y="1561850"/>
            <a:ext cx="4178889" cy="3216265"/>
          </a:xfrm>
          <a:prstGeom prst="rect">
            <a:avLst/>
          </a:prstGeom>
          <a:noFill/>
          <a:ln/>
        </p:spPr>
        <p:txBody>
          <a:bodyPr wrap="square" lIns="0" tIns="0" rIns="0" bIns="0" rtlCol="0" anchor="ctr">
            <a:spAutoFit/>
          </a:bodyPr>
          <a:lstStyle/>
          <a:p>
            <a:pPr marL="171450" indent="-171450">
              <a:lnSpc>
                <a:spcPct val="150000"/>
              </a:lnSpc>
              <a:buFont typeface="Arial" panose="020B0604020202020204" pitchFamily="34" charset="0"/>
              <a:buChar char="•"/>
            </a:pPr>
            <a:r>
              <a:rPr lang="en-US" altLang="zh-CN" sz="1100" dirty="0">
                <a:latin typeface="微软雅黑" panose="020B0503020204020204" pitchFamily="34" charset="-122"/>
                <a:ea typeface="微软雅黑" panose="020B0503020204020204" pitchFamily="34" charset="-122"/>
                <a:cs typeface="Noto Sans" pitchFamily="34" charset="-120"/>
              </a:rPr>
              <a:t>PMBOK</a:t>
            </a:r>
            <a:r>
              <a:rPr lang="zh-CN" altLang="zh-CN" sz="1100" dirty="0">
                <a:latin typeface="微软雅黑" panose="020B0503020204020204" pitchFamily="34" charset="-122"/>
                <a:ea typeface="微软雅黑" panose="020B0503020204020204" pitchFamily="34" charset="-122"/>
                <a:cs typeface="Noto Sans" pitchFamily="34" charset="-120"/>
              </a:rPr>
              <a:t>指南（第</a:t>
            </a:r>
            <a:r>
              <a:rPr lang="en-US" altLang="zh-CN" sz="1100" dirty="0">
                <a:latin typeface="微软雅黑" panose="020B0503020204020204" pitchFamily="34" charset="-122"/>
                <a:ea typeface="微软雅黑" panose="020B0503020204020204" pitchFamily="34" charset="-122"/>
                <a:cs typeface="Noto Sans" pitchFamily="34" charset="-120"/>
              </a:rPr>
              <a:t>6</a:t>
            </a:r>
            <a:r>
              <a:rPr lang="zh-CN" altLang="zh-CN" sz="1100" dirty="0">
                <a:latin typeface="微软雅黑" panose="020B0503020204020204" pitchFamily="34" charset="-122"/>
                <a:ea typeface="微软雅黑" panose="020B0503020204020204" pitchFamily="34" charset="-122"/>
                <a:cs typeface="Noto Sans" pitchFamily="34" charset="-120"/>
              </a:rPr>
              <a:t>版）中计划的输入包括</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项目章程</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环境因素</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组织过程资产</a:t>
            </a:r>
            <a:r>
              <a:rPr lang="zh-CN" altLang="zh-CN" sz="1100" dirty="0">
                <a:latin typeface="微软雅黑" panose="020B0503020204020204" pitchFamily="34" charset="-122"/>
                <a:ea typeface="微软雅黑" panose="020B0503020204020204" pitchFamily="34" charset="-122"/>
                <a:cs typeface="Noto Sans" pitchFamily="34" charset="-120"/>
              </a:rPr>
              <a:t>等，输出</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项目管理计划</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100" dirty="0">
                <a:latin typeface="微软雅黑" panose="020B0503020204020204" pitchFamily="34" charset="-122"/>
                <a:ea typeface="微软雅黑" panose="020B0503020204020204" pitchFamily="34" charset="-122"/>
                <a:cs typeface="Noto Sans" pitchFamily="34" charset="-120"/>
              </a:rPr>
              <a:t>PM2</a:t>
            </a:r>
            <a:r>
              <a:rPr lang="zh-CN" altLang="zh-CN" sz="1100" dirty="0">
                <a:latin typeface="微软雅黑" panose="020B0503020204020204" pitchFamily="34" charset="-122"/>
                <a:ea typeface="微软雅黑" panose="020B0503020204020204" pitchFamily="34" charset="-122"/>
                <a:cs typeface="Noto Sans" pitchFamily="34" charset="-120"/>
              </a:rPr>
              <a:t>方法论提出制定计划需输入</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工作分解结构</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进度</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人员构成和职责</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项目范围</a:t>
            </a:r>
            <a:r>
              <a:rPr lang="zh-CN" altLang="zh-CN" sz="1100" dirty="0">
                <a:latin typeface="微软雅黑" panose="020B0503020204020204" pitchFamily="34" charset="-122"/>
                <a:ea typeface="微软雅黑" panose="020B0503020204020204" pitchFamily="34" charset="-122"/>
                <a:cs typeface="Noto Sans" pitchFamily="34" charset="-120"/>
              </a:rPr>
              <a:t>，输出</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项目工作计划</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利益相关者矩阵</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项目手册</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管理计划</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外包计划</a:t>
            </a:r>
            <a:r>
              <a:rPr lang="zh-CN" altLang="zh-CN" sz="1100" dirty="0">
                <a:latin typeface="微软雅黑" panose="020B0503020204020204" pitchFamily="34" charset="-122"/>
                <a:ea typeface="微软雅黑" panose="020B0503020204020204" pitchFamily="34" charset="-122"/>
                <a:cs typeface="Noto Sans" pitchFamily="34" charset="-120"/>
              </a:rPr>
              <a:t>等</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100" dirty="0">
                <a:latin typeface="微软雅黑" panose="020B0503020204020204" pitchFamily="34" charset="-122"/>
                <a:ea typeface="微软雅黑" panose="020B0503020204020204" pitchFamily="34" charset="-122"/>
                <a:cs typeface="Noto Sans" pitchFamily="34" charset="-120"/>
              </a:rPr>
              <a:t>PRINCE2</a:t>
            </a:r>
            <a:r>
              <a:rPr lang="zh-CN" altLang="zh-CN" sz="1100" dirty="0">
                <a:latin typeface="微软雅黑" panose="020B0503020204020204" pitchFamily="34" charset="-122"/>
                <a:ea typeface="微软雅黑" panose="020B0503020204020204" pitchFamily="34" charset="-122"/>
                <a:cs typeface="Noto Sans" pitchFamily="34" charset="-120"/>
              </a:rPr>
              <a:t>输出的计划要描述</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进度安排</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交付物</a:t>
            </a:r>
            <a:r>
              <a:rPr lang="zh-CN" altLang="zh-CN" sz="1100" dirty="0">
                <a:latin typeface="微软雅黑" panose="020B0503020204020204" pitchFamily="34" charset="-122"/>
                <a:ea typeface="微软雅黑" panose="020B0503020204020204" pitchFamily="34" charset="-122"/>
                <a:cs typeface="Noto Sans" pitchFamily="34" charset="-120"/>
              </a:rPr>
              <a:t>，以及</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如何交付</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由谁交付</a:t>
            </a:r>
            <a:r>
              <a:rPr lang="zh-CN" altLang="zh-CN" sz="1100" dirty="0">
                <a:latin typeface="微软雅黑" panose="020B0503020204020204" pitchFamily="34" charset="-122"/>
                <a:ea typeface="微软雅黑" panose="020B0503020204020204" pitchFamily="34" charset="-122"/>
                <a:cs typeface="Noto Sans" pitchFamily="34" charset="-120"/>
              </a:rPr>
              <a:t>，可以以</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图表</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文件</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电子表格白板上</a:t>
            </a:r>
            <a:r>
              <a:rPr lang="zh-CN" altLang="zh-CN" sz="1100" dirty="0">
                <a:latin typeface="微软雅黑" panose="020B0503020204020204" pitchFamily="34" charset="-122"/>
                <a:ea typeface="微软雅黑" panose="020B0503020204020204" pitchFamily="34" charset="-122"/>
                <a:cs typeface="Noto Sans" pitchFamily="34" charset="-120"/>
              </a:rPr>
              <a:t>的计划形式展示。</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100" dirty="0">
                <a:latin typeface="微软雅黑" panose="020B0503020204020204" pitchFamily="34" charset="-122"/>
                <a:ea typeface="微软雅黑" panose="020B0503020204020204" pitchFamily="34" charset="-122"/>
                <a:cs typeface="Noto Sans" pitchFamily="34" charset="-120"/>
              </a:rPr>
              <a:t>APMBOK</a:t>
            </a:r>
            <a:r>
              <a:rPr lang="zh-CN" altLang="zh-CN" sz="1100" dirty="0">
                <a:latin typeface="微软雅黑" panose="020B0503020204020204" pitchFamily="34" charset="-122"/>
                <a:ea typeface="微软雅黑" panose="020B0503020204020204" pitchFamily="34" charset="-122"/>
                <a:cs typeface="Noto Sans" pitchFamily="34" charset="-120"/>
              </a:rPr>
              <a:t>输出的计划要包括</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合同</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风险</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风险</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估算</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进度</a:t>
            </a:r>
            <a:r>
              <a:rPr lang="en-US" altLang="zh-CN" sz="1100" dirty="0">
                <a:solidFill>
                  <a:srgbClr val="FF0000"/>
                </a:solidFill>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关键路径</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进度</a:t>
            </a:r>
            <a:r>
              <a:rPr lang="en-US" altLang="zh-CN" sz="1100" dirty="0">
                <a:solidFill>
                  <a:srgbClr val="FF0000"/>
                </a:solidFill>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关键链</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成本规划</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应急计划</a:t>
            </a:r>
            <a:r>
              <a:rPr lang="zh-CN" altLang="zh-CN" sz="1100" dirty="0">
                <a:latin typeface="微软雅黑" panose="020B0503020204020204" pitchFamily="34" charset="-122"/>
                <a:ea typeface="微软雅黑" panose="020B0503020204020204" pitchFamily="34" charset="-122"/>
                <a:cs typeface="Noto Sans" pitchFamily="34" charset="-120"/>
              </a:rPr>
              <a:t>、</a:t>
            </a:r>
            <a:r>
              <a:rPr lang="zh-CN" altLang="zh-CN" sz="1100" dirty="0">
                <a:solidFill>
                  <a:srgbClr val="FF0000"/>
                </a:solidFill>
                <a:latin typeface="微软雅黑" panose="020B0503020204020204" pitchFamily="34" charset="-122"/>
                <a:ea typeface="微软雅黑" panose="020B0503020204020204" pitchFamily="34" charset="-122"/>
                <a:cs typeface="Noto Sans" pitchFamily="34" charset="-120"/>
              </a:rPr>
              <a:t>部署基线</a:t>
            </a:r>
            <a:r>
              <a:rPr lang="zh-CN" altLang="zh-CN" sz="1100" dirty="0">
                <a:latin typeface="微软雅黑" panose="020B0503020204020204" pitchFamily="34" charset="-122"/>
                <a:ea typeface="微软雅黑" panose="020B0503020204020204" pitchFamily="34" charset="-122"/>
                <a:cs typeface="Noto Sans" pitchFamily="34" charset="-120"/>
              </a:rPr>
              <a:t>等。</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buFont typeface="Arial" panose="020B0604020202020204" pitchFamily="34" charset="0"/>
              <a:buChar char="•"/>
            </a:pPr>
            <a:endParaRPr lang="en-US" sz="1100" dirty="0">
              <a:latin typeface="微软雅黑" panose="020B0503020204020204" pitchFamily="34" charset="-122"/>
              <a:ea typeface="微软雅黑" panose="020B0503020204020204" pitchFamily="34" charset="-122"/>
              <a:cs typeface="Noto Sans" pitchFamily="34" charset="-120"/>
            </a:endParaRPr>
          </a:p>
        </p:txBody>
      </p:sp>
      <p:sp>
        <p:nvSpPr>
          <p:cNvPr id="13" name="文本框 17">
            <a:extLst>
              <a:ext uri="{FF2B5EF4-FFF2-40B4-BE49-F238E27FC236}">
                <a16:creationId xmlns:a16="http://schemas.microsoft.com/office/drawing/2014/main" id="{3B0486D0-6E39-573D-4168-D0C36B8CB7E5}"/>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spTree>
    <p:custDataLst>
      <p:tags r:id="rId1"/>
    </p:custDataLst>
    <p:extLst>
      <p:ext uri="{BB962C8B-B14F-4D97-AF65-F5344CB8AC3E}">
        <p14:creationId xmlns:p14="http://schemas.microsoft.com/office/powerpoint/2010/main" val="170595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28674-1EF3-FA8F-D520-078337432291}"/>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95397901-339E-78D9-7CB5-609E3711CD65}"/>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7E6909B2-0D56-0AA3-EF04-40212932B1EE}"/>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007FEA46-6C3A-0008-0915-D6DB3DCF9614}"/>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AC8B2E07-6FA6-16F5-9579-8976A25FDF69}"/>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1936D58F-F4A5-B55D-8521-E227817A8FB9}"/>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43B6ACF0-2868-F014-ECE3-3F3121157BE1}"/>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cs typeface="微软雅黑" panose="020B0503020204020204" charset="-122"/>
                <a:sym typeface="+mn-ea"/>
              </a:rPr>
              <a:t>项目计划的技术与方法 </a:t>
            </a:r>
            <a:r>
              <a:rPr lang="en-US" altLang="zh-CN" b="1" dirty="0">
                <a:solidFill>
                  <a:schemeClr val="bg1"/>
                </a:solidFill>
                <a:latin typeface="+mj-ea"/>
                <a:ea typeface="微软雅黑" panose="020B0503020204020204" charset="-122"/>
                <a:cs typeface="思源黑体 CN Normal" panose="020B0400000000000000" charset="-122"/>
                <a:sym typeface="+mn-ea"/>
              </a:rPr>
              <a:t>(</a:t>
            </a:r>
            <a:r>
              <a:rPr lang="zh-CN" altLang="en-US" b="1" dirty="0">
                <a:solidFill>
                  <a:schemeClr val="bg1"/>
                </a:solidFill>
                <a:latin typeface="+mj-ea"/>
                <a:ea typeface="微软雅黑" panose="020B0503020204020204" charset="-122"/>
                <a:cs typeface="思源黑体 CN Normal" panose="020B0400000000000000" charset="-122"/>
                <a:sym typeface="+mn-ea"/>
              </a:rPr>
              <a:t>续）</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32" name="Text 3">
            <a:extLst>
              <a:ext uri="{FF2B5EF4-FFF2-40B4-BE49-F238E27FC236}">
                <a16:creationId xmlns:a16="http://schemas.microsoft.com/office/drawing/2014/main" id="{E40359F6-6F9E-91D0-691E-17B014AE04FB}"/>
              </a:ext>
            </a:extLst>
          </p:cNvPr>
          <p:cNvSpPr/>
          <p:nvPr/>
        </p:nvSpPr>
        <p:spPr>
          <a:xfrm>
            <a:off x="931962" y="1838506"/>
            <a:ext cx="1384995"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anose="020B0502040504020204" pitchFamily="34" charset="0"/>
              </a:rPr>
              <a:t>计划编制的迭代性</a:t>
            </a:r>
            <a:endParaRPr lang="en-US" sz="135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2" name="Text 33"/>
          <p:cNvSpPr/>
          <p:nvPr/>
        </p:nvSpPr>
        <p:spPr>
          <a:xfrm>
            <a:off x="4398873" y="1838506"/>
            <a:ext cx="1038746"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anose="020B0502040504020204" pitchFamily="34" charset="0"/>
              </a:rPr>
              <a:t>计划相关技术</a:t>
            </a:r>
            <a:endParaRPr lang="en-US" sz="1350" dirty="0">
              <a:latin typeface="微软雅黑" panose="020B0503020204020204" pitchFamily="34" charset="-122"/>
              <a:ea typeface="微软雅黑" panose="020B0503020204020204" pitchFamily="34" charset="-122"/>
              <a:cs typeface="Noto Sans" panose="020B0502040504020204" pitchFamily="34" charset="0"/>
            </a:endParaRPr>
          </a:p>
        </p:txBody>
      </p:sp>
      <p:pic>
        <p:nvPicPr>
          <p:cNvPr id="6" name="Image 4" descr="preencoded.png"/>
          <p:cNvPicPr>
            <a:picLocks noChangeAspect="1"/>
          </p:cNvPicPr>
          <p:nvPr/>
        </p:nvPicPr>
        <p:blipFill>
          <a:blip r:embed="rId9"/>
          <a:stretch>
            <a:fillRect/>
          </a:stretch>
        </p:blipFill>
        <p:spPr>
          <a:xfrm>
            <a:off x="4398873" y="2254208"/>
            <a:ext cx="142875" cy="142875"/>
          </a:xfrm>
          <a:prstGeom prst="rect">
            <a:avLst/>
          </a:prstGeom>
        </p:spPr>
      </p:pic>
      <p:sp>
        <p:nvSpPr>
          <p:cNvPr id="9" name="Text 34"/>
          <p:cNvSpPr/>
          <p:nvPr/>
        </p:nvSpPr>
        <p:spPr>
          <a:xfrm>
            <a:off x="4648904" y="2239563"/>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估算</a:t>
            </a:r>
            <a:r>
              <a:rPr lang="en-US" sz="1200" dirty="0">
                <a:latin typeface="微软雅黑" panose="020B0503020204020204" pitchFamily="34" charset="-122"/>
                <a:ea typeface="微软雅黑" panose="020B0503020204020204" pitchFamily="34" charset="-122"/>
                <a:cs typeface="Noto Sans" panose="020B0502040504020204" pitchFamily="34" charset="0"/>
              </a:rPr>
              <a:t>技术</a:t>
            </a:r>
          </a:p>
        </p:txBody>
      </p:sp>
      <p:sp>
        <p:nvSpPr>
          <p:cNvPr id="10" name="Text 35"/>
          <p:cNvSpPr/>
          <p:nvPr/>
        </p:nvSpPr>
        <p:spPr>
          <a:xfrm>
            <a:off x="5263406" y="2239563"/>
            <a:ext cx="3539430" cy="184666"/>
          </a:xfrm>
          <a:prstGeom prst="rect">
            <a:avLst/>
          </a:prstGeom>
          <a:noFill/>
          <a:ln/>
        </p:spPr>
        <p:txBody>
          <a:bodyPr wrap="none" lIns="0" tIns="0" rIns="0" bIns="0" rtlCol="0" anchor="ctr">
            <a:spAutoFit/>
          </a:bodyPr>
          <a:lstStyle/>
          <a:p>
            <a:r>
              <a:rPr lang="en-US" sz="1200" dirty="0">
                <a:latin typeface="微软雅黑" panose="020B0503020204020204" pitchFamily="34" charset="-122"/>
                <a:ea typeface="微软雅黑" panose="020B0503020204020204" pitchFamily="34" charset="-122"/>
                <a:cs typeface="Noto Sans" panose="020B0502040504020204" pitchFamily="34" charset="0"/>
              </a:rPr>
              <a:t>：</a:t>
            </a:r>
            <a:r>
              <a:rPr lang="en-US" sz="1200" dirty="0" err="1">
                <a:latin typeface="微软雅黑" panose="020B0503020204020204" pitchFamily="34" charset="-122"/>
                <a:ea typeface="微软雅黑" panose="020B0503020204020204" pitchFamily="34" charset="-122"/>
                <a:cs typeface="Noto Sans" panose="020B0502040504020204" pitchFamily="34" charset="0"/>
              </a:rPr>
              <a:t>类比估算、参数估算、三点估算、自下而上</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估算</a:t>
            </a:r>
            <a:r>
              <a:rPr lang="en-US" altLang="zh-CN" sz="1200" dirty="0">
                <a:latin typeface="微软雅黑" panose="020B0503020204020204" pitchFamily="34" charset="-122"/>
                <a:ea typeface="微软雅黑" panose="020B0503020204020204" pitchFamily="34" charset="-122"/>
                <a:cs typeface="Noto Sans"/>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pic>
        <p:nvPicPr>
          <p:cNvPr id="11" name="Image 5" descr="preencoded.png"/>
          <p:cNvPicPr>
            <a:picLocks noChangeAspect="1"/>
          </p:cNvPicPr>
          <p:nvPr/>
        </p:nvPicPr>
        <p:blipFill>
          <a:blip r:embed="rId9"/>
          <a:stretch>
            <a:fillRect/>
          </a:stretch>
        </p:blipFill>
        <p:spPr>
          <a:xfrm>
            <a:off x="4418112" y="2643667"/>
            <a:ext cx="142875" cy="142875"/>
          </a:xfrm>
          <a:prstGeom prst="rect">
            <a:avLst/>
          </a:prstGeom>
        </p:spPr>
      </p:pic>
      <p:sp>
        <p:nvSpPr>
          <p:cNvPr id="12" name="Text 37"/>
          <p:cNvSpPr/>
          <p:nvPr/>
        </p:nvSpPr>
        <p:spPr>
          <a:xfrm>
            <a:off x="4668143" y="2629022"/>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进度</a:t>
            </a:r>
            <a:r>
              <a:rPr lang="en-US" sz="1200" dirty="0">
                <a:latin typeface="微软雅黑" panose="020B0503020204020204" pitchFamily="34" charset="-122"/>
                <a:ea typeface="微软雅黑" panose="020B0503020204020204" pitchFamily="34" charset="-122"/>
                <a:cs typeface="Noto Sans" panose="020B0502040504020204" pitchFamily="34" charset="0"/>
              </a:rPr>
              <a:t>技术</a:t>
            </a:r>
          </a:p>
        </p:txBody>
      </p:sp>
      <p:sp>
        <p:nvSpPr>
          <p:cNvPr id="13" name="Text 38"/>
          <p:cNvSpPr/>
          <p:nvPr/>
        </p:nvSpPr>
        <p:spPr>
          <a:xfrm>
            <a:off x="5282645" y="2629022"/>
            <a:ext cx="3385542" cy="184666"/>
          </a:xfrm>
          <a:prstGeom prst="rect">
            <a:avLst/>
          </a:prstGeom>
          <a:noFill/>
          <a:ln/>
        </p:spPr>
        <p:txBody>
          <a:bodyPr wrap="none" lIns="0" tIns="0" rIns="0" bIns="0" rtlCol="0" anchor="ctr">
            <a:spAutoFit/>
          </a:bodyPr>
          <a:lstStyle/>
          <a:p>
            <a:r>
              <a:rPr lang="en-US" sz="1200" dirty="0">
                <a:latin typeface="微软雅黑" panose="020B0503020204020204" pitchFamily="34" charset="-122"/>
                <a:ea typeface="微软雅黑" panose="020B0503020204020204" pitchFamily="34" charset="-122"/>
                <a:cs typeface="Noto Sans" panose="020B0502040504020204" pitchFamily="34" charset="0"/>
              </a:rPr>
              <a:t>：</a:t>
            </a:r>
            <a:r>
              <a:rPr lang="en-US" sz="1200" dirty="0" err="1">
                <a:latin typeface="微软雅黑" panose="020B0503020204020204" pitchFamily="34" charset="-122"/>
                <a:ea typeface="微软雅黑" panose="020B0503020204020204" pitchFamily="34" charset="-122"/>
                <a:cs typeface="Noto Sans" panose="020B0502040504020204" pitchFamily="34" charset="0"/>
              </a:rPr>
              <a:t>关键路径法、关键链法、资源平衡、进度压</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缩</a:t>
            </a:r>
            <a:r>
              <a:rPr lang="en-US" altLang="zh-CN" sz="1200" dirty="0">
                <a:latin typeface="微软雅黑" panose="020B0503020204020204" pitchFamily="34" charset="-122"/>
                <a:ea typeface="微软雅黑" panose="020B0503020204020204" pitchFamily="34" charset="-122"/>
                <a:cs typeface="Noto Sans"/>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pic>
        <p:nvPicPr>
          <p:cNvPr id="14" name="Image 6" descr="preencoded.png"/>
          <p:cNvPicPr>
            <a:picLocks noChangeAspect="1"/>
          </p:cNvPicPr>
          <p:nvPr/>
        </p:nvPicPr>
        <p:blipFill>
          <a:blip r:embed="rId9"/>
          <a:stretch>
            <a:fillRect/>
          </a:stretch>
        </p:blipFill>
        <p:spPr>
          <a:xfrm>
            <a:off x="4418112" y="3026045"/>
            <a:ext cx="142875" cy="142875"/>
          </a:xfrm>
          <a:prstGeom prst="rect">
            <a:avLst/>
          </a:prstGeom>
        </p:spPr>
      </p:pic>
      <p:sp>
        <p:nvSpPr>
          <p:cNvPr id="15" name="Text 40"/>
          <p:cNvSpPr/>
          <p:nvPr/>
        </p:nvSpPr>
        <p:spPr>
          <a:xfrm>
            <a:off x="4668143" y="3011400"/>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风险</a:t>
            </a:r>
            <a:r>
              <a:rPr lang="en-US" sz="1200" dirty="0">
                <a:latin typeface="微软雅黑" panose="020B0503020204020204" pitchFamily="34" charset="-122"/>
                <a:ea typeface="微软雅黑" panose="020B0503020204020204" pitchFamily="34" charset="-122"/>
                <a:cs typeface="Noto Sans" panose="020B0502040504020204" pitchFamily="34" charset="0"/>
              </a:rPr>
              <a:t>技术</a:t>
            </a:r>
          </a:p>
        </p:txBody>
      </p:sp>
      <p:sp>
        <p:nvSpPr>
          <p:cNvPr id="16" name="Text 41"/>
          <p:cNvSpPr/>
          <p:nvPr/>
        </p:nvSpPr>
        <p:spPr>
          <a:xfrm>
            <a:off x="5282645" y="3008148"/>
            <a:ext cx="3539430" cy="184666"/>
          </a:xfrm>
          <a:prstGeom prst="rect">
            <a:avLst/>
          </a:prstGeom>
          <a:noFill/>
          <a:ln/>
        </p:spPr>
        <p:txBody>
          <a:bodyPr wrap="none" lIns="0" tIns="0" rIns="0" bIns="0" rtlCol="0" anchor="ctr">
            <a:spAutoFit/>
          </a:bodyPr>
          <a:lstStyle/>
          <a:p>
            <a:r>
              <a:rPr lang="en-US" sz="1200" dirty="0">
                <a:latin typeface="微软雅黑" panose="020B0503020204020204" pitchFamily="34" charset="-122"/>
                <a:ea typeface="微软雅黑" panose="020B0503020204020204" pitchFamily="34" charset="-122"/>
                <a:cs typeface="Noto Sans" panose="020B0502040504020204" pitchFamily="34" charset="0"/>
              </a:rPr>
              <a:t>：</a:t>
            </a:r>
            <a:r>
              <a:rPr lang="en-US" sz="1200" dirty="0" err="1">
                <a:latin typeface="微软雅黑" panose="020B0503020204020204" pitchFamily="34" charset="-122"/>
                <a:ea typeface="微软雅黑" panose="020B0503020204020204" pitchFamily="34" charset="-122"/>
                <a:cs typeface="Noto Sans" panose="020B0502040504020204" pitchFamily="34" charset="0"/>
              </a:rPr>
              <a:t>风险识别、定性分析、定量分析、风险应对</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计划</a:t>
            </a:r>
            <a:r>
              <a:rPr lang="en-US" altLang="zh-CN" sz="1200" dirty="0">
                <a:latin typeface="微软雅黑" panose="020B0503020204020204" pitchFamily="34" charset="-122"/>
                <a:ea typeface="微软雅黑" panose="020B0503020204020204" pitchFamily="34" charset="-122"/>
                <a:cs typeface="Noto Sans"/>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pic>
        <p:nvPicPr>
          <p:cNvPr id="17" name="Image 7" descr="preencoded.png"/>
          <p:cNvPicPr>
            <a:picLocks noChangeAspect="1"/>
          </p:cNvPicPr>
          <p:nvPr/>
        </p:nvPicPr>
        <p:blipFill>
          <a:blip r:embed="rId9"/>
          <a:stretch>
            <a:fillRect/>
          </a:stretch>
        </p:blipFill>
        <p:spPr>
          <a:xfrm>
            <a:off x="4418112" y="3448940"/>
            <a:ext cx="142875" cy="142875"/>
          </a:xfrm>
          <a:prstGeom prst="rect">
            <a:avLst/>
          </a:prstGeom>
        </p:spPr>
      </p:pic>
      <p:sp>
        <p:nvSpPr>
          <p:cNvPr id="18" name="Text 43"/>
          <p:cNvSpPr/>
          <p:nvPr/>
        </p:nvSpPr>
        <p:spPr>
          <a:xfrm>
            <a:off x="4668143" y="3434295"/>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决策</a:t>
            </a:r>
            <a:r>
              <a:rPr lang="en-US" sz="1200" dirty="0">
                <a:latin typeface="微软雅黑" panose="020B0503020204020204" pitchFamily="34" charset="-122"/>
                <a:ea typeface="微软雅黑" panose="020B0503020204020204" pitchFamily="34" charset="-122"/>
                <a:cs typeface="Noto Sans" panose="020B0502040504020204" pitchFamily="34" charset="0"/>
              </a:rPr>
              <a:t>技术</a:t>
            </a:r>
          </a:p>
        </p:txBody>
      </p:sp>
      <p:sp>
        <p:nvSpPr>
          <p:cNvPr id="19" name="Text 44"/>
          <p:cNvSpPr/>
          <p:nvPr/>
        </p:nvSpPr>
        <p:spPr>
          <a:xfrm>
            <a:off x="5282645" y="3426504"/>
            <a:ext cx="3385542" cy="184666"/>
          </a:xfrm>
          <a:prstGeom prst="rect">
            <a:avLst/>
          </a:prstGeom>
          <a:noFill/>
          <a:ln/>
        </p:spPr>
        <p:txBody>
          <a:bodyPr wrap="none" lIns="0" tIns="0" rIns="0" bIns="0" rtlCol="0" anchor="ctr">
            <a:spAutoFit/>
          </a:bodyPr>
          <a:lstStyle/>
          <a:p>
            <a:r>
              <a:rPr lang="en-US" sz="1200" dirty="0">
                <a:latin typeface="微软雅黑" panose="020B0503020204020204" pitchFamily="34" charset="-122"/>
                <a:ea typeface="微软雅黑" panose="020B0503020204020204" pitchFamily="34" charset="-122"/>
                <a:cs typeface="Noto Sans" panose="020B0502040504020204" pitchFamily="34" charset="0"/>
              </a:rPr>
              <a:t>：</a:t>
            </a:r>
            <a:r>
              <a:rPr lang="en-US" sz="1200" dirty="0" err="1">
                <a:latin typeface="微软雅黑" panose="020B0503020204020204" pitchFamily="34" charset="-122"/>
                <a:ea typeface="微软雅黑" panose="020B0503020204020204" pitchFamily="34" charset="-122"/>
                <a:cs typeface="Noto Sans" panose="020B0502040504020204" pitchFamily="34" charset="0"/>
              </a:rPr>
              <a:t>多标准决策分析、投票、德尔菲法、专家判</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断</a:t>
            </a:r>
            <a:r>
              <a:rPr lang="en-US" altLang="zh-CN" sz="1200" dirty="0">
                <a:latin typeface="微软雅黑" panose="020B0503020204020204" pitchFamily="34" charset="-122"/>
                <a:ea typeface="微软雅黑" panose="020B0503020204020204" pitchFamily="34" charset="-122"/>
                <a:cs typeface="Noto Sans"/>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20" name="文本框 17">
            <a:extLst>
              <a:ext uri="{FF2B5EF4-FFF2-40B4-BE49-F238E27FC236}">
                <a16:creationId xmlns:a16="http://schemas.microsoft.com/office/drawing/2014/main" id="{E4F6391D-649F-A68B-39F2-8B665A81926B}"/>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sp>
        <p:nvSpPr>
          <p:cNvPr id="3" name="Text 6">
            <a:extLst>
              <a:ext uri="{FF2B5EF4-FFF2-40B4-BE49-F238E27FC236}">
                <a16:creationId xmlns:a16="http://schemas.microsoft.com/office/drawing/2014/main" id="{D0EDECC7-BB3F-0862-917B-978A088F7B50}"/>
              </a:ext>
            </a:extLst>
          </p:cNvPr>
          <p:cNvSpPr/>
          <p:nvPr/>
        </p:nvSpPr>
        <p:spPr>
          <a:xfrm>
            <a:off x="931962" y="2174270"/>
            <a:ext cx="3033762" cy="1352358"/>
          </a:xfrm>
          <a:prstGeom prst="rect">
            <a:avLst/>
          </a:prstGeom>
          <a:noFill/>
          <a:ln/>
        </p:spPr>
        <p:txBody>
          <a:bodyPr wrap="square" lIns="0" tIns="0" rIns="0" bIns="0" rtlCol="0" anchor="ctr">
            <a:spAutoFit/>
          </a:bodyPr>
          <a:lstStyle/>
          <a:p>
            <a:pPr marL="171450" indent="-171450">
              <a:lnSpc>
                <a:spcPct val="150000"/>
              </a:lnSpc>
              <a:buFont typeface="Arial" panose="020B0604020202020204" pitchFamily="34" charset="0"/>
              <a:buChar char="•"/>
            </a:pP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由于计划是个</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多步骤</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的过程，涉及众多的</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计划内容</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a:t>
            </a:r>
            <a:endParaRPr lang="en-US" altLang="zh-CN" sz="1200" dirty="0">
              <a:latin typeface="微软雅黑" panose="020B0503020204020204" pitchFamily="34" charset="-122"/>
              <a:ea typeface="微软雅黑" panose="020B0503020204020204" pitchFamily="34" charset="-122"/>
              <a:cs typeface="Noto Sans" panose="020B0502040504020204" pitchFamily="34" charset="0"/>
            </a:endParaRPr>
          </a:p>
          <a:p>
            <a:pPr marL="171450" indent="-171450">
              <a:lnSpc>
                <a:spcPct val="150000"/>
              </a:lnSpc>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cs typeface="Noto Sans" panose="020B0502040504020204" pitchFamily="34" charset="0"/>
            </a:endParaRPr>
          </a:p>
          <a:p>
            <a:pPr marL="171450" indent="-171450">
              <a:lnSpc>
                <a:spcPct val="150000"/>
              </a:lnSpc>
              <a:buFont typeface="Arial" panose="020B0604020202020204" pitchFamily="34" charset="0"/>
              <a:buChar char="•"/>
            </a:pP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相互之间可能存在</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冲突</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和</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矛盾</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，编制计划是一个</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迭代性</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的</a:t>
            </a:r>
            <a:r>
              <a:rPr lang="zh-CN" altLang="zh-CN"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过程</a:t>
            </a:r>
            <a:r>
              <a:rPr lang="zh-CN" altLang="zh-CN" sz="1200" dirty="0">
                <a:latin typeface="微软雅黑" panose="020B0503020204020204" pitchFamily="34" charset="-122"/>
                <a:ea typeface="微软雅黑" panose="020B0503020204020204" pitchFamily="34" charset="-122"/>
                <a:cs typeface="Noto Sans" panose="020B0502040504020204" pitchFamily="34" charset="0"/>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spTree>
    <p:custDataLst>
      <p:tags r:id="rId1"/>
    </p:custDataLst>
    <p:extLst>
      <p:ext uri="{BB962C8B-B14F-4D97-AF65-F5344CB8AC3E}">
        <p14:creationId xmlns:p14="http://schemas.microsoft.com/office/powerpoint/2010/main" val="2796874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CA513-5B9B-81BD-19A5-7D426EC181BF}"/>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F7A7F979-0680-DA37-5BBC-A4CD96CB958C}"/>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05E2D7B7-CE7F-6411-FB1D-C9DDFD15F99D}"/>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34033030-BC0D-A883-482B-47565D0A2F57}"/>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0F11057F-609E-20A6-F5C2-B2811D8C67B9}"/>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061B4D1D-FB77-938A-6F17-141745202599}"/>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C4F00D8E-8D42-B096-202E-29233C86B825}"/>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cs typeface="微软雅黑" panose="020B0503020204020204" charset="-122"/>
                <a:sym typeface="+mn-ea"/>
              </a:rPr>
              <a:t>项目计划的技术与方法 </a:t>
            </a:r>
            <a:r>
              <a:rPr lang="en-US" altLang="zh-CN" b="1" dirty="0">
                <a:solidFill>
                  <a:schemeClr val="bg1"/>
                </a:solidFill>
                <a:latin typeface="+mj-ea"/>
                <a:ea typeface="微软雅黑" panose="020B0503020204020204" charset="-122"/>
                <a:cs typeface="思源黑体 CN Normal" panose="020B0400000000000000" charset="-122"/>
                <a:sym typeface="+mn-ea"/>
              </a:rPr>
              <a:t>(</a:t>
            </a:r>
            <a:r>
              <a:rPr lang="zh-CN" altLang="en-US" b="1" dirty="0">
                <a:solidFill>
                  <a:schemeClr val="bg1"/>
                </a:solidFill>
                <a:latin typeface="+mj-ea"/>
                <a:ea typeface="微软雅黑" panose="020B0503020204020204" charset="-122"/>
                <a:cs typeface="思源黑体 CN Normal" panose="020B0400000000000000" charset="-122"/>
                <a:sym typeface="+mn-ea"/>
              </a:rPr>
              <a:t>续）</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2" name="Text 33">
            <a:extLst>
              <a:ext uri="{FF2B5EF4-FFF2-40B4-BE49-F238E27FC236}">
                <a16:creationId xmlns:a16="http://schemas.microsoft.com/office/drawing/2014/main" id="{0A74B2DF-6941-0A79-63BB-3E3A0BCD3E79}"/>
              </a:ext>
            </a:extLst>
          </p:cNvPr>
          <p:cNvSpPr/>
          <p:nvPr/>
        </p:nvSpPr>
        <p:spPr>
          <a:xfrm>
            <a:off x="2527740" y="1938630"/>
            <a:ext cx="1038746"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anose="020B0502040504020204" pitchFamily="34" charset="0"/>
              </a:rPr>
              <a:t>计划相关技术</a:t>
            </a:r>
            <a:endParaRPr lang="en-US" sz="1350" dirty="0">
              <a:latin typeface="微软雅黑" panose="020B0503020204020204" pitchFamily="34" charset="-122"/>
              <a:ea typeface="微软雅黑" panose="020B0503020204020204" pitchFamily="34" charset="-122"/>
              <a:cs typeface="Noto Sans" panose="020B0502040504020204" pitchFamily="34" charset="0"/>
            </a:endParaRPr>
          </a:p>
        </p:txBody>
      </p:sp>
      <p:pic>
        <p:nvPicPr>
          <p:cNvPr id="6" name="Image 4" descr="preencoded.png">
            <a:extLst>
              <a:ext uri="{FF2B5EF4-FFF2-40B4-BE49-F238E27FC236}">
                <a16:creationId xmlns:a16="http://schemas.microsoft.com/office/drawing/2014/main" id="{A106A675-7DDA-FAE7-899B-72102B0564BC}"/>
              </a:ext>
            </a:extLst>
          </p:cNvPr>
          <p:cNvPicPr>
            <a:picLocks noChangeAspect="1"/>
          </p:cNvPicPr>
          <p:nvPr/>
        </p:nvPicPr>
        <p:blipFill>
          <a:blip r:embed="rId9"/>
          <a:stretch>
            <a:fillRect/>
          </a:stretch>
        </p:blipFill>
        <p:spPr>
          <a:xfrm>
            <a:off x="2527740" y="2354332"/>
            <a:ext cx="142875" cy="142875"/>
          </a:xfrm>
          <a:prstGeom prst="rect">
            <a:avLst/>
          </a:prstGeom>
        </p:spPr>
      </p:pic>
      <p:sp>
        <p:nvSpPr>
          <p:cNvPr id="9" name="Text 34">
            <a:extLst>
              <a:ext uri="{FF2B5EF4-FFF2-40B4-BE49-F238E27FC236}">
                <a16:creationId xmlns:a16="http://schemas.microsoft.com/office/drawing/2014/main" id="{96D6D6A8-F281-C858-EB10-0409A21F3DE4}"/>
              </a:ext>
            </a:extLst>
          </p:cNvPr>
          <p:cNvSpPr/>
          <p:nvPr/>
        </p:nvSpPr>
        <p:spPr>
          <a:xfrm>
            <a:off x="2777771" y="2339687"/>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估算</a:t>
            </a:r>
            <a:r>
              <a:rPr lang="en-US" sz="1200" dirty="0">
                <a:latin typeface="微软雅黑" panose="020B0503020204020204" pitchFamily="34" charset="-122"/>
                <a:ea typeface="微软雅黑" panose="020B0503020204020204" pitchFamily="34" charset="-122"/>
                <a:cs typeface="Noto Sans" panose="020B0502040504020204" pitchFamily="34" charset="0"/>
              </a:rPr>
              <a:t>技术</a:t>
            </a:r>
          </a:p>
        </p:txBody>
      </p:sp>
      <p:sp>
        <p:nvSpPr>
          <p:cNvPr id="10" name="Text 35">
            <a:extLst>
              <a:ext uri="{FF2B5EF4-FFF2-40B4-BE49-F238E27FC236}">
                <a16:creationId xmlns:a16="http://schemas.microsoft.com/office/drawing/2014/main" id="{C68DD6B7-397A-8569-0870-F6D9866B3DF5}"/>
              </a:ext>
            </a:extLst>
          </p:cNvPr>
          <p:cNvSpPr/>
          <p:nvPr/>
        </p:nvSpPr>
        <p:spPr>
          <a:xfrm>
            <a:off x="3392273" y="2339687"/>
            <a:ext cx="3539430" cy="184666"/>
          </a:xfrm>
          <a:prstGeom prst="rect">
            <a:avLst/>
          </a:prstGeom>
          <a:noFill/>
          <a:ln/>
        </p:spPr>
        <p:txBody>
          <a:bodyPr wrap="none" lIns="0" tIns="0" rIns="0" bIns="0" rtlCol="0" anchor="ctr">
            <a:spAutoFit/>
          </a:bodyPr>
          <a:lstStyle/>
          <a:p>
            <a:r>
              <a:rPr lang="en-US" sz="1200" dirty="0">
                <a:latin typeface="微软雅黑" panose="020B0503020204020204" pitchFamily="34" charset="-122"/>
                <a:ea typeface="微软雅黑" panose="020B0503020204020204" pitchFamily="34" charset="-122"/>
                <a:cs typeface="Noto Sans" panose="020B0502040504020204" pitchFamily="34" charset="0"/>
              </a:rPr>
              <a:t>：</a:t>
            </a:r>
            <a:r>
              <a:rPr lang="en-US" sz="1200" dirty="0" err="1">
                <a:latin typeface="微软雅黑" panose="020B0503020204020204" pitchFamily="34" charset="-122"/>
                <a:ea typeface="微软雅黑" panose="020B0503020204020204" pitchFamily="34" charset="-122"/>
                <a:cs typeface="Noto Sans" panose="020B0502040504020204" pitchFamily="34" charset="0"/>
              </a:rPr>
              <a:t>类比估算、参数估算、三点估算、自下而上</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估算</a:t>
            </a:r>
            <a:r>
              <a:rPr lang="en-US" altLang="zh-CN" sz="1200" dirty="0">
                <a:latin typeface="微软雅黑" panose="020B0503020204020204" pitchFamily="34" charset="-122"/>
                <a:ea typeface="微软雅黑" panose="020B0503020204020204" pitchFamily="34" charset="-122"/>
                <a:cs typeface="Noto Sans"/>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pic>
        <p:nvPicPr>
          <p:cNvPr id="11" name="Image 5" descr="preencoded.png">
            <a:extLst>
              <a:ext uri="{FF2B5EF4-FFF2-40B4-BE49-F238E27FC236}">
                <a16:creationId xmlns:a16="http://schemas.microsoft.com/office/drawing/2014/main" id="{8A545D83-C070-5DD9-4728-F202A6865F43}"/>
              </a:ext>
            </a:extLst>
          </p:cNvPr>
          <p:cNvPicPr>
            <a:picLocks noChangeAspect="1"/>
          </p:cNvPicPr>
          <p:nvPr/>
        </p:nvPicPr>
        <p:blipFill>
          <a:blip r:embed="rId9"/>
          <a:stretch>
            <a:fillRect/>
          </a:stretch>
        </p:blipFill>
        <p:spPr>
          <a:xfrm>
            <a:off x="2546979" y="2743791"/>
            <a:ext cx="142875" cy="142875"/>
          </a:xfrm>
          <a:prstGeom prst="rect">
            <a:avLst/>
          </a:prstGeom>
        </p:spPr>
      </p:pic>
      <p:sp>
        <p:nvSpPr>
          <p:cNvPr id="12" name="Text 37">
            <a:extLst>
              <a:ext uri="{FF2B5EF4-FFF2-40B4-BE49-F238E27FC236}">
                <a16:creationId xmlns:a16="http://schemas.microsoft.com/office/drawing/2014/main" id="{56903F74-0297-DADA-77C0-5E69834A2F26}"/>
              </a:ext>
            </a:extLst>
          </p:cNvPr>
          <p:cNvSpPr/>
          <p:nvPr/>
        </p:nvSpPr>
        <p:spPr>
          <a:xfrm>
            <a:off x="2797010" y="2729146"/>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进度</a:t>
            </a:r>
            <a:r>
              <a:rPr lang="en-US" sz="1200" dirty="0">
                <a:latin typeface="微软雅黑" panose="020B0503020204020204" pitchFamily="34" charset="-122"/>
                <a:ea typeface="微软雅黑" panose="020B0503020204020204" pitchFamily="34" charset="-122"/>
                <a:cs typeface="Noto Sans" panose="020B0502040504020204" pitchFamily="34" charset="0"/>
              </a:rPr>
              <a:t>技术</a:t>
            </a:r>
          </a:p>
        </p:txBody>
      </p:sp>
      <p:sp>
        <p:nvSpPr>
          <p:cNvPr id="13" name="Text 38">
            <a:extLst>
              <a:ext uri="{FF2B5EF4-FFF2-40B4-BE49-F238E27FC236}">
                <a16:creationId xmlns:a16="http://schemas.microsoft.com/office/drawing/2014/main" id="{B00E774B-5116-2A48-D92F-BFCFA443AF8E}"/>
              </a:ext>
            </a:extLst>
          </p:cNvPr>
          <p:cNvSpPr/>
          <p:nvPr/>
        </p:nvSpPr>
        <p:spPr>
          <a:xfrm>
            <a:off x="3411512" y="2729146"/>
            <a:ext cx="3385542" cy="184666"/>
          </a:xfrm>
          <a:prstGeom prst="rect">
            <a:avLst/>
          </a:prstGeom>
          <a:noFill/>
          <a:ln/>
        </p:spPr>
        <p:txBody>
          <a:bodyPr wrap="none" lIns="0" tIns="0" rIns="0" bIns="0" rtlCol="0" anchor="ctr">
            <a:spAutoFit/>
          </a:bodyPr>
          <a:lstStyle/>
          <a:p>
            <a:r>
              <a:rPr lang="en-US" sz="1200" dirty="0">
                <a:latin typeface="微软雅黑" panose="020B0503020204020204" pitchFamily="34" charset="-122"/>
                <a:ea typeface="微软雅黑" panose="020B0503020204020204" pitchFamily="34" charset="-122"/>
                <a:cs typeface="Noto Sans" panose="020B0502040504020204" pitchFamily="34" charset="0"/>
              </a:rPr>
              <a:t>：</a:t>
            </a:r>
            <a:r>
              <a:rPr lang="en-US" sz="1200" dirty="0" err="1">
                <a:latin typeface="微软雅黑" panose="020B0503020204020204" pitchFamily="34" charset="-122"/>
                <a:ea typeface="微软雅黑" panose="020B0503020204020204" pitchFamily="34" charset="-122"/>
                <a:cs typeface="Noto Sans" panose="020B0502040504020204" pitchFamily="34" charset="0"/>
              </a:rPr>
              <a:t>关键路径法、关键链法、资源平衡、进度压</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缩</a:t>
            </a:r>
            <a:r>
              <a:rPr lang="en-US" altLang="zh-CN" sz="1200" dirty="0">
                <a:latin typeface="微软雅黑" panose="020B0503020204020204" pitchFamily="34" charset="-122"/>
                <a:ea typeface="微软雅黑" panose="020B0503020204020204" pitchFamily="34" charset="-122"/>
                <a:cs typeface="Noto Sans"/>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pic>
        <p:nvPicPr>
          <p:cNvPr id="14" name="Image 6" descr="preencoded.png">
            <a:extLst>
              <a:ext uri="{FF2B5EF4-FFF2-40B4-BE49-F238E27FC236}">
                <a16:creationId xmlns:a16="http://schemas.microsoft.com/office/drawing/2014/main" id="{95A0C43B-D186-FF50-E4E9-CBB7D89A2D4B}"/>
              </a:ext>
            </a:extLst>
          </p:cNvPr>
          <p:cNvPicPr>
            <a:picLocks noChangeAspect="1"/>
          </p:cNvPicPr>
          <p:nvPr/>
        </p:nvPicPr>
        <p:blipFill>
          <a:blip r:embed="rId9"/>
          <a:stretch>
            <a:fillRect/>
          </a:stretch>
        </p:blipFill>
        <p:spPr>
          <a:xfrm>
            <a:off x="2546979" y="3126169"/>
            <a:ext cx="142875" cy="142875"/>
          </a:xfrm>
          <a:prstGeom prst="rect">
            <a:avLst/>
          </a:prstGeom>
        </p:spPr>
      </p:pic>
      <p:sp>
        <p:nvSpPr>
          <p:cNvPr id="15" name="Text 40">
            <a:extLst>
              <a:ext uri="{FF2B5EF4-FFF2-40B4-BE49-F238E27FC236}">
                <a16:creationId xmlns:a16="http://schemas.microsoft.com/office/drawing/2014/main" id="{E1551590-A3A9-CBF9-D8C3-BD29E13EA838}"/>
              </a:ext>
            </a:extLst>
          </p:cNvPr>
          <p:cNvSpPr/>
          <p:nvPr/>
        </p:nvSpPr>
        <p:spPr>
          <a:xfrm>
            <a:off x="2797010" y="3111524"/>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风险</a:t>
            </a:r>
            <a:r>
              <a:rPr lang="en-US" sz="1200" dirty="0">
                <a:latin typeface="微软雅黑" panose="020B0503020204020204" pitchFamily="34" charset="-122"/>
                <a:ea typeface="微软雅黑" panose="020B0503020204020204" pitchFamily="34" charset="-122"/>
                <a:cs typeface="Noto Sans" panose="020B0502040504020204" pitchFamily="34" charset="0"/>
              </a:rPr>
              <a:t>技术</a:t>
            </a:r>
          </a:p>
        </p:txBody>
      </p:sp>
      <p:sp>
        <p:nvSpPr>
          <p:cNvPr id="16" name="Text 41">
            <a:extLst>
              <a:ext uri="{FF2B5EF4-FFF2-40B4-BE49-F238E27FC236}">
                <a16:creationId xmlns:a16="http://schemas.microsoft.com/office/drawing/2014/main" id="{3FC699CC-F9E7-2DFC-F440-71AA787B9D3D}"/>
              </a:ext>
            </a:extLst>
          </p:cNvPr>
          <p:cNvSpPr/>
          <p:nvPr/>
        </p:nvSpPr>
        <p:spPr>
          <a:xfrm>
            <a:off x="3411512" y="3108272"/>
            <a:ext cx="3539430" cy="184666"/>
          </a:xfrm>
          <a:prstGeom prst="rect">
            <a:avLst/>
          </a:prstGeom>
          <a:noFill/>
          <a:ln/>
        </p:spPr>
        <p:txBody>
          <a:bodyPr wrap="none" lIns="0" tIns="0" rIns="0" bIns="0" rtlCol="0" anchor="ctr">
            <a:spAutoFit/>
          </a:bodyPr>
          <a:lstStyle/>
          <a:p>
            <a:r>
              <a:rPr lang="en-US" sz="1200" dirty="0">
                <a:latin typeface="微软雅黑" panose="020B0503020204020204" pitchFamily="34" charset="-122"/>
                <a:ea typeface="微软雅黑" panose="020B0503020204020204" pitchFamily="34" charset="-122"/>
                <a:cs typeface="Noto Sans" panose="020B0502040504020204" pitchFamily="34" charset="0"/>
              </a:rPr>
              <a:t>：</a:t>
            </a:r>
            <a:r>
              <a:rPr lang="en-US" sz="1200" dirty="0" err="1">
                <a:latin typeface="微软雅黑" panose="020B0503020204020204" pitchFamily="34" charset="-122"/>
                <a:ea typeface="微软雅黑" panose="020B0503020204020204" pitchFamily="34" charset="-122"/>
                <a:cs typeface="Noto Sans" panose="020B0502040504020204" pitchFamily="34" charset="0"/>
              </a:rPr>
              <a:t>风险识别、定性分析、定量分析、风险应对</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计划</a:t>
            </a:r>
            <a:r>
              <a:rPr lang="en-US" altLang="zh-CN" sz="1200" dirty="0">
                <a:latin typeface="微软雅黑" panose="020B0503020204020204" pitchFamily="34" charset="-122"/>
                <a:ea typeface="微软雅黑" panose="020B0503020204020204" pitchFamily="34" charset="-122"/>
                <a:cs typeface="Noto Sans"/>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pic>
        <p:nvPicPr>
          <p:cNvPr id="17" name="Image 7" descr="preencoded.png">
            <a:extLst>
              <a:ext uri="{FF2B5EF4-FFF2-40B4-BE49-F238E27FC236}">
                <a16:creationId xmlns:a16="http://schemas.microsoft.com/office/drawing/2014/main" id="{76B36E10-83A7-321E-3772-037870B9AB22}"/>
              </a:ext>
            </a:extLst>
          </p:cNvPr>
          <p:cNvPicPr>
            <a:picLocks noChangeAspect="1"/>
          </p:cNvPicPr>
          <p:nvPr/>
        </p:nvPicPr>
        <p:blipFill>
          <a:blip r:embed="rId9"/>
          <a:stretch>
            <a:fillRect/>
          </a:stretch>
        </p:blipFill>
        <p:spPr>
          <a:xfrm>
            <a:off x="2546979" y="3549064"/>
            <a:ext cx="142875" cy="142875"/>
          </a:xfrm>
          <a:prstGeom prst="rect">
            <a:avLst/>
          </a:prstGeom>
        </p:spPr>
      </p:pic>
      <p:sp>
        <p:nvSpPr>
          <p:cNvPr id="18" name="Text 43">
            <a:extLst>
              <a:ext uri="{FF2B5EF4-FFF2-40B4-BE49-F238E27FC236}">
                <a16:creationId xmlns:a16="http://schemas.microsoft.com/office/drawing/2014/main" id="{FB79D159-2BF0-DD85-3B28-FC338A5D4396}"/>
              </a:ext>
            </a:extLst>
          </p:cNvPr>
          <p:cNvSpPr/>
          <p:nvPr/>
        </p:nvSpPr>
        <p:spPr>
          <a:xfrm>
            <a:off x="2797010" y="3534419"/>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决策</a:t>
            </a:r>
            <a:r>
              <a:rPr lang="en-US" sz="1200" dirty="0">
                <a:latin typeface="微软雅黑" panose="020B0503020204020204" pitchFamily="34" charset="-122"/>
                <a:ea typeface="微软雅黑" panose="020B0503020204020204" pitchFamily="34" charset="-122"/>
                <a:cs typeface="Noto Sans" panose="020B0502040504020204" pitchFamily="34" charset="0"/>
              </a:rPr>
              <a:t>技术</a:t>
            </a:r>
          </a:p>
        </p:txBody>
      </p:sp>
      <p:sp>
        <p:nvSpPr>
          <p:cNvPr id="19" name="Text 44">
            <a:extLst>
              <a:ext uri="{FF2B5EF4-FFF2-40B4-BE49-F238E27FC236}">
                <a16:creationId xmlns:a16="http://schemas.microsoft.com/office/drawing/2014/main" id="{6320E843-5086-CEDE-A50D-EEE2962C6E06}"/>
              </a:ext>
            </a:extLst>
          </p:cNvPr>
          <p:cNvSpPr/>
          <p:nvPr/>
        </p:nvSpPr>
        <p:spPr>
          <a:xfrm>
            <a:off x="3411512" y="3526628"/>
            <a:ext cx="3385542" cy="184666"/>
          </a:xfrm>
          <a:prstGeom prst="rect">
            <a:avLst/>
          </a:prstGeom>
          <a:noFill/>
          <a:ln/>
        </p:spPr>
        <p:txBody>
          <a:bodyPr wrap="none" lIns="0" tIns="0" rIns="0" bIns="0" rtlCol="0" anchor="ctr">
            <a:spAutoFit/>
          </a:bodyPr>
          <a:lstStyle/>
          <a:p>
            <a:r>
              <a:rPr lang="en-US" sz="1200" dirty="0">
                <a:latin typeface="微软雅黑" panose="020B0503020204020204" pitchFamily="34" charset="-122"/>
                <a:ea typeface="微软雅黑" panose="020B0503020204020204" pitchFamily="34" charset="-122"/>
                <a:cs typeface="Noto Sans" panose="020B0502040504020204" pitchFamily="34" charset="0"/>
              </a:rPr>
              <a:t>：</a:t>
            </a:r>
            <a:r>
              <a:rPr lang="en-US" sz="1200" dirty="0" err="1">
                <a:latin typeface="微软雅黑" panose="020B0503020204020204" pitchFamily="34" charset="-122"/>
                <a:ea typeface="微软雅黑" panose="020B0503020204020204" pitchFamily="34" charset="-122"/>
                <a:cs typeface="Noto Sans" panose="020B0502040504020204" pitchFamily="34" charset="0"/>
              </a:rPr>
              <a:t>多标准决策分析、投票、德尔菲法、专家判</a:t>
            </a:r>
            <a:r>
              <a:rPr lang="zh-CN" altLang="en-US" sz="1200" dirty="0">
                <a:latin typeface="微软雅黑" panose="020B0503020204020204" pitchFamily="34" charset="-122"/>
                <a:ea typeface="微软雅黑" panose="020B0503020204020204" pitchFamily="34" charset="-122"/>
                <a:cs typeface="Noto Sans" panose="020B0502040504020204" pitchFamily="34" charset="0"/>
              </a:rPr>
              <a:t>断</a:t>
            </a:r>
            <a:r>
              <a:rPr lang="en-US" altLang="zh-CN" sz="1200" dirty="0">
                <a:latin typeface="微软雅黑" panose="020B0503020204020204" pitchFamily="34" charset="-122"/>
                <a:ea typeface="微软雅黑" panose="020B0503020204020204" pitchFamily="34" charset="-122"/>
                <a:cs typeface="Noto Sans"/>
              </a:rPr>
              <a:t>。</a:t>
            </a:r>
            <a:endParaRPr lang="en-US" sz="12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20" name="文本框 17">
            <a:extLst>
              <a:ext uri="{FF2B5EF4-FFF2-40B4-BE49-F238E27FC236}">
                <a16:creationId xmlns:a16="http://schemas.microsoft.com/office/drawing/2014/main" id="{811FA828-5D6E-7B74-2F47-1F1D11B97BCC}"/>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5.1</a:t>
            </a:r>
          </a:p>
        </p:txBody>
      </p:sp>
    </p:spTree>
    <p:custDataLst>
      <p:tags r:id="rId1"/>
    </p:custDataLst>
    <p:extLst>
      <p:ext uri="{BB962C8B-B14F-4D97-AF65-F5344CB8AC3E}">
        <p14:creationId xmlns:p14="http://schemas.microsoft.com/office/powerpoint/2010/main" val="1086014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BD73F-7AAB-AA86-BE03-D820D0BE8D0F}"/>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E046F82C-408E-4514-8053-C6D300E3C3BC}"/>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0F1A514B-994E-BE7B-EC89-501BDAA0A5B3}"/>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05B7D659-A225-0A8A-1FE0-6828CD48DC8B}"/>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CC9D5088-FC78-D368-477D-BF1FFF25E95E}"/>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07D1ABCE-F922-30D6-0CBB-DF4BAF39F070}"/>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802DFE17-786C-C550-D6F9-D3A34E21BF8D}"/>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
        <p:nvSpPr>
          <p:cNvPr id="4" name="文本框 3">
            <a:extLst>
              <a:ext uri="{FF2B5EF4-FFF2-40B4-BE49-F238E27FC236}">
                <a16:creationId xmlns:a16="http://schemas.microsoft.com/office/drawing/2014/main" id="{E4854EF5-CC17-85E9-9EDC-A50C59415E60}"/>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项目监控的多元视角</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94" name="Text 37">
            <a:extLst>
              <a:ext uri="{FF2B5EF4-FFF2-40B4-BE49-F238E27FC236}">
                <a16:creationId xmlns:a16="http://schemas.microsoft.com/office/drawing/2014/main" id="{F3814832-ACB8-94F7-2F19-DCE61DCA61DD}"/>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32FA4B61-7AC7-D095-64F6-0B6696686FC0}"/>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监控</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5170E08C-9318-D1DD-BFAA-1BEB707763D2}"/>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3F762DE2-1D21-5E29-97F6-92E9C00F70F2}"/>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4412B57E-FF74-4F56-6886-F47A5DC11FB8}"/>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BB617B18-0222-F873-CF07-44AC0254CAB5}"/>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项目监控</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0B755E38-D9DD-B757-B69E-167873C36664}"/>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FC8576A1-F748-85B0-F4EF-88921A4334E8}"/>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FDA3AAE1-F866-E1A8-FB0D-96C0AD43F3E7}"/>
              </a:ext>
            </a:extLst>
          </p:cNvPr>
          <p:cNvSpPr/>
          <p:nvPr/>
        </p:nvSpPr>
        <p:spPr>
          <a:xfrm>
            <a:off x="667656" y="2702099"/>
            <a:ext cx="1479572" cy="169277"/>
          </a:xfrm>
          <a:prstGeom prst="rect">
            <a:avLst/>
          </a:prstGeom>
          <a:noFill/>
          <a:ln/>
        </p:spPr>
        <p:txBody>
          <a:bodyPr wrap="none" lIns="0" tIns="0" rIns="0" bIns="0" rtlCol="0" anchor="ctr">
            <a:spAutoFit/>
          </a:bodyPr>
          <a:lstStyle/>
          <a:p>
            <a:pPr marL="0" indent="0">
              <a:buNone/>
            </a:pPr>
            <a:r>
              <a:rPr lang="en-US" sz="1100" b="1" dirty="0">
                <a:solidFill>
                  <a:srgbClr val="FF9900"/>
                </a:solidFill>
                <a:latin typeface="微软雅黑" panose="020B0503020204020204" pitchFamily="34" charset="-122"/>
                <a:ea typeface="微软雅黑" panose="020B0503020204020204" pitchFamily="34" charset="-122"/>
                <a:cs typeface="Noto Sans" pitchFamily="34" charset="-120"/>
              </a:rPr>
              <a:t>PMBOK指南（第6版）</a:t>
            </a:r>
            <a:endParaRPr lang="en-US" sz="1100" dirty="0">
              <a:latin typeface="微软雅黑" panose="020B0503020204020204" pitchFamily="34" charset="-122"/>
              <a:ea typeface="微软雅黑" panose="020B0503020204020204" pitchFamily="34" charset="-122"/>
            </a:endParaRPr>
          </a:p>
        </p:txBody>
      </p:sp>
      <p:sp>
        <p:nvSpPr>
          <p:cNvPr id="32" name="Text 11">
            <a:extLst>
              <a:ext uri="{FF2B5EF4-FFF2-40B4-BE49-F238E27FC236}">
                <a16:creationId xmlns:a16="http://schemas.microsoft.com/office/drawing/2014/main" id="{019ECBFA-329C-FF88-4404-525EC5F2319B}"/>
              </a:ext>
            </a:extLst>
          </p:cNvPr>
          <p:cNvSpPr/>
          <p:nvPr/>
        </p:nvSpPr>
        <p:spPr>
          <a:xfrm>
            <a:off x="2213110" y="2191338"/>
            <a:ext cx="3286125" cy="1191673"/>
          </a:xfrm>
          <a:prstGeom prst="rect">
            <a:avLst/>
          </a:prstGeom>
          <a:noFill/>
          <a:ln/>
        </p:spPr>
        <p:txBody>
          <a:bodyPr wrap="square" lIns="102108" tIns="102108" rIns="102108" bIns="102108" rtlCol="0" anchor="ctr">
            <a:spAutoFit/>
          </a:bodyPr>
          <a:lstStyle/>
          <a:p>
            <a:pPr fontAlgn="base">
              <a:lnSpc>
                <a:spcPct val="150000"/>
              </a:lnSpc>
            </a:pPr>
            <a:r>
              <a:rPr lang="ja-JP" altLang="zh-CN" sz="1100" dirty="0">
                <a:latin typeface="微软雅黑" panose="020B0503020204020204" pitchFamily="34" charset="-122"/>
                <a:ea typeface="微软雅黑" panose="020B0503020204020204" pitchFamily="34" charset="-122"/>
                <a:cs typeface="Noto Sans"/>
              </a:rPr>
              <a:t>监控是通过</a:t>
            </a:r>
            <a:r>
              <a:rPr lang="ja-JP" altLang="zh-CN" sz="1100" dirty="0">
                <a:solidFill>
                  <a:srgbClr val="FF0000"/>
                </a:solidFill>
                <a:latin typeface="微软雅黑" panose="020B0503020204020204" pitchFamily="34" charset="-122"/>
                <a:ea typeface="微软雅黑" panose="020B0503020204020204" pitchFamily="34" charset="-122"/>
                <a:cs typeface="Noto Sans"/>
              </a:rPr>
              <a:t>定期或按需的测量分析</a:t>
            </a:r>
            <a:r>
              <a:rPr lang="ja-JP" altLang="zh-CN" sz="1100" dirty="0">
                <a:latin typeface="微软雅黑" panose="020B0503020204020204" pitchFamily="34" charset="-122"/>
                <a:ea typeface="微软雅黑" panose="020B0503020204020204" pitchFamily="34" charset="-122"/>
                <a:cs typeface="Noto Sans"/>
              </a:rPr>
              <a:t>来</a:t>
            </a:r>
            <a:r>
              <a:rPr lang="ja-JP" altLang="zh-CN" sz="1100" dirty="0">
                <a:solidFill>
                  <a:srgbClr val="FF0000"/>
                </a:solidFill>
                <a:latin typeface="微软雅黑" panose="020B0503020204020204" pitchFamily="34" charset="-122"/>
                <a:ea typeface="微软雅黑" panose="020B0503020204020204" pitchFamily="34" charset="-122"/>
                <a:cs typeface="Noto Sans"/>
              </a:rPr>
              <a:t>识别</a:t>
            </a:r>
            <a:r>
              <a:rPr lang="ja-JP" altLang="zh-CN" sz="1100" dirty="0">
                <a:latin typeface="微软雅黑" panose="020B0503020204020204" pitchFamily="34" charset="-122"/>
                <a:ea typeface="微软雅黑" panose="020B0503020204020204" pitchFamily="34" charset="-122"/>
                <a:cs typeface="Noto Sans"/>
              </a:rPr>
              <a:t>和</a:t>
            </a:r>
            <a:r>
              <a:rPr lang="ja-JP" altLang="zh-CN" sz="1100" dirty="0">
                <a:solidFill>
                  <a:srgbClr val="FF0000"/>
                </a:solidFill>
                <a:latin typeface="微软雅黑" panose="020B0503020204020204" pitchFamily="34" charset="-122"/>
                <a:ea typeface="微软雅黑" panose="020B0503020204020204" pitchFamily="34" charset="-122"/>
                <a:cs typeface="Noto Sans"/>
              </a:rPr>
              <a:t>纠正偏差</a:t>
            </a:r>
            <a:r>
              <a:rPr lang="en-US" altLang="zh-CN" sz="1100" dirty="0">
                <a:solidFill>
                  <a:srgbClr val="FF0000"/>
                </a:solidFill>
                <a:latin typeface="微软雅黑" panose="020B0503020204020204" pitchFamily="34" charset="-122"/>
                <a:ea typeface="微软雅黑" panose="020B0503020204020204" pitchFamily="34" charset="-122"/>
                <a:cs typeface="Noto Sans"/>
              </a:rPr>
              <a:t> </a:t>
            </a:r>
            <a:r>
              <a:rPr lang="en-US" altLang="zh-CN" sz="1100" dirty="0">
                <a:latin typeface="微软雅黑" panose="020B0503020204020204" pitchFamily="34" charset="-122"/>
                <a:ea typeface="微软雅黑" panose="020B0503020204020204" pitchFamily="34" charset="-122"/>
                <a:cs typeface="Noto Sans"/>
              </a:rPr>
              <a:t>(p.613)</a:t>
            </a:r>
            <a:r>
              <a:rPr lang="zh-CN" altLang="en-US" sz="1100" dirty="0">
                <a:latin typeface="微软雅黑" panose="020B0503020204020204" pitchFamily="34" charset="-122"/>
                <a:ea typeface="微软雅黑" panose="020B0503020204020204" pitchFamily="34" charset="-122"/>
                <a:cs typeface="Noto Sans"/>
              </a:rPr>
              <a:t>，</a:t>
            </a:r>
            <a:r>
              <a:rPr lang="ja-JP" altLang="zh-CN" sz="1100" dirty="0">
                <a:latin typeface="微软雅黑" panose="020B0503020204020204" pitchFamily="34" charset="-122"/>
                <a:ea typeface="微软雅黑" panose="020B0503020204020204" pitchFamily="34" charset="-122"/>
                <a:cs typeface="Noto Sans"/>
              </a:rPr>
              <a:t>并让干系人了解</a:t>
            </a:r>
            <a:r>
              <a:rPr lang="ja-JP" altLang="zh-CN" sz="1100" dirty="0">
                <a:solidFill>
                  <a:srgbClr val="FF0000"/>
                </a:solidFill>
                <a:latin typeface="微软雅黑" panose="020B0503020204020204" pitchFamily="34" charset="-122"/>
                <a:ea typeface="微软雅黑" panose="020B0503020204020204" pitchFamily="34" charset="-122"/>
                <a:cs typeface="Noto Sans"/>
              </a:rPr>
              <a:t>项目状态及未来预测</a:t>
            </a:r>
            <a:r>
              <a:rPr lang="ja-JP" altLang="zh-CN" sz="1100" dirty="0">
                <a:latin typeface="微软雅黑" panose="020B0503020204020204" pitchFamily="34" charset="-122"/>
                <a:ea typeface="微软雅黑" panose="020B0503020204020204" pitchFamily="34" charset="-122"/>
                <a:cs typeface="Noto Sans"/>
              </a:rPr>
              <a:t>，包括</a:t>
            </a:r>
            <a:r>
              <a:rPr lang="ja-JP" altLang="zh-CN" sz="1100" dirty="0">
                <a:solidFill>
                  <a:srgbClr val="FF0000"/>
                </a:solidFill>
                <a:latin typeface="微软雅黑" panose="020B0503020204020204" pitchFamily="34" charset="-122"/>
                <a:ea typeface="微软雅黑" panose="020B0503020204020204" pitchFamily="34" charset="-122"/>
                <a:cs typeface="Noto Sans"/>
              </a:rPr>
              <a:t>监测</a:t>
            </a:r>
            <a:r>
              <a:rPr lang="en-US" altLang="zh-CN" sz="1100" dirty="0">
                <a:latin typeface="微软雅黑" panose="020B0503020204020204" pitchFamily="34" charset="-122"/>
                <a:ea typeface="微软雅黑" panose="020B0503020204020204" pitchFamily="34" charset="-122"/>
                <a:cs typeface="Noto Sans"/>
              </a:rPr>
              <a:t> (</a:t>
            </a:r>
            <a:r>
              <a:rPr lang="ja-JP" altLang="zh-CN" sz="1100" dirty="0">
                <a:latin typeface="微软雅黑" panose="020B0503020204020204" pitchFamily="34" charset="-122"/>
                <a:ea typeface="微软雅黑" panose="020B0503020204020204" pitchFamily="34" charset="-122"/>
                <a:cs typeface="Noto Sans"/>
              </a:rPr>
              <a:t>数据收集分析</a:t>
            </a:r>
            <a:r>
              <a:rPr lang="en-US" altLang="zh-CN" sz="1100" dirty="0">
                <a:latin typeface="微软雅黑" panose="020B0503020204020204" pitchFamily="34" charset="-122"/>
                <a:ea typeface="微软雅黑" panose="020B0503020204020204" pitchFamily="34" charset="-122"/>
                <a:cs typeface="Noto Sans"/>
              </a:rPr>
              <a:t>) </a:t>
            </a:r>
            <a:r>
              <a:rPr lang="ja-JP" altLang="zh-CN" sz="1100" dirty="0">
                <a:latin typeface="微软雅黑" panose="020B0503020204020204" pitchFamily="34" charset="-122"/>
                <a:ea typeface="微软雅黑" panose="020B0503020204020204" pitchFamily="34" charset="-122"/>
                <a:cs typeface="Noto Sans"/>
              </a:rPr>
              <a:t>和</a:t>
            </a:r>
            <a:r>
              <a:rPr lang="ja-JP" altLang="zh-CN" sz="1100" dirty="0">
                <a:solidFill>
                  <a:srgbClr val="FF0000"/>
                </a:solidFill>
                <a:latin typeface="微软雅黑" panose="020B0503020204020204" pitchFamily="34" charset="-122"/>
                <a:ea typeface="微软雅黑" panose="020B0503020204020204" pitchFamily="34" charset="-122"/>
                <a:cs typeface="Noto Sans"/>
              </a:rPr>
              <a:t>控制</a:t>
            </a:r>
            <a:r>
              <a:rPr lang="en-US" altLang="zh-CN" sz="1100" dirty="0">
                <a:latin typeface="微软雅黑" panose="020B0503020204020204" pitchFamily="34" charset="-122"/>
                <a:ea typeface="微软雅黑" panose="020B0503020204020204" pitchFamily="34" charset="-122"/>
                <a:cs typeface="Noto Sans"/>
              </a:rPr>
              <a:t> (</a:t>
            </a:r>
            <a:r>
              <a:rPr lang="ja-JP" altLang="zh-CN" sz="1100" dirty="0">
                <a:latin typeface="微软雅黑" panose="020B0503020204020204" pitchFamily="34" charset="-122"/>
                <a:ea typeface="微软雅黑" panose="020B0503020204020204" pitchFamily="34" charset="-122"/>
                <a:cs typeface="Noto Sans"/>
              </a:rPr>
              <a:t>制定和跟踪纠正措施</a:t>
            </a:r>
            <a:r>
              <a:rPr lang="en-US" altLang="zh-CN" sz="1100" dirty="0">
                <a:latin typeface="微软雅黑" panose="020B0503020204020204" pitchFamily="34" charset="-122"/>
                <a:ea typeface="微软雅黑" panose="020B0503020204020204" pitchFamily="34" charset="-122"/>
                <a:cs typeface="Noto Sans"/>
              </a:rPr>
              <a:t>)</a:t>
            </a:r>
            <a:r>
              <a:rPr lang="ja-JP" altLang="zh-CN" sz="1100" dirty="0">
                <a:latin typeface="微软雅黑" panose="020B0503020204020204" pitchFamily="34" charset="-122"/>
                <a:ea typeface="微软雅黑" panose="020B0503020204020204" pitchFamily="34" charset="-122"/>
                <a:cs typeface="Noto Sans"/>
              </a:rPr>
              <a:t>两个环节</a:t>
            </a:r>
            <a:r>
              <a:rPr lang="en-US" altLang="zh-CN" sz="1100" dirty="0">
                <a:latin typeface="微软雅黑" panose="020B0503020204020204" pitchFamily="34" charset="-122"/>
                <a:ea typeface="微软雅黑" panose="020B0503020204020204" pitchFamily="34" charset="-122"/>
                <a:cs typeface="Noto Sans"/>
              </a:rPr>
              <a:t>。​</a:t>
            </a:r>
          </a:p>
        </p:txBody>
      </p:sp>
      <p:sp>
        <p:nvSpPr>
          <p:cNvPr id="33" name="Text 12">
            <a:extLst>
              <a:ext uri="{FF2B5EF4-FFF2-40B4-BE49-F238E27FC236}">
                <a16:creationId xmlns:a16="http://schemas.microsoft.com/office/drawing/2014/main" id="{7DB60AD5-C7F0-23D6-2A23-EE0546C7ACEC}"/>
              </a:ext>
            </a:extLst>
          </p:cNvPr>
          <p:cNvSpPr/>
          <p:nvPr/>
        </p:nvSpPr>
        <p:spPr>
          <a:xfrm>
            <a:off x="5530559" y="2049076"/>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双轨运行</a:t>
            </a:r>
            <a:r>
              <a:rPr lang="zh-CN" altLang="en-US" sz="1100" dirty="0">
                <a:latin typeface="微软雅黑" panose="020B0503020204020204" pitchFamily="34" charset="-122"/>
                <a:ea typeface="微软雅黑" panose="020B0503020204020204" pitchFamily="34" charset="-122"/>
                <a:cs typeface="Noto Sans" pitchFamily="34" charset="-120"/>
              </a:rPr>
              <a:t>：监测</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控制。</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预测机制</a:t>
            </a:r>
            <a:r>
              <a:rPr lang="zh-CN" altLang="en-US" sz="1100" dirty="0">
                <a:latin typeface="微软雅黑" panose="020B0503020204020204" pitchFamily="34" charset="-122"/>
                <a:ea typeface="微软雅黑" panose="020B0503020204020204" pitchFamily="34" charset="-122"/>
                <a:cs typeface="Noto Sans" pitchFamily="34" charset="-120"/>
              </a:rPr>
              <a:t>：通过成本</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进度预测预判项目状态。</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变更驱动</a:t>
            </a:r>
            <a:r>
              <a:rPr lang="zh-CN" altLang="en-US" sz="1100" dirty="0">
                <a:latin typeface="微软雅黑" panose="020B0503020204020204" pitchFamily="34" charset="-122"/>
                <a:ea typeface="微软雅黑" panose="020B0503020204020204" pitchFamily="34" charset="-122"/>
                <a:cs typeface="Noto Sans" pitchFamily="34" charset="-120"/>
              </a:rPr>
              <a:t>：识别偏差并启动变更请求。</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分析支撑</a:t>
            </a:r>
            <a:r>
              <a:rPr lang="zh-CN" altLang="en-US" sz="1100" dirty="0">
                <a:latin typeface="微软雅黑" panose="020B0503020204020204" pitchFamily="34" charset="-122"/>
                <a:ea typeface="微软雅黑" panose="020B0503020204020204" pitchFamily="34" charset="-122"/>
                <a:cs typeface="Noto Sans" pitchFamily="34" charset="-120"/>
              </a:rPr>
              <a:t>：运用六类数据分析技术。</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知识整合</a:t>
            </a:r>
            <a:r>
              <a:rPr lang="zh-CN" altLang="en-US" sz="1100" dirty="0">
                <a:latin typeface="微软雅黑" panose="020B0503020204020204" pitchFamily="34" charset="-122"/>
                <a:ea typeface="微软雅黑" panose="020B0503020204020204" pitchFamily="34" charset="-122"/>
                <a:cs typeface="Noto Sans" pitchFamily="34" charset="-120"/>
              </a:rPr>
              <a:t>：持续更新项目文件和经验教训。</a:t>
            </a:r>
            <a:endParaRPr lang="en-US" sz="1100" dirty="0">
              <a:latin typeface="微软雅黑" panose="020B0503020204020204" pitchFamily="34" charset="-122"/>
              <a:ea typeface="微软雅黑" panose="020B0503020204020204" pitchFamily="34" charset="-122"/>
              <a:cs typeface="Noto Sans" pitchFamily="34" charset="-120"/>
            </a:endParaRPr>
          </a:p>
        </p:txBody>
      </p:sp>
      <p:sp>
        <p:nvSpPr>
          <p:cNvPr id="34" name="Shape 13">
            <a:extLst>
              <a:ext uri="{FF2B5EF4-FFF2-40B4-BE49-F238E27FC236}">
                <a16:creationId xmlns:a16="http://schemas.microsoft.com/office/drawing/2014/main" id="{BEC68079-FEB0-DA75-CE6E-EC0F53F90246}"/>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E6649FFB-2F50-64FF-DA07-B615794F37B6}"/>
              </a:ext>
            </a:extLst>
          </p:cNvPr>
          <p:cNvSpPr/>
          <p:nvPr/>
        </p:nvSpPr>
        <p:spPr>
          <a:xfrm>
            <a:off x="667656" y="4193125"/>
            <a:ext cx="1479572" cy="169277"/>
          </a:xfrm>
          <a:prstGeom prst="rect">
            <a:avLst/>
          </a:prstGeom>
          <a:noFill/>
          <a:ln/>
        </p:spPr>
        <p:txBody>
          <a:bodyPr wrap="none" lIns="0" tIns="0" rIns="0" bIns="0" rtlCol="0" anchor="ctr">
            <a:spAutoFit/>
          </a:bodyPr>
          <a:lstStyle/>
          <a:p>
            <a:pPr marL="0" indent="0">
              <a:buNone/>
            </a:pPr>
            <a:r>
              <a:rPr lang="en-US" sz="1100" b="1" dirty="0">
                <a:solidFill>
                  <a:srgbClr val="FF9900"/>
                </a:solidFill>
                <a:latin typeface="微软雅黑" panose="020B0503020204020204" pitchFamily="34" charset="-122"/>
                <a:ea typeface="微软雅黑" panose="020B0503020204020204" pitchFamily="34" charset="-122"/>
                <a:cs typeface="Noto Sans" pitchFamily="34" charset="-120"/>
              </a:rPr>
              <a:t>PMBOK指南（第7版）</a:t>
            </a:r>
            <a:endParaRPr lang="en-US" sz="1100" dirty="0">
              <a:latin typeface="微软雅黑" panose="020B0503020204020204" pitchFamily="34" charset="-122"/>
              <a:ea typeface="微软雅黑" panose="020B0503020204020204" pitchFamily="34" charset="-122"/>
            </a:endParaRPr>
          </a:p>
        </p:txBody>
      </p:sp>
      <p:sp>
        <p:nvSpPr>
          <p:cNvPr id="37" name="Text 15">
            <a:extLst>
              <a:ext uri="{FF2B5EF4-FFF2-40B4-BE49-F238E27FC236}">
                <a16:creationId xmlns:a16="http://schemas.microsoft.com/office/drawing/2014/main" id="{530ABDDE-8D89-83A4-A619-B931D24B0F1C}"/>
              </a:ext>
            </a:extLst>
          </p:cNvPr>
          <p:cNvSpPr/>
          <p:nvPr/>
        </p:nvSpPr>
        <p:spPr>
          <a:xfrm>
            <a:off x="2186110" y="3825658"/>
            <a:ext cx="3286125" cy="938077"/>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a:rPr>
              <a:t>监控内容分散于</a:t>
            </a:r>
            <a:r>
              <a:rPr lang="ja-JP" altLang="en-US" sz="1100" dirty="0">
                <a:solidFill>
                  <a:srgbClr val="FF0000"/>
                </a:solidFill>
                <a:latin typeface="微软雅黑" panose="020B0503020204020204" pitchFamily="34" charset="-122"/>
                <a:ea typeface="微软雅黑" panose="020B0503020204020204" pitchFamily="34" charset="-122"/>
                <a:cs typeface="Noto Sans"/>
              </a:rPr>
              <a:t>多个绩效域</a:t>
            </a:r>
            <a:r>
              <a:rPr lang="ja-JP" altLang="en-US" sz="1100" dirty="0">
                <a:latin typeface="微软雅黑" panose="020B0503020204020204" pitchFamily="34" charset="-122"/>
                <a:ea typeface="微软雅黑" panose="020B0503020204020204" pitchFamily="34" charset="-122"/>
                <a:cs typeface="Noto Sans"/>
              </a:rPr>
              <a:t>，包括</a:t>
            </a:r>
            <a:r>
              <a:rPr lang="ja-JP" altLang="en-US" sz="1100" dirty="0">
                <a:solidFill>
                  <a:srgbClr val="FF0000"/>
                </a:solidFill>
                <a:latin typeface="微软雅黑" panose="020B0503020204020204" pitchFamily="34" charset="-122"/>
                <a:ea typeface="微软雅黑" panose="020B0503020204020204" pitchFamily="34" charset="-122"/>
                <a:cs typeface="Noto Sans"/>
              </a:rPr>
              <a:t>监督新工作和变更(项目工作)</a:t>
            </a:r>
            <a:r>
              <a:rPr lang="ja-JP" altLang="en-US" sz="1100" dirty="0">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监督干系人 (干系人)</a:t>
            </a:r>
            <a:r>
              <a:rPr lang="ja-JP" altLang="en-US" sz="1100" dirty="0">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变更控制 (规划)</a:t>
            </a:r>
            <a:r>
              <a:rPr lang="ja-JP" altLang="en-US" sz="1100" dirty="0">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质量成本</a:t>
            </a:r>
            <a:r>
              <a:rPr lang="ja-JP" altLang="en-US" sz="1100" dirty="0">
                <a:latin typeface="微软雅黑" panose="020B0503020204020204" pitchFamily="34" charset="-122"/>
                <a:ea typeface="微软雅黑" panose="020B0503020204020204" pitchFamily="34" charset="-122"/>
                <a:cs typeface="Noto Sans"/>
              </a:rPr>
              <a:t>和</a:t>
            </a:r>
            <a:r>
              <a:rPr lang="ja-JP" altLang="en-US" sz="1100" dirty="0">
                <a:solidFill>
                  <a:srgbClr val="FF0000"/>
                </a:solidFill>
                <a:latin typeface="微软雅黑" panose="020B0503020204020204" pitchFamily="34" charset="-122"/>
                <a:ea typeface="微软雅黑" panose="020B0503020204020204" pitchFamily="34" charset="-122"/>
                <a:cs typeface="Noto Sans"/>
              </a:rPr>
              <a:t>变更成本 (交付)</a:t>
            </a:r>
            <a:r>
              <a:rPr lang="ja-JP" altLang="en-US" sz="1100" dirty="0">
                <a:latin typeface="微软雅黑" panose="020B0503020204020204" pitchFamily="34" charset="-122"/>
                <a:ea typeface="微软雅黑" panose="020B0503020204020204" pitchFamily="34" charset="-122"/>
                <a:cs typeface="Noto Sans"/>
              </a:rPr>
              <a:t> 。</a:t>
            </a:r>
            <a:endParaRPr lang="en-US" altLang="ja-JP" sz="1100" dirty="0">
              <a:latin typeface="微软雅黑" panose="020B0503020204020204" pitchFamily="34" charset="-122"/>
              <a:ea typeface="微软雅黑" panose="020B0503020204020204" pitchFamily="34" charset="-122"/>
              <a:cs typeface="Noto Sans"/>
            </a:endParaRPr>
          </a:p>
        </p:txBody>
      </p:sp>
      <p:sp>
        <p:nvSpPr>
          <p:cNvPr id="40" name="文本框 39">
            <a:extLst>
              <a:ext uri="{FF2B5EF4-FFF2-40B4-BE49-F238E27FC236}">
                <a16:creationId xmlns:a16="http://schemas.microsoft.com/office/drawing/2014/main" id="{CF8A420E-CBBC-A951-D6E6-59D1A04576A9}"/>
              </a:ext>
            </a:extLst>
          </p:cNvPr>
          <p:cNvSpPr txBox="1"/>
          <p:nvPr/>
        </p:nvSpPr>
        <p:spPr>
          <a:xfrm>
            <a:off x="5530559" y="3642877"/>
            <a:ext cx="3286125" cy="1332031"/>
          </a:xfrm>
          <a:prstGeom prst="rect">
            <a:avLst/>
          </a:prstGeom>
          <a:noFill/>
        </p:spPr>
        <p:txBody>
          <a:bodyPr wrap="square">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测量驱动：</a:t>
            </a:r>
            <a:r>
              <a:rPr lang="zh-CN" altLang="en-US" sz="1100" dirty="0">
                <a:latin typeface="微软雅黑" panose="020B0503020204020204" pitchFamily="34" charset="-122"/>
                <a:ea typeface="微软雅黑" panose="020B0503020204020204" pitchFamily="34" charset="-122"/>
                <a:cs typeface="Noto Sans" pitchFamily="34" charset="-120"/>
              </a:rPr>
              <a:t>多维度指标评估。</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预测系统：</a:t>
            </a:r>
            <a:r>
              <a:rPr lang="zh-CN" altLang="en-US" sz="1100" dirty="0">
                <a:latin typeface="微软雅黑" panose="020B0503020204020204" pitchFamily="34" charset="-122"/>
                <a:ea typeface="微软雅黑" panose="020B0503020204020204" pitchFamily="34" charset="-122"/>
                <a:cs typeface="Noto Sans" pitchFamily="34" charset="-120"/>
              </a:rPr>
              <a:t>动态风险与成本预测。</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环境扫描：</a:t>
            </a:r>
            <a:r>
              <a:rPr lang="zh-CN" altLang="en-US" sz="1100" dirty="0">
                <a:latin typeface="微软雅黑" panose="020B0503020204020204" pitchFamily="34" charset="-122"/>
                <a:ea typeface="微软雅黑" panose="020B0503020204020204" pitchFamily="34" charset="-122"/>
                <a:cs typeface="Noto Sans" pitchFamily="34" charset="-120"/>
              </a:rPr>
              <a:t>内外部环境监控。</a:t>
            </a:r>
            <a:b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双轨控制：</a:t>
            </a:r>
            <a:r>
              <a:rPr lang="zh-CN" altLang="en-US" sz="1100" dirty="0">
                <a:latin typeface="微软雅黑" panose="020B0503020204020204" pitchFamily="34" charset="-122"/>
                <a:ea typeface="微软雅黑" panose="020B0503020204020204" pitchFamily="34" charset="-122"/>
                <a:cs typeface="Noto Sans" pitchFamily="34" charset="-120"/>
              </a:rPr>
              <a:t>威胁与机会管理。</a:t>
            </a:r>
            <a:b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价值导向：</a:t>
            </a:r>
            <a:r>
              <a:rPr lang="zh-CN" altLang="en-US" sz="1100" dirty="0">
                <a:latin typeface="微软雅黑" panose="020B0503020204020204" pitchFamily="34" charset="-122"/>
                <a:ea typeface="微软雅黑" panose="020B0503020204020204" pitchFamily="34" charset="-122"/>
                <a:cs typeface="Noto Sans" pitchFamily="34" charset="-120"/>
              </a:rPr>
              <a:t>商业价值追踪。</a:t>
            </a:r>
            <a:endParaRPr lang="en-US" altLang="zh-CN" sz="1100" dirty="0">
              <a:latin typeface="微软雅黑" panose="020B0503020204020204" pitchFamily="34" charset="-122"/>
              <a:ea typeface="微软雅黑" panose="020B0503020204020204" pitchFamily="34" charset="-122"/>
              <a:cs typeface="Noto Sans" pitchFamily="34" charset="-120"/>
            </a:endParaRPr>
          </a:p>
        </p:txBody>
      </p:sp>
    </p:spTree>
    <p:custDataLst>
      <p:tags r:id="rId1"/>
    </p:custDataLst>
    <p:extLst>
      <p:ext uri="{BB962C8B-B14F-4D97-AF65-F5344CB8AC3E}">
        <p14:creationId xmlns:p14="http://schemas.microsoft.com/office/powerpoint/2010/main" val="3949593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74C91-FC10-9231-0B0C-81E6323CE8ED}"/>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9568033E-5DF3-B9F6-81FC-8DD994E037F7}"/>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816FE62A-693E-256B-98DE-CCF60CC8EE4B}"/>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8425114B-235B-98FE-4E5E-82D56937C372}"/>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A5052425-E738-10B0-C701-6667CA097B8C}"/>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27A5B005-727D-9664-01FE-AD518D7DF9ED}"/>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C2F0CA0F-B543-809D-4ED2-DE3F1840DFC5}"/>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
        <p:nvSpPr>
          <p:cNvPr id="4" name="文本框 3">
            <a:extLst>
              <a:ext uri="{FF2B5EF4-FFF2-40B4-BE49-F238E27FC236}">
                <a16:creationId xmlns:a16="http://schemas.microsoft.com/office/drawing/2014/main" id="{3F9C55DA-5F1A-5454-F7A8-3E453ECD068A}"/>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项目监控的多元视角</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94" name="Text 37">
            <a:extLst>
              <a:ext uri="{FF2B5EF4-FFF2-40B4-BE49-F238E27FC236}">
                <a16:creationId xmlns:a16="http://schemas.microsoft.com/office/drawing/2014/main" id="{8B102B18-A2F3-BE7C-BC05-5B360306012B}"/>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B28BB234-C7DC-D782-E4EA-1E03DF68B020}"/>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监控</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E62413FB-44B7-B317-3306-CFC9848E8A87}"/>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DA376864-3161-D4C6-7267-145EA99BBECB}"/>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BAC41D83-C5EC-B639-1D1C-BDF56E201F0F}"/>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4FF70111-1384-DEB3-870B-9631DDA9E515}"/>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项目监控</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DAFA6CB3-A249-A4E0-A097-C9FAFAB87182}"/>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1CFF7973-D6AA-88D0-8D0E-BC4AC96D39B0}"/>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421BAF09-3568-FC81-72B2-EDDFB4859774}"/>
              </a:ext>
            </a:extLst>
          </p:cNvPr>
          <p:cNvSpPr/>
          <p:nvPr/>
        </p:nvSpPr>
        <p:spPr>
          <a:xfrm>
            <a:off x="667656" y="2702099"/>
            <a:ext cx="745397" cy="169277"/>
          </a:xfrm>
          <a:prstGeom prst="rect">
            <a:avLst/>
          </a:prstGeom>
          <a:noFill/>
          <a:ln/>
        </p:spPr>
        <p:txBody>
          <a:bodyPr wrap="none" lIns="0" tIns="0" rIns="0" bIns="0" rtlCol="0" anchor="ctr">
            <a:spAutoFit/>
          </a:bodyPr>
          <a:lstStyle/>
          <a:p>
            <a:r>
              <a:rPr lang="en-US" altLang="zh-CN" sz="1100" b="1" dirty="0">
                <a:solidFill>
                  <a:schemeClr val="accent4">
                    <a:lumMod val="75000"/>
                  </a:schemeClr>
                </a:solidFill>
                <a:latin typeface="微软雅黑" panose="020B0503020204020204" pitchFamily="34" charset="-122"/>
                <a:ea typeface="微软雅黑" panose="020B0503020204020204" pitchFamily="34" charset="-122"/>
                <a:cs typeface="Noto Sans" panose="020B0502040504020204" pitchFamily="34" charset="0"/>
              </a:rPr>
              <a:t>PM</a:t>
            </a:r>
            <a:r>
              <a:rPr lang="en-US" altLang="zh-CN" sz="1100" b="1" baseline="30000" dirty="0">
                <a:solidFill>
                  <a:schemeClr val="accent4">
                    <a:lumMod val="75000"/>
                  </a:schemeClr>
                </a:solidFill>
                <a:latin typeface="微软雅黑" panose="020B0503020204020204" pitchFamily="34" charset="-122"/>
                <a:ea typeface="微软雅黑" panose="020B0503020204020204" pitchFamily="34" charset="-122"/>
                <a:cs typeface="Noto Sans" panose="020B0502040504020204" pitchFamily="34" charset="0"/>
              </a:rPr>
              <a:t>2 </a:t>
            </a:r>
            <a:r>
              <a:rPr lang="en-US" altLang="zh-CN" sz="1100" b="1" dirty="0" err="1">
                <a:solidFill>
                  <a:srgbClr val="FF9900"/>
                </a:solidFill>
                <a:latin typeface="微软雅黑" panose="020B0503020204020204" pitchFamily="34" charset="-122"/>
                <a:ea typeface="微软雅黑" panose="020B0503020204020204" pitchFamily="34" charset="-122"/>
                <a:cs typeface="Noto Sans" pitchFamily="34" charset="-120"/>
              </a:rPr>
              <a:t>方法论</a:t>
            </a:r>
            <a:endParaRPr lang="en-US" altLang="zh-CN" sz="1100" dirty="0">
              <a:latin typeface="微软雅黑" panose="020B0503020204020204" pitchFamily="34" charset="-122"/>
              <a:ea typeface="微软雅黑" panose="020B0503020204020204" pitchFamily="34" charset="-122"/>
            </a:endParaRPr>
          </a:p>
        </p:txBody>
      </p:sp>
      <p:sp>
        <p:nvSpPr>
          <p:cNvPr id="32" name="Text 11">
            <a:extLst>
              <a:ext uri="{FF2B5EF4-FFF2-40B4-BE49-F238E27FC236}">
                <a16:creationId xmlns:a16="http://schemas.microsoft.com/office/drawing/2014/main" id="{544C0AF0-2EFA-DADD-9C58-C8D2CB3B2F64}"/>
              </a:ext>
            </a:extLst>
          </p:cNvPr>
          <p:cNvSpPr/>
          <p:nvPr/>
        </p:nvSpPr>
        <p:spPr>
          <a:xfrm>
            <a:off x="2213110" y="2445094"/>
            <a:ext cx="3286125" cy="684162"/>
          </a:xfrm>
          <a:prstGeom prst="rect">
            <a:avLst/>
          </a:prstGeom>
          <a:noFill/>
          <a:ln/>
        </p:spPr>
        <p:txBody>
          <a:bodyPr wrap="square" lIns="102108" tIns="102108" rIns="102108" bIns="102108" rtlCol="0" anchor="ctr">
            <a:spAutoFit/>
          </a:bodyPr>
          <a:lstStyle/>
          <a:p>
            <a:pPr>
              <a:lnSpc>
                <a:spcPct val="150000"/>
              </a:lnSpc>
            </a:pPr>
            <a:r>
              <a:rPr lang="zh-CN" altLang="zh-CN" sz="1100" dirty="0">
                <a:latin typeface="微软雅黑" panose="020B0503020204020204" pitchFamily="34" charset="-122"/>
                <a:ea typeface="微软雅黑" panose="020B0503020204020204" pitchFamily="34" charset="-122"/>
                <a:cs typeface="Noto Sans"/>
              </a:rPr>
              <a:t>包括</a:t>
            </a:r>
            <a:r>
              <a:rPr lang="zh-CN" altLang="zh-CN" sz="1100" dirty="0">
                <a:solidFill>
                  <a:srgbClr val="FF0000"/>
                </a:solidFill>
                <a:latin typeface="微软雅黑" panose="020B0503020204020204" pitchFamily="34" charset="-122"/>
                <a:ea typeface="微软雅黑" panose="020B0503020204020204" pitchFamily="34" charset="-122"/>
                <a:cs typeface="Noto Sans"/>
              </a:rPr>
              <a:t>监测和控制两</a:t>
            </a:r>
            <a:r>
              <a:rPr lang="zh-CN" altLang="zh-CN" sz="1100" dirty="0">
                <a:latin typeface="微软雅黑" panose="020B0503020204020204" pitchFamily="34" charset="-122"/>
                <a:ea typeface="微软雅黑" panose="020B0503020204020204" pitchFamily="34" charset="-122"/>
                <a:cs typeface="Noto Sans"/>
              </a:rPr>
              <a:t>个部分</a:t>
            </a:r>
            <a:r>
              <a:rPr lang="zh-CN" altLang="en-US" sz="1100" dirty="0">
                <a:latin typeface="微软雅黑" panose="020B0503020204020204" pitchFamily="34" charset="-122"/>
                <a:ea typeface="微软雅黑" panose="020B0503020204020204" pitchFamily="34" charset="-122"/>
                <a:cs typeface="Noto Sans"/>
              </a:rPr>
              <a:t>，</a:t>
            </a:r>
            <a:r>
              <a:rPr lang="zh-CN" altLang="zh-CN" sz="1100" dirty="0">
                <a:latin typeface="微软雅黑" panose="020B0503020204020204" pitchFamily="34" charset="-122"/>
                <a:ea typeface="微软雅黑" panose="020B0503020204020204" pitchFamily="34" charset="-122"/>
                <a:cs typeface="Noto Sans"/>
              </a:rPr>
              <a:t>监控主要是</a:t>
            </a:r>
            <a:r>
              <a:rPr lang="zh-CN" altLang="zh-CN" sz="1100" dirty="0">
                <a:solidFill>
                  <a:srgbClr val="FF0000"/>
                </a:solidFill>
                <a:latin typeface="微软雅黑" panose="020B0503020204020204" pitchFamily="34" charset="-122"/>
                <a:ea typeface="微软雅黑" panose="020B0503020204020204" pitchFamily="34" charset="-122"/>
                <a:cs typeface="Noto Sans"/>
              </a:rPr>
              <a:t>依照项目计划阶段</a:t>
            </a:r>
            <a:r>
              <a:rPr lang="zh-CN" altLang="zh-CN" sz="1100" dirty="0">
                <a:latin typeface="微软雅黑" panose="020B0503020204020204" pitchFamily="34" charset="-122"/>
                <a:ea typeface="微软雅黑" panose="020B0503020204020204" pitchFamily="34" charset="-122"/>
                <a:cs typeface="Noto Sans"/>
              </a:rPr>
              <a:t>的</a:t>
            </a:r>
            <a:r>
              <a:rPr lang="zh-CN" altLang="zh-CN" sz="1100" dirty="0">
                <a:solidFill>
                  <a:srgbClr val="FF0000"/>
                </a:solidFill>
                <a:latin typeface="微软雅黑" panose="020B0503020204020204" pitchFamily="34" charset="-122"/>
                <a:ea typeface="微软雅黑" panose="020B0503020204020204" pitchFamily="34" charset="-122"/>
                <a:cs typeface="Noto Sans"/>
              </a:rPr>
              <a:t>成果</a:t>
            </a:r>
            <a:r>
              <a:rPr lang="zh-CN" altLang="zh-CN" sz="1100" dirty="0">
                <a:latin typeface="微软雅黑" panose="020B0503020204020204" pitchFamily="34" charset="-122"/>
                <a:ea typeface="微软雅黑" panose="020B0503020204020204" pitchFamily="34" charset="-122"/>
                <a:cs typeface="Noto Sans"/>
              </a:rPr>
              <a:t>执行</a:t>
            </a:r>
            <a:r>
              <a:rPr lang="en-US" altLang="zh-CN" sz="1100" dirty="0">
                <a:latin typeface="微软雅黑" panose="020B0503020204020204" pitchFamily="34" charset="-122"/>
                <a:ea typeface="微软雅黑" panose="020B0503020204020204" pitchFamily="34" charset="-122"/>
                <a:cs typeface="Noto Sans"/>
              </a:rPr>
              <a:t> (p.69)</a:t>
            </a:r>
            <a:r>
              <a:rPr lang="zh-CN" altLang="zh-CN" sz="1100" dirty="0">
                <a:latin typeface="微软雅黑" panose="020B0503020204020204" pitchFamily="34" charset="-122"/>
                <a:ea typeface="微软雅黑" panose="020B0503020204020204" pitchFamily="34" charset="-122"/>
                <a:cs typeface="Noto Sans"/>
              </a:rPr>
              <a:t>。</a:t>
            </a:r>
            <a:endParaRPr lang="en-US" altLang="zh-CN" sz="1100" dirty="0">
              <a:latin typeface="微软雅黑" panose="020B0503020204020204" pitchFamily="34" charset="-122"/>
              <a:ea typeface="微软雅黑" panose="020B0503020204020204" pitchFamily="34" charset="-122"/>
              <a:cs typeface="Noto Sans"/>
            </a:endParaRPr>
          </a:p>
        </p:txBody>
      </p:sp>
      <p:sp>
        <p:nvSpPr>
          <p:cNvPr id="33" name="Text 12">
            <a:extLst>
              <a:ext uri="{FF2B5EF4-FFF2-40B4-BE49-F238E27FC236}">
                <a16:creationId xmlns:a16="http://schemas.microsoft.com/office/drawing/2014/main" id="{15DE03F0-BE7F-95A2-21BB-0C992FA807FE}"/>
              </a:ext>
            </a:extLst>
          </p:cNvPr>
          <p:cNvSpPr/>
          <p:nvPr/>
        </p:nvSpPr>
        <p:spPr>
          <a:xfrm>
            <a:off x="5499234" y="2195948"/>
            <a:ext cx="3286125" cy="1191993"/>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监控范畴</a:t>
            </a:r>
            <a:r>
              <a:rPr lang="zh-CN" altLang="en-US" sz="1100" dirty="0">
                <a:latin typeface="微软雅黑" panose="020B0503020204020204" pitchFamily="34" charset="-122"/>
                <a:ea typeface="微软雅黑" panose="020B0503020204020204" pitchFamily="34" charset="-122"/>
                <a:cs typeface="Noto Sans" pitchFamily="34" charset="-120"/>
              </a:rPr>
              <a:t>：贯穿项目生命周期，执行阶段为重点。</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核心组成</a:t>
            </a:r>
            <a:r>
              <a:rPr lang="zh-CN" altLang="en-US" sz="1100" dirty="0">
                <a:latin typeface="微软雅黑" panose="020B0503020204020204" pitchFamily="34" charset="-122"/>
                <a:ea typeface="微软雅黑" panose="020B0503020204020204" pitchFamily="34" charset="-122"/>
                <a:cs typeface="Noto Sans" pitchFamily="34" charset="-120"/>
              </a:rPr>
              <a:t>：监测与控制双轨并行。</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监测内容</a:t>
            </a:r>
            <a:r>
              <a:rPr lang="zh-CN" altLang="en-US" sz="1100" dirty="0">
                <a:latin typeface="微软雅黑" panose="020B0503020204020204" pitchFamily="34" charset="-122"/>
                <a:ea typeface="微软雅黑" panose="020B0503020204020204" pitchFamily="34" charset="-122"/>
                <a:cs typeface="Noto Sans" pitchFamily="34" charset="-120"/>
              </a:rPr>
              <a:t>：跟踪项目绩效与基线对比。</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控制内容</a:t>
            </a:r>
            <a:r>
              <a:rPr lang="zh-CN" altLang="en-US" sz="1100" dirty="0">
                <a:latin typeface="微软雅黑" panose="020B0503020204020204" pitchFamily="34" charset="-122"/>
                <a:ea typeface="微软雅黑" panose="020B0503020204020204" pitchFamily="34" charset="-122"/>
                <a:cs typeface="Noto Sans" pitchFamily="34" charset="-120"/>
              </a:rPr>
              <a:t>：设计并执行纠偏措施。</a:t>
            </a:r>
            <a:endParaRPr lang="en-US" sz="1100" dirty="0">
              <a:latin typeface="微软雅黑" panose="020B0503020204020204" pitchFamily="34" charset="-122"/>
              <a:ea typeface="微软雅黑" panose="020B0503020204020204" pitchFamily="34" charset="-122"/>
              <a:cs typeface="Noto Sans" pitchFamily="34" charset="-120"/>
            </a:endParaRPr>
          </a:p>
        </p:txBody>
      </p:sp>
      <p:sp>
        <p:nvSpPr>
          <p:cNvPr id="34" name="Shape 13">
            <a:extLst>
              <a:ext uri="{FF2B5EF4-FFF2-40B4-BE49-F238E27FC236}">
                <a16:creationId xmlns:a16="http://schemas.microsoft.com/office/drawing/2014/main" id="{B457E985-EA08-C0E7-1D39-84EB77DA5EEB}"/>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D1599C24-E956-23B5-1097-A96D80205C4C}"/>
              </a:ext>
            </a:extLst>
          </p:cNvPr>
          <p:cNvSpPr/>
          <p:nvPr/>
        </p:nvSpPr>
        <p:spPr>
          <a:xfrm>
            <a:off x="667656" y="4193125"/>
            <a:ext cx="681277"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itchFamily="34" charset="-120"/>
              </a:rPr>
              <a:t>ISO21502</a:t>
            </a:r>
            <a:endParaRPr lang="en-US" altLang="zh-CN" sz="1100" dirty="0">
              <a:latin typeface="微软雅黑" panose="020B0503020204020204" pitchFamily="34" charset="-122"/>
              <a:ea typeface="微软雅黑" panose="020B0503020204020204" pitchFamily="34" charset="-122"/>
            </a:endParaRPr>
          </a:p>
        </p:txBody>
      </p:sp>
      <p:sp>
        <p:nvSpPr>
          <p:cNvPr id="37" name="Text 15">
            <a:extLst>
              <a:ext uri="{FF2B5EF4-FFF2-40B4-BE49-F238E27FC236}">
                <a16:creationId xmlns:a16="http://schemas.microsoft.com/office/drawing/2014/main" id="{16FE1B40-22E6-CB66-5DA0-88C4CD0515E6}"/>
              </a:ext>
            </a:extLst>
          </p:cNvPr>
          <p:cNvSpPr/>
          <p:nvPr/>
        </p:nvSpPr>
        <p:spPr>
          <a:xfrm>
            <a:off x="2186110" y="3952776"/>
            <a:ext cx="3286125" cy="683842"/>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a:rPr>
              <a:t>与监控项目相关的内容体现在</a:t>
            </a:r>
            <a:r>
              <a:rPr lang="zh-CN" altLang="en-US" sz="1100" dirty="0">
                <a:solidFill>
                  <a:srgbClr val="FF0000"/>
                </a:solidFill>
                <a:latin typeface="微软雅黑" panose="020B0503020204020204" pitchFamily="34" charset="-122"/>
                <a:ea typeface="微软雅黑" panose="020B0503020204020204" pitchFamily="34" charset="-122"/>
                <a:cs typeface="Noto Sans"/>
              </a:rPr>
              <a:t>集成项目管理</a:t>
            </a:r>
            <a:r>
              <a:rPr lang="zh-CN" altLang="en-US" sz="1100" dirty="0">
                <a:latin typeface="微软雅黑" panose="020B0503020204020204" pitchFamily="34" charset="-122"/>
                <a:ea typeface="微软雅黑" panose="020B0503020204020204" pitchFamily="34" charset="-122"/>
                <a:cs typeface="Noto Sans"/>
              </a:rPr>
              <a:t>实践 </a:t>
            </a:r>
            <a:r>
              <a:rPr lang="en-US" altLang="zh-CN" sz="1100" dirty="0">
                <a:latin typeface="微软雅黑" panose="020B0503020204020204" pitchFamily="34" charset="-122"/>
                <a:ea typeface="微软雅黑" panose="020B0503020204020204" pitchFamily="34" charset="-122"/>
                <a:cs typeface="Noto Sans"/>
              </a:rPr>
              <a:t>(6</a:t>
            </a:r>
            <a:r>
              <a:rPr lang="zh-CN" altLang="en-US" sz="1100" dirty="0">
                <a:latin typeface="微软雅黑" panose="020B0503020204020204" pitchFamily="34" charset="-122"/>
                <a:ea typeface="微软雅黑" panose="020B0503020204020204" pitchFamily="34" charset="-122"/>
                <a:cs typeface="Noto Sans"/>
              </a:rPr>
              <a:t>章</a:t>
            </a:r>
            <a:r>
              <a:rPr lang="en-US" altLang="zh-CN" sz="1100" dirty="0">
                <a:latin typeface="微软雅黑" panose="020B0503020204020204" pitchFamily="34" charset="-122"/>
                <a:ea typeface="微软雅黑" panose="020B0503020204020204" pitchFamily="34" charset="-122"/>
                <a:cs typeface="Noto Sans"/>
              </a:rPr>
              <a:t>) </a:t>
            </a:r>
            <a:r>
              <a:rPr lang="zh-CN" altLang="en-US" sz="1100" dirty="0">
                <a:latin typeface="微软雅黑" panose="020B0503020204020204" pitchFamily="34" charset="-122"/>
                <a:ea typeface="微软雅黑" panose="020B0503020204020204" pitchFamily="34" charset="-122"/>
                <a:cs typeface="Noto Sans"/>
              </a:rPr>
              <a:t>和</a:t>
            </a:r>
            <a:r>
              <a:rPr lang="zh-CN" altLang="en-US" sz="1100" dirty="0">
                <a:solidFill>
                  <a:srgbClr val="FF0000"/>
                </a:solidFill>
                <a:latin typeface="微软雅黑" panose="020B0503020204020204" pitchFamily="34" charset="-122"/>
                <a:ea typeface="微软雅黑" panose="020B0503020204020204" pitchFamily="34" charset="-122"/>
                <a:cs typeface="Noto Sans"/>
              </a:rPr>
              <a:t>项目管理</a:t>
            </a:r>
            <a:r>
              <a:rPr lang="zh-CN" altLang="en-US" sz="1100" dirty="0">
                <a:latin typeface="微软雅黑" panose="020B0503020204020204" pitchFamily="34" charset="-122"/>
                <a:ea typeface="微软雅黑" panose="020B0503020204020204" pitchFamily="34" charset="-122"/>
                <a:cs typeface="Noto Sans"/>
              </a:rPr>
              <a:t>实践 </a:t>
            </a:r>
            <a:r>
              <a:rPr lang="en-US" altLang="zh-CN" sz="1100" dirty="0">
                <a:latin typeface="微软雅黑" panose="020B0503020204020204" pitchFamily="34" charset="-122"/>
                <a:ea typeface="微软雅黑" panose="020B0503020204020204" pitchFamily="34" charset="-122"/>
                <a:cs typeface="Noto Sans"/>
              </a:rPr>
              <a:t>(7</a:t>
            </a:r>
            <a:r>
              <a:rPr lang="zh-CN" altLang="en-US" sz="1100" dirty="0">
                <a:latin typeface="微软雅黑" panose="020B0503020204020204" pitchFamily="34" charset="-122"/>
                <a:ea typeface="微软雅黑" panose="020B0503020204020204" pitchFamily="34" charset="-122"/>
                <a:cs typeface="Noto Sans"/>
              </a:rPr>
              <a:t>章</a:t>
            </a:r>
            <a:r>
              <a:rPr lang="en-US" altLang="zh-CN" sz="1100" dirty="0">
                <a:latin typeface="微软雅黑" panose="020B0503020204020204" pitchFamily="34" charset="-122"/>
                <a:ea typeface="微软雅黑" panose="020B0503020204020204" pitchFamily="34" charset="-122"/>
                <a:cs typeface="Noto Sans"/>
              </a:rPr>
              <a:t>) </a:t>
            </a:r>
            <a:r>
              <a:rPr lang="zh-CN" altLang="en-US" sz="1100" dirty="0">
                <a:latin typeface="微软雅黑" panose="020B0503020204020204" pitchFamily="34" charset="-122"/>
                <a:ea typeface="微软雅黑" panose="020B0503020204020204" pitchFamily="34" charset="-122"/>
                <a:cs typeface="Noto Sans"/>
              </a:rPr>
              <a:t>两个方面。​</a:t>
            </a:r>
          </a:p>
        </p:txBody>
      </p:sp>
      <p:sp>
        <p:nvSpPr>
          <p:cNvPr id="40" name="文本框 39">
            <a:extLst>
              <a:ext uri="{FF2B5EF4-FFF2-40B4-BE49-F238E27FC236}">
                <a16:creationId xmlns:a16="http://schemas.microsoft.com/office/drawing/2014/main" id="{29FF3513-350B-9082-942E-E961B3C9418A}"/>
              </a:ext>
            </a:extLst>
          </p:cNvPr>
          <p:cNvSpPr txBox="1"/>
          <p:nvPr/>
        </p:nvSpPr>
        <p:spPr>
          <a:xfrm>
            <a:off x="5512733" y="3530263"/>
            <a:ext cx="3298009" cy="1585947"/>
          </a:xfrm>
          <a:prstGeom prst="rect">
            <a:avLst/>
          </a:prstGeom>
          <a:noFill/>
        </p:spPr>
        <p:txBody>
          <a:bodyPr wrap="square">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全周期覆盖</a:t>
            </a:r>
            <a:r>
              <a:rPr lang="zh-CN" altLang="en-US" sz="1100" dirty="0">
                <a:latin typeface="微软雅黑" panose="020B0503020204020204" pitchFamily="34" charset="-122"/>
                <a:ea typeface="微软雅黑" panose="020B0503020204020204" pitchFamily="34" charset="-122"/>
                <a:cs typeface="Noto Sans" pitchFamily="34" charset="-120"/>
              </a:rPr>
              <a:t>：项目前后全程管控。</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四维控制</a:t>
            </a:r>
            <a:r>
              <a:rPr lang="zh-CN" altLang="en-US" sz="1100" dirty="0">
                <a:latin typeface="微软雅黑" panose="020B0503020204020204" pitchFamily="34" charset="-122"/>
                <a:ea typeface="微软雅黑" panose="020B0503020204020204" pitchFamily="34" charset="-122"/>
                <a:cs typeface="Noto Sans" pitchFamily="34" charset="-120"/>
              </a:rPr>
              <a:t>：商业论证维护、绩效评审、阶段管控、工作包管理。</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领域矩阵</a:t>
            </a:r>
            <a:r>
              <a:rPr lang="zh-CN" altLang="en-US" sz="1100" dirty="0">
                <a:latin typeface="微软雅黑" panose="020B0503020204020204" pitchFamily="34" charset="-122"/>
                <a:ea typeface="微软雅黑" panose="020B0503020204020204" pitchFamily="34" charset="-122"/>
                <a:cs typeface="Noto Sans" pitchFamily="34" charset="-120"/>
              </a:rPr>
              <a:t>：覆盖范围、进度等核心管理维度。</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闭环流程</a:t>
            </a:r>
            <a:r>
              <a:rPr lang="zh-CN" altLang="en-US" sz="1100" dirty="0">
                <a:latin typeface="微软雅黑" panose="020B0503020204020204" pitchFamily="34" charset="-122"/>
                <a:ea typeface="微软雅黑" panose="020B0503020204020204" pitchFamily="34" charset="-122"/>
                <a:cs typeface="Noto Sans" pitchFamily="34" charset="-120"/>
              </a:rPr>
              <a:t>：建立计划</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测量</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分析</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纠正</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更新的完整循环。</a:t>
            </a:r>
          </a:p>
        </p:txBody>
      </p:sp>
    </p:spTree>
    <p:custDataLst>
      <p:tags r:id="rId1"/>
    </p:custDataLst>
    <p:extLst>
      <p:ext uri="{BB962C8B-B14F-4D97-AF65-F5344CB8AC3E}">
        <p14:creationId xmlns:p14="http://schemas.microsoft.com/office/powerpoint/2010/main" val="29871764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9C5BB-4B62-EE3C-20CA-09413337BE4E}"/>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21319A05-0D98-E7E5-9DFA-EA0D3008221A}"/>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6E2B5286-7A43-8CC7-6A94-F06268381ED1}"/>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2EB3B65C-14D2-DC87-5A3A-98F3856991FC}"/>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C1A925E7-92D5-8C11-26FF-916E391AB5E4}"/>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19021043-1A1E-90AC-F000-C1F251C0E397}"/>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766E91F1-A723-AB35-904E-332B95A5428D}"/>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
        <p:nvSpPr>
          <p:cNvPr id="4" name="文本框 3">
            <a:extLst>
              <a:ext uri="{FF2B5EF4-FFF2-40B4-BE49-F238E27FC236}">
                <a16:creationId xmlns:a16="http://schemas.microsoft.com/office/drawing/2014/main" id="{AB90622E-2252-11BD-F45B-7FE49E89250F}"/>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项目监控的多元视角</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94" name="Text 37">
            <a:extLst>
              <a:ext uri="{FF2B5EF4-FFF2-40B4-BE49-F238E27FC236}">
                <a16:creationId xmlns:a16="http://schemas.microsoft.com/office/drawing/2014/main" id="{2B0E1A4F-09B0-C890-5CE2-56F672D55221}"/>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7EB7EBAB-C108-8C53-5EC2-9E622BD73590}"/>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监控</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08D86500-BC53-A767-AF8E-C40998D38797}"/>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3D6F3AC2-0CFA-77B1-2038-F99AE95EA2F9}"/>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BE34EB8B-400D-497E-F221-580ECE7BDAC4}"/>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36A201A9-182E-D2B9-8D75-2C00284C2B7D}"/>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项目监控</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5BD5B22A-4D15-26D9-8FE8-C8494CFB3ED5}"/>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5E812C4C-B4EF-5A16-CD4C-444C72FE2652}"/>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E7F6CCFC-1D48-5F25-ADEE-96564AEFDDA8}"/>
              </a:ext>
            </a:extLst>
          </p:cNvPr>
          <p:cNvSpPr/>
          <p:nvPr/>
        </p:nvSpPr>
        <p:spPr>
          <a:xfrm>
            <a:off x="667656" y="2702099"/>
            <a:ext cx="1181414"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a:rPr>
              <a:t>PRINCE2  </a:t>
            </a:r>
            <a:r>
              <a:rPr lang="en-US" altLang="ja-JP" sz="1100" b="1" dirty="0">
                <a:solidFill>
                  <a:srgbClr val="FF9900"/>
                </a:solidFill>
                <a:latin typeface="微软雅黑" panose="020B0503020204020204" pitchFamily="34" charset="-122"/>
                <a:ea typeface="微软雅黑" panose="020B0503020204020204" pitchFamily="34" charset="-122"/>
                <a:cs typeface="Noto Sans"/>
              </a:rPr>
              <a:t>(</a:t>
            </a:r>
            <a:r>
              <a:rPr lang="ja-JP" altLang="en-US" sz="1100" b="1" dirty="0">
                <a:solidFill>
                  <a:srgbClr val="FF9900"/>
                </a:solidFill>
                <a:latin typeface="微软雅黑" panose="020B0503020204020204" pitchFamily="34" charset="-122"/>
                <a:ea typeface="微软雅黑" panose="020B0503020204020204" pitchFamily="34" charset="-122"/>
                <a:cs typeface="Noto Sans"/>
              </a:rPr>
              <a:t>第6版)</a:t>
            </a:r>
            <a:endParaRPr lang="en-US" altLang="zh-CN" sz="1100" dirty="0">
              <a:latin typeface="微软雅黑" panose="020B0503020204020204" pitchFamily="34" charset="-122"/>
              <a:ea typeface="微软雅黑" panose="020B0503020204020204" pitchFamily="34" charset="-122"/>
            </a:endParaRPr>
          </a:p>
        </p:txBody>
      </p:sp>
      <p:sp>
        <p:nvSpPr>
          <p:cNvPr id="32" name="Text 11">
            <a:extLst>
              <a:ext uri="{FF2B5EF4-FFF2-40B4-BE49-F238E27FC236}">
                <a16:creationId xmlns:a16="http://schemas.microsoft.com/office/drawing/2014/main" id="{0A3D2266-1BCC-E713-55FF-C66BAB5BFF7B}"/>
              </a:ext>
            </a:extLst>
          </p:cNvPr>
          <p:cNvSpPr/>
          <p:nvPr/>
        </p:nvSpPr>
        <p:spPr>
          <a:xfrm>
            <a:off x="2213110" y="2445094"/>
            <a:ext cx="3286125" cy="684162"/>
          </a:xfrm>
          <a:prstGeom prst="rect">
            <a:avLst/>
          </a:prstGeom>
          <a:noFill/>
          <a:ln/>
        </p:spPr>
        <p:txBody>
          <a:bodyPr wrap="square" lIns="102108" tIns="102108" rIns="102108" bIns="102108" rtlCol="0" anchor="ctr">
            <a:spAutoFit/>
          </a:body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a:rPr>
              <a:t>通过</a:t>
            </a:r>
            <a:r>
              <a:rPr lang="ja-JP" altLang="en-US" sz="1100" dirty="0">
                <a:solidFill>
                  <a:srgbClr val="FF0000"/>
                </a:solidFill>
                <a:latin typeface="微软雅黑" panose="020B0503020204020204" pitchFamily="34" charset="-122"/>
                <a:ea typeface="微软雅黑" panose="020B0503020204020204" pitchFamily="34" charset="-122"/>
                <a:cs typeface="Noto Sans"/>
              </a:rPr>
              <a:t>例外</a:t>
            </a:r>
            <a:r>
              <a:rPr lang="ja-JP" altLang="en-US" sz="1100" dirty="0">
                <a:latin typeface="微软雅黑" panose="020B0503020204020204" pitchFamily="34" charset="-122"/>
                <a:ea typeface="微软雅黑" panose="020B0503020204020204" pitchFamily="34" charset="-122"/>
                <a:cs typeface="Noto Sans"/>
              </a:rPr>
              <a:t>管理原则和</a:t>
            </a:r>
            <a:r>
              <a:rPr lang="ja-JP" altLang="en-US" sz="1100" dirty="0">
                <a:solidFill>
                  <a:srgbClr val="FF0000"/>
                </a:solidFill>
                <a:latin typeface="微软雅黑" panose="020B0503020204020204" pitchFamily="34" charset="-122"/>
                <a:ea typeface="微软雅黑" panose="020B0503020204020204" pitchFamily="34" charset="-122"/>
                <a:cs typeface="Noto Sans"/>
              </a:rPr>
              <a:t>变更</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风险</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进展</a:t>
            </a:r>
            <a:r>
              <a:rPr lang="ja-JP" altLang="en-US" sz="1100" dirty="0">
                <a:latin typeface="微软雅黑" panose="020B0503020204020204" pitchFamily="34" charset="-122"/>
                <a:ea typeface="微软雅黑" panose="020B0503020204020204" pitchFamily="34" charset="-122"/>
                <a:cs typeface="Noto Sans"/>
              </a:rPr>
              <a:t>三大主题</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实现对项目进展的</a:t>
            </a:r>
            <a:r>
              <a:rPr lang="ja-JP" altLang="en-US" sz="1100" dirty="0">
                <a:solidFill>
                  <a:srgbClr val="FF0000"/>
                </a:solidFill>
                <a:latin typeface="微软雅黑" panose="020B0503020204020204" pitchFamily="34" charset="-122"/>
                <a:ea typeface="微软雅黑" panose="020B0503020204020204" pitchFamily="34" charset="-122"/>
                <a:cs typeface="Noto Sans"/>
              </a:rPr>
              <a:t>持续监督和控制</a:t>
            </a:r>
            <a:r>
              <a:rPr lang="en-US" altLang="zh-CN" sz="1100" dirty="0">
                <a:latin typeface="微软雅黑" panose="020B0503020204020204" pitchFamily="34" charset="-122"/>
                <a:ea typeface="微软雅黑" panose="020B0503020204020204" pitchFamily="34" charset="-122"/>
                <a:cs typeface="Noto Sans"/>
              </a:rPr>
              <a:t>。</a:t>
            </a:r>
          </a:p>
        </p:txBody>
      </p:sp>
      <p:sp>
        <p:nvSpPr>
          <p:cNvPr id="33" name="Text 12">
            <a:extLst>
              <a:ext uri="{FF2B5EF4-FFF2-40B4-BE49-F238E27FC236}">
                <a16:creationId xmlns:a16="http://schemas.microsoft.com/office/drawing/2014/main" id="{ECC00356-02C3-8D72-7DCF-F123D3A075C2}"/>
              </a:ext>
            </a:extLst>
          </p:cNvPr>
          <p:cNvSpPr/>
          <p:nvPr/>
        </p:nvSpPr>
        <p:spPr>
          <a:xfrm>
            <a:off x="5511119" y="2043533"/>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例外管理</a:t>
            </a:r>
            <a:r>
              <a:rPr lang="zh-CN" altLang="en-US" sz="1100" dirty="0">
                <a:latin typeface="微软雅黑" panose="020B0503020204020204" pitchFamily="34" charset="-122"/>
                <a:ea typeface="微软雅黑" panose="020B0503020204020204" pitchFamily="34" charset="-122"/>
                <a:cs typeface="Noto Sans" pitchFamily="34" charset="-120"/>
              </a:rPr>
              <a:t>：对超出容许偏差的情况实施管控。</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三大主题</a:t>
            </a:r>
            <a:r>
              <a:rPr lang="zh-CN" altLang="en-US" sz="1100" dirty="0">
                <a:latin typeface="微软雅黑" panose="020B0503020204020204" pitchFamily="34" charset="-122"/>
                <a:ea typeface="微软雅黑" panose="020B0503020204020204" pitchFamily="34" charset="-122"/>
                <a:cs typeface="Noto Sans" pitchFamily="34" charset="-120"/>
              </a:rPr>
              <a:t>：变更、风险、进展三大监控主题协同。</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四维控制</a:t>
            </a:r>
            <a:r>
              <a:rPr lang="zh-CN" altLang="en-US" sz="1100" dirty="0">
                <a:latin typeface="微软雅黑" panose="020B0503020204020204" pitchFamily="34" charset="-122"/>
                <a:ea typeface="微软雅黑" panose="020B0503020204020204" pitchFamily="34" charset="-122"/>
                <a:cs typeface="Noto Sans" pitchFamily="34" charset="-120"/>
              </a:rPr>
              <a:t>：时间</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成本</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质量</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范围多维度测量。</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双模驱动</a:t>
            </a:r>
            <a:r>
              <a:rPr lang="zh-CN" altLang="en-US" sz="1100" dirty="0">
                <a:latin typeface="微软雅黑" panose="020B0503020204020204" pitchFamily="34" charset="-122"/>
                <a:ea typeface="微软雅黑" panose="020B0503020204020204" pitchFamily="34" charset="-122"/>
                <a:cs typeface="Noto Sans" pitchFamily="34" charset="-120"/>
              </a:rPr>
              <a:t>：时间驱动控制</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事件驱动控制结合。</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阶段循环</a:t>
            </a:r>
            <a:r>
              <a:rPr lang="zh-CN" altLang="en-US" sz="1100" dirty="0">
                <a:latin typeface="微软雅黑" panose="020B0503020204020204" pitchFamily="34" charset="-122"/>
                <a:ea typeface="微软雅黑" panose="020B0503020204020204" pitchFamily="34" charset="-122"/>
                <a:cs typeface="Noto Sans" pitchFamily="34" charset="-120"/>
              </a:rPr>
              <a:t>：工作包管理</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监督报告</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问题处置闭环。</a:t>
            </a:r>
            <a:endParaRPr lang="en-US" sz="1100" dirty="0">
              <a:latin typeface="微软雅黑" panose="020B0503020204020204" pitchFamily="34" charset="-122"/>
              <a:ea typeface="微软雅黑" panose="020B0503020204020204" pitchFamily="34" charset="-122"/>
              <a:cs typeface="Noto Sans" pitchFamily="34" charset="-120"/>
            </a:endParaRPr>
          </a:p>
        </p:txBody>
      </p:sp>
      <p:sp>
        <p:nvSpPr>
          <p:cNvPr id="34" name="Shape 13">
            <a:extLst>
              <a:ext uri="{FF2B5EF4-FFF2-40B4-BE49-F238E27FC236}">
                <a16:creationId xmlns:a16="http://schemas.microsoft.com/office/drawing/2014/main" id="{1A019F9E-C5A7-679D-621B-2A39CD6518F6}"/>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3BB0E836-414C-DA8C-5C17-363C679BAF1E}"/>
              </a:ext>
            </a:extLst>
          </p:cNvPr>
          <p:cNvSpPr/>
          <p:nvPr/>
        </p:nvSpPr>
        <p:spPr>
          <a:xfrm>
            <a:off x="667656" y="4193125"/>
            <a:ext cx="1181414"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a:rPr>
              <a:t>PRINCE2  </a:t>
            </a:r>
            <a:r>
              <a:rPr lang="en-US" altLang="ja-JP" sz="1100" b="1" dirty="0">
                <a:solidFill>
                  <a:srgbClr val="FF9900"/>
                </a:solidFill>
                <a:latin typeface="微软雅黑" panose="020B0503020204020204" pitchFamily="34" charset="-122"/>
                <a:ea typeface="微软雅黑" panose="020B0503020204020204" pitchFamily="34" charset="-122"/>
                <a:cs typeface="Noto Sans"/>
              </a:rPr>
              <a:t>(</a:t>
            </a:r>
            <a:r>
              <a:rPr lang="ja-JP" altLang="en-US" sz="1100" b="1" dirty="0">
                <a:solidFill>
                  <a:srgbClr val="FF9900"/>
                </a:solidFill>
                <a:latin typeface="微软雅黑" panose="020B0503020204020204" pitchFamily="34" charset="-122"/>
                <a:ea typeface="微软雅黑" panose="020B0503020204020204" pitchFamily="34" charset="-122"/>
                <a:cs typeface="Noto Sans"/>
              </a:rPr>
              <a:t>第7版)</a:t>
            </a:r>
            <a:endParaRPr lang="en-US" altLang="zh-CN" sz="1100" dirty="0">
              <a:latin typeface="微软雅黑" panose="020B0503020204020204" pitchFamily="34" charset="-122"/>
              <a:ea typeface="微软雅黑" panose="020B0503020204020204" pitchFamily="34" charset="-122"/>
            </a:endParaRPr>
          </a:p>
        </p:txBody>
      </p:sp>
      <p:sp>
        <p:nvSpPr>
          <p:cNvPr id="37" name="Text 15">
            <a:extLst>
              <a:ext uri="{FF2B5EF4-FFF2-40B4-BE49-F238E27FC236}">
                <a16:creationId xmlns:a16="http://schemas.microsoft.com/office/drawing/2014/main" id="{3CC145F1-61D7-BD42-47E5-ADB59C535226}"/>
              </a:ext>
            </a:extLst>
          </p:cNvPr>
          <p:cNvSpPr/>
          <p:nvPr/>
        </p:nvSpPr>
        <p:spPr>
          <a:xfrm>
            <a:off x="2186110" y="3952616"/>
            <a:ext cx="3286125" cy="684162"/>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a:rPr>
              <a:t>定义</a:t>
            </a:r>
            <a:r>
              <a:rPr lang="ja-JP" altLang="en-US" sz="1100" dirty="0">
                <a:solidFill>
                  <a:srgbClr val="FF0000"/>
                </a:solidFill>
                <a:latin typeface="微软雅黑" panose="020B0503020204020204" pitchFamily="34" charset="-122"/>
                <a:ea typeface="微软雅黑" panose="020B0503020204020204" pitchFamily="34" charset="-122"/>
                <a:cs typeface="Noto Sans"/>
              </a:rPr>
              <a:t>项目指导</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管理和交付</a:t>
            </a:r>
            <a:r>
              <a:rPr lang="ja-JP" altLang="en-US" sz="1100" dirty="0">
                <a:latin typeface="微软雅黑" panose="020B0503020204020204" pitchFamily="34" charset="-122"/>
                <a:ea typeface="微软雅黑" panose="020B0503020204020204" pitchFamily="34" charset="-122"/>
                <a:cs typeface="Noto Sans"/>
              </a:rPr>
              <a:t>的</a:t>
            </a:r>
            <a:r>
              <a:rPr lang="ja-JP" altLang="en-US" sz="1100" dirty="0">
                <a:solidFill>
                  <a:srgbClr val="FF0000"/>
                </a:solidFill>
                <a:latin typeface="微软雅黑" panose="020B0503020204020204" pitchFamily="34" charset="-122"/>
                <a:ea typeface="微软雅黑" panose="020B0503020204020204" pitchFamily="34" charset="-122"/>
                <a:cs typeface="Noto Sans"/>
              </a:rPr>
              <a:t>职责</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并</a:t>
            </a:r>
            <a:r>
              <a:rPr lang="ja-JP" altLang="en-US" sz="1100" dirty="0">
                <a:solidFill>
                  <a:srgbClr val="FF0000"/>
                </a:solidFill>
                <a:latin typeface="微软雅黑" panose="020B0503020204020204" pitchFamily="34" charset="-122"/>
                <a:ea typeface="微软雅黑" panose="020B0503020204020204" pitchFamily="34" charset="-122"/>
                <a:cs typeface="Noto Sans"/>
              </a:rPr>
              <a:t>设定绩效指标和容许偏差</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实现对项目进展的持续监督和控制</a:t>
            </a:r>
            <a:r>
              <a:rPr lang="en-US" altLang="zh-CN" sz="1100" dirty="0">
                <a:latin typeface="微软雅黑" panose="020B0503020204020204" pitchFamily="34" charset="-122"/>
                <a:ea typeface="微软雅黑" panose="020B0503020204020204" pitchFamily="34" charset="-122"/>
                <a:cs typeface="Noto Sans"/>
              </a:rPr>
              <a:t>。</a:t>
            </a:r>
          </a:p>
        </p:txBody>
      </p:sp>
      <p:sp>
        <p:nvSpPr>
          <p:cNvPr id="40" name="文本框 39">
            <a:extLst>
              <a:ext uri="{FF2B5EF4-FFF2-40B4-BE49-F238E27FC236}">
                <a16:creationId xmlns:a16="http://schemas.microsoft.com/office/drawing/2014/main" id="{592AE156-50A0-A077-EA63-E52635237785}"/>
              </a:ext>
            </a:extLst>
          </p:cNvPr>
          <p:cNvSpPr txBox="1"/>
          <p:nvPr/>
        </p:nvSpPr>
        <p:spPr>
          <a:xfrm>
            <a:off x="5511119" y="3484789"/>
            <a:ext cx="3220743" cy="1585947"/>
          </a:xfrm>
          <a:prstGeom prst="rect">
            <a:avLst/>
          </a:prstGeom>
          <a:noFill/>
        </p:spPr>
        <p:txBody>
          <a:bodyPr wrap="square">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管理范畴</a:t>
            </a:r>
            <a:r>
              <a:rPr lang="zh-CN" altLang="en-US" sz="1100" dirty="0">
                <a:latin typeface="微软雅黑" panose="020B0503020204020204" pitchFamily="34" charset="-122"/>
                <a:ea typeface="微软雅黑" panose="020B0503020204020204" pitchFamily="34" charset="-122"/>
                <a:cs typeface="Noto Sans" pitchFamily="34" charset="-120"/>
              </a:rPr>
              <a:t>：问题管理涵盖五类关键要素。</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五大类型</a:t>
            </a:r>
            <a:r>
              <a:rPr lang="zh-CN" altLang="en-US" sz="1100" dirty="0">
                <a:latin typeface="微软雅黑" panose="020B0503020204020204" pitchFamily="34" charset="-122"/>
                <a:ea typeface="微软雅黑" panose="020B0503020204020204" pitchFamily="34" charset="-122"/>
                <a:cs typeface="Noto Sans" pitchFamily="34" charset="-120"/>
              </a:rPr>
              <a:t>：问题与顾虑、外部事件、商业机会、变更请求、规格偏差。</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标准流程</a:t>
            </a:r>
            <a:r>
              <a:rPr lang="zh-CN" altLang="en-US" sz="1100" dirty="0">
                <a:latin typeface="微软雅黑" panose="020B0503020204020204" pitchFamily="34" charset="-122"/>
                <a:ea typeface="微软雅黑" panose="020B0503020204020204" pitchFamily="34" charset="-122"/>
                <a:cs typeface="Noto Sans" pitchFamily="34" charset="-120"/>
              </a:rPr>
              <a:t>：捕获→评估→推荐→决定→实施。</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核心工具</a:t>
            </a:r>
            <a:r>
              <a:rPr lang="zh-CN" altLang="en-US" sz="1100" dirty="0">
                <a:latin typeface="微软雅黑" panose="020B0503020204020204" pitchFamily="34" charset="-122"/>
                <a:ea typeface="微软雅黑" panose="020B0503020204020204" pitchFamily="34" charset="-122"/>
                <a:cs typeface="Noto Sans" pitchFamily="34" charset="-120"/>
              </a:rPr>
              <a:t>：问题登记单实现全过程跟踪。</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系统整合</a:t>
            </a:r>
            <a:r>
              <a:rPr lang="zh-CN" altLang="en-US" sz="1100" dirty="0">
                <a:latin typeface="微软雅黑" panose="020B0503020204020204" pitchFamily="34" charset="-122"/>
                <a:ea typeface="微软雅黑" panose="020B0503020204020204" pitchFamily="34" charset="-122"/>
                <a:cs typeface="Noto Sans" pitchFamily="34" charset="-120"/>
              </a:rPr>
              <a:t>：与变更管理流程深度衔接。</a:t>
            </a:r>
          </a:p>
        </p:txBody>
      </p:sp>
    </p:spTree>
    <p:custDataLst>
      <p:tags r:id="rId1"/>
    </p:custDataLst>
    <p:extLst>
      <p:ext uri="{BB962C8B-B14F-4D97-AF65-F5344CB8AC3E}">
        <p14:creationId xmlns:p14="http://schemas.microsoft.com/office/powerpoint/2010/main" val="1580782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1C65F-637A-3E1A-1ABB-0FD28D68F728}"/>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75376FEC-8851-9365-B4A2-DDCD3B148D06}"/>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76F7136F-32BF-54E7-A576-EDB2A5BFC1F4}"/>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65A3A162-3B83-A516-BB61-B7DB7BFC2AE3}"/>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33C05E62-2A79-6AEC-2599-E72C25486B7D}"/>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3DE7CF66-8E63-ECB5-EFFE-DDFF7637B895}"/>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0E4BF620-CF4A-D93C-C673-F48D08ED8FED}"/>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
        <p:nvSpPr>
          <p:cNvPr id="4" name="文本框 3">
            <a:extLst>
              <a:ext uri="{FF2B5EF4-FFF2-40B4-BE49-F238E27FC236}">
                <a16:creationId xmlns:a16="http://schemas.microsoft.com/office/drawing/2014/main" id="{28BE42F5-6472-450D-0547-82C56ED30FF5}"/>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项目监控的多元视角</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94" name="Text 37">
            <a:extLst>
              <a:ext uri="{FF2B5EF4-FFF2-40B4-BE49-F238E27FC236}">
                <a16:creationId xmlns:a16="http://schemas.microsoft.com/office/drawing/2014/main" id="{4CB5913F-A303-C877-BD6D-6068D4A0EC61}"/>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1FE461DA-E312-0269-10E7-6FE2B0787B9E}"/>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监控</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2D30A35D-D909-214A-5297-26E0270722ED}"/>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5AE07C50-D102-BBEA-83BA-385770530949}"/>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5B6F53F3-8442-3137-9EE8-4F985D5AF118}"/>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9C235BFE-0118-BB46-5C8A-8674F68FE3D3}"/>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项目监控</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E0BAF0E3-E1BA-A49A-EF17-9D361056E9AD}"/>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65E5200A-3958-7DFE-D8D2-E26F8E1338ED}"/>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88B9E9D4-79AD-2657-3F99-180AFD9A5F7E}"/>
              </a:ext>
            </a:extLst>
          </p:cNvPr>
          <p:cNvSpPr/>
          <p:nvPr/>
        </p:nvSpPr>
        <p:spPr>
          <a:xfrm>
            <a:off x="667656" y="2702099"/>
            <a:ext cx="652423"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itchFamily="34" charset="-120"/>
              </a:rPr>
              <a:t>APMBOK</a:t>
            </a:r>
            <a:endParaRPr lang="en-US" altLang="zh-CN" sz="1100" dirty="0">
              <a:latin typeface="微软雅黑" panose="020B0503020204020204" pitchFamily="34" charset="-122"/>
              <a:ea typeface="微软雅黑" panose="020B0503020204020204" pitchFamily="34" charset="-122"/>
            </a:endParaRPr>
          </a:p>
        </p:txBody>
      </p:sp>
      <p:sp>
        <p:nvSpPr>
          <p:cNvPr id="32" name="Text 11">
            <a:extLst>
              <a:ext uri="{FF2B5EF4-FFF2-40B4-BE49-F238E27FC236}">
                <a16:creationId xmlns:a16="http://schemas.microsoft.com/office/drawing/2014/main" id="{FBDA06FD-D7BE-41C9-E71F-3C5002D66C77}"/>
              </a:ext>
            </a:extLst>
          </p:cNvPr>
          <p:cNvSpPr/>
          <p:nvPr/>
        </p:nvSpPr>
        <p:spPr>
          <a:xfrm>
            <a:off x="2161234" y="2443967"/>
            <a:ext cx="3286125" cy="684162"/>
          </a:xfrm>
          <a:prstGeom prst="rect">
            <a:avLst/>
          </a:prstGeom>
          <a:noFill/>
          <a:ln/>
        </p:spPr>
        <p:txBody>
          <a:bodyPr wrap="square" lIns="102108" tIns="102108" rIns="102108" bIns="102108" rtlCol="0" anchor="ctr">
            <a:spAutoFit/>
          </a:bodyPr>
          <a:lstStyle/>
          <a:p>
            <a:pPr>
              <a:lnSpc>
                <a:spcPct val="150000"/>
              </a:lnSpc>
            </a:pPr>
            <a:r>
              <a:rPr lang="ja-JP" altLang="en-US" sz="1100" dirty="0">
                <a:solidFill>
                  <a:srgbClr val="FF0000"/>
                </a:solidFill>
                <a:latin typeface="微软雅黑" panose="020B0503020204020204" pitchFamily="34" charset="-122"/>
                <a:ea typeface="微软雅黑" panose="020B0503020204020204" pitchFamily="34" charset="-122"/>
                <a:cs typeface="Noto Sans"/>
              </a:rPr>
              <a:t>强调控制部署 </a:t>
            </a:r>
            <a:r>
              <a:rPr lang="en-US" altLang="zh-CN" sz="1100" dirty="0">
                <a:latin typeface="微软雅黑" panose="020B0503020204020204" pitchFamily="34" charset="-122"/>
                <a:ea typeface="微软雅黑" panose="020B0503020204020204" pitchFamily="34" charset="-122"/>
                <a:cs typeface="Noto Sans"/>
              </a:rPr>
              <a:t>(4.3</a:t>
            </a:r>
            <a:r>
              <a:rPr lang="ja-JP" altLang="en-US" sz="1100" dirty="0">
                <a:latin typeface="微软雅黑" panose="020B0503020204020204" pitchFamily="34" charset="-122"/>
                <a:ea typeface="微软雅黑" panose="020B0503020204020204" pitchFamily="34" charset="-122"/>
                <a:cs typeface="Noto Sans"/>
              </a:rPr>
              <a:t>节</a:t>
            </a:r>
            <a:r>
              <a:rPr lang="en-US" altLang="zh-CN" sz="1100" dirty="0">
                <a:latin typeface="微软雅黑" panose="020B0503020204020204" pitchFamily="34" charset="-122"/>
                <a:ea typeface="微软雅黑" panose="020B0503020204020204" pitchFamily="34" charset="-122"/>
                <a:cs typeface="Noto Sans"/>
              </a:rPr>
              <a:t>) ,</a:t>
            </a:r>
            <a:r>
              <a:rPr lang="ja-JP" altLang="en-US" sz="1100" dirty="0">
                <a:latin typeface="微软雅黑" panose="020B0503020204020204" pitchFamily="34" charset="-122"/>
                <a:ea typeface="微软雅黑" panose="020B0503020204020204" pitchFamily="34" charset="-122"/>
                <a:cs typeface="Noto Sans"/>
              </a:rPr>
              <a:t>旨在确保获取进展和绩效信息</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以支持纠偏行为和决策</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保障商业计划</a:t>
            </a:r>
            <a:r>
              <a:rPr lang="ja-JP" altLang="en-US" sz="1100" dirty="0">
                <a:latin typeface="微软雅黑" panose="020B0503020204020204" pitchFamily="34" charset="-122"/>
                <a:ea typeface="微软雅黑" panose="020B0503020204020204" pitchFamily="34" charset="-122"/>
                <a:cs typeface="Noto Sans"/>
              </a:rPr>
              <a:t>的交付</a:t>
            </a:r>
            <a:r>
              <a:rPr lang="en-US" altLang="zh-CN" sz="1100" dirty="0">
                <a:latin typeface="微软雅黑" panose="020B0503020204020204" pitchFamily="34" charset="-122"/>
                <a:ea typeface="微软雅黑" panose="020B0503020204020204" pitchFamily="34" charset="-122"/>
                <a:cs typeface="Noto Sans"/>
              </a:rPr>
              <a:t>。</a:t>
            </a:r>
          </a:p>
        </p:txBody>
      </p:sp>
      <p:sp>
        <p:nvSpPr>
          <p:cNvPr id="33" name="Text 12">
            <a:extLst>
              <a:ext uri="{FF2B5EF4-FFF2-40B4-BE49-F238E27FC236}">
                <a16:creationId xmlns:a16="http://schemas.microsoft.com/office/drawing/2014/main" id="{1C9DB2BA-0196-3273-CA96-04E8A178E6C4}"/>
              </a:ext>
            </a:extLst>
          </p:cNvPr>
          <p:cNvSpPr/>
          <p:nvPr/>
        </p:nvSpPr>
        <p:spPr>
          <a:xfrm>
            <a:off x="5530559" y="2068990"/>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控制三角</a:t>
            </a:r>
            <a:r>
              <a:rPr lang="zh-CN" altLang="en-US" sz="1100" dirty="0">
                <a:latin typeface="微软雅黑" panose="020B0503020204020204" pitchFamily="34" charset="-122"/>
                <a:ea typeface="微软雅黑" panose="020B0503020204020204" pitchFamily="34" charset="-122"/>
                <a:cs typeface="Noto Sans" pitchFamily="34" charset="-120"/>
              </a:rPr>
              <a:t>：基准计划</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实际数据</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偏差分析。</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八大管控</a:t>
            </a:r>
            <a:r>
              <a:rPr lang="zh-CN" altLang="en-US" sz="1100" dirty="0">
                <a:latin typeface="微软雅黑" panose="020B0503020204020204" pitchFamily="34" charset="-122"/>
                <a:ea typeface="微软雅黑" panose="020B0503020204020204" pitchFamily="34" charset="-122"/>
                <a:cs typeface="Noto Sans" pitchFamily="34" charset="-120"/>
              </a:rPr>
              <a:t>：</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latin typeface="微软雅黑" panose="020B0503020204020204" pitchFamily="34" charset="-122"/>
                <a:ea typeface="微软雅黑" panose="020B0503020204020204" pitchFamily="34" charset="-122"/>
                <a:cs typeface="Noto Sans" pitchFamily="34" charset="-120"/>
              </a:rPr>
              <a:t>① 进度跟踪 ② 合同监督 ③ 风险应对</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latin typeface="微软雅黑" panose="020B0503020204020204" pitchFamily="34" charset="-122"/>
                <a:ea typeface="微软雅黑" panose="020B0503020204020204" pitchFamily="34" charset="-122"/>
                <a:cs typeface="Noto Sans" pitchFamily="34" charset="-120"/>
              </a:rPr>
              <a:t>④ 储备管理 ⑤ 问题解决 ⑥ 变更管控</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latin typeface="微软雅黑" panose="020B0503020204020204" pitchFamily="34" charset="-122"/>
                <a:ea typeface="微软雅黑" panose="020B0503020204020204" pitchFamily="34" charset="-122"/>
                <a:cs typeface="Noto Sans" pitchFamily="34" charset="-120"/>
              </a:rPr>
              <a:t>⑦ 配置维护 ⑧ 质量保证。</a:t>
            </a:r>
            <a:endParaRPr lang="en-US" sz="1100" dirty="0">
              <a:latin typeface="微软雅黑" panose="020B0503020204020204" pitchFamily="34" charset="-122"/>
              <a:ea typeface="微软雅黑" panose="020B0503020204020204" pitchFamily="34" charset="-122"/>
              <a:cs typeface="Noto Sans" pitchFamily="34" charset="-120"/>
            </a:endParaRPr>
          </a:p>
        </p:txBody>
      </p:sp>
      <p:sp>
        <p:nvSpPr>
          <p:cNvPr id="34" name="Shape 13">
            <a:extLst>
              <a:ext uri="{FF2B5EF4-FFF2-40B4-BE49-F238E27FC236}">
                <a16:creationId xmlns:a16="http://schemas.microsoft.com/office/drawing/2014/main" id="{B9C5698A-9F75-6153-E387-D60662219F29}"/>
              </a:ext>
            </a:extLst>
          </p:cNvPr>
          <p:cNvSpPr/>
          <p:nvPr/>
        </p:nvSpPr>
        <p:spPr>
          <a:xfrm>
            <a:off x="601979" y="3492643"/>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36FC59CE-6F38-D2D5-B8E7-98CA178838E9}"/>
              </a:ext>
            </a:extLst>
          </p:cNvPr>
          <p:cNvSpPr/>
          <p:nvPr/>
        </p:nvSpPr>
        <p:spPr>
          <a:xfrm>
            <a:off x="667656" y="4193125"/>
            <a:ext cx="527388"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itchFamily="34" charset="-120"/>
              </a:rPr>
              <a:t>BS6079</a:t>
            </a:r>
            <a:endParaRPr lang="en-US" altLang="zh-CN" sz="1100" dirty="0">
              <a:latin typeface="微软雅黑" panose="020B0503020204020204" pitchFamily="34" charset="-122"/>
              <a:ea typeface="微软雅黑" panose="020B0503020204020204" pitchFamily="34" charset="-122"/>
            </a:endParaRPr>
          </a:p>
        </p:txBody>
      </p:sp>
      <p:sp>
        <p:nvSpPr>
          <p:cNvPr id="37" name="Text 15">
            <a:extLst>
              <a:ext uri="{FF2B5EF4-FFF2-40B4-BE49-F238E27FC236}">
                <a16:creationId xmlns:a16="http://schemas.microsoft.com/office/drawing/2014/main" id="{CFCBAF07-FCB4-3B0F-5645-AD1DBE226582}"/>
              </a:ext>
            </a:extLst>
          </p:cNvPr>
          <p:cNvSpPr/>
          <p:nvPr/>
        </p:nvSpPr>
        <p:spPr>
          <a:xfrm>
            <a:off x="2146545" y="3990866"/>
            <a:ext cx="3286125" cy="684162"/>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ja-JP" altLang="en-US" sz="1100" dirty="0">
                <a:solidFill>
                  <a:srgbClr val="FF0000"/>
                </a:solidFill>
                <a:latin typeface="微软雅黑" panose="020B0503020204020204" pitchFamily="34" charset="-122"/>
                <a:ea typeface="微软雅黑" panose="020B0503020204020204" pitchFamily="34" charset="-122"/>
                <a:cs typeface="Noto Sans"/>
              </a:rPr>
              <a:t>控制</a:t>
            </a:r>
            <a:r>
              <a:rPr lang="en-US" altLang="zh-CN" sz="1100" dirty="0">
                <a:latin typeface="微软雅黑" panose="020B0503020204020204" pitchFamily="34" charset="-122"/>
                <a:ea typeface="微软雅黑" panose="020B0503020204020204" pitchFamily="34" charset="-122"/>
                <a:cs typeface="Noto Sans"/>
              </a:rPr>
              <a:t>（13.2</a:t>
            </a:r>
            <a:r>
              <a:rPr lang="ja-JP" altLang="en-US" sz="1100" dirty="0">
                <a:latin typeface="微软雅黑" panose="020B0503020204020204" pitchFamily="34" charset="-122"/>
                <a:ea typeface="微软雅黑" panose="020B0503020204020204" pitchFamily="34" charset="-122"/>
                <a:cs typeface="Noto Sans"/>
              </a:rPr>
              <a:t>节）作为项目的四个项目支持活动之一</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其它三项支持活动为</a:t>
            </a:r>
            <a:r>
              <a:rPr lang="ja-JP" altLang="en-US" sz="1100" dirty="0">
                <a:solidFill>
                  <a:srgbClr val="FF0000"/>
                </a:solidFill>
                <a:latin typeface="微软雅黑" panose="020B0503020204020204" pitchFamily="34" charset="-122"/>
                <a:ea typeface="微软雅黑" panose="020B0503020204020204" pitchFamily="34" charset="-122"/>
                <a:cs typeface="Noto Sans"/>
              </a:rPr>
              <a:t>计划</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质量和商务</a:t>
            </a:r>
            <a:r>
              <a:rPr lang="en-US" altLang="zh-CN" sz="1100" dirty="0">
                <a:latin typeface="微软雅黑" panose="020B0503020204020204" pitchFamily="34" charset="-122"/>
                <a:ea typeface="微软雅黑" panose="020B0503020204020204" pitchFamily="34" charset="-122"/>
                <a:cs typeface="Noto Sans"/>
              </a:rPr>
              <a:t>。</a:t>
            </a:r>
          </a:p>
        </p:txBody>
      </p:sp>
      <p:sp>
        <p:nvSpPr>
          <p:cNvPr id="40" name="文本框 39">
            <a:extLst>
              <a:ext uri="{FF2B5EF4-FFF2-40B4-BE49-F238E27FC236}">
                <a16:creationId xmlns:a16="http://schemas.microsoft.com/office/drawing/2014/main" id="{9E25CAE2-17F8-30BC-8C02-33F64C79AE88}"/>
              </a:ext>
            </a:extLst>
          </p:cNvPr>
          <p:cNvSpPr txBox="1"/>
          <p:nvPr/>
        </p:nvSpPr>
        <p:spPr>
          <a:xfrm>
            <a:off x="5530559" y="3663015"/>
            <a:ext cx="3384621" cy="1332031"/>
          </a:xfrm>
          <a:prstGeom prst="rect">
            <a:avLst/>
          </a:prstGeom>
          <a:noFill/>
        </p:spPr>
        <p:txBody>
          <a:bodyPr wrap="square">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四大支柱</a:t>
            </a:r>
            <a:r>
              <a:rPr lang="zh-CN" altLang="en-US" sz="1100" dirty="0">
                <a:latin typeface="微软雅黑" panose="020B0503020204020204" pitchFamily="34" charset="-122"/>
                <a:ea typeface="微软雅黑" panose="020B0503020204020204" pitchFamily="34" charset="-122"/>
                <a:cs typeface="Noto Sans" pitchFamily="34" charset="-120"/>
              </a:rPr>
              <a:t>：控制、计划、质量、商务。</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九要素</a:t>
            </a:r>
            <a:r>
              <a:rPr lang="zh-CN" altLang="en-US" sz="1100" dirty="0">
                <a:latin typeface="微软雅黑" panose="020B0503020204020204" pitchFamily="34" charset="-122"/>
                <a:ea typeface="微软雅黑" panose="020B0503020204020204" pitchFamily="34" charset="-122"/>
                <a:cs typeface="Noto Sans" pitchFamily="34" charset="-120"/>
              </a:rPr>
              <a:t>：流程、风险、问题、变更、配置、信息、报告、干系人、沟通。</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双质量</a:t>
            </a:r>
            <a:r>
              <a:rPr lang="zh-CN" altLang="en-US" sz="1100" dirty="0">
                <a:latin typeface="微软雅黑" panose="020B0503020204020204" pitchFamily="34" charset="-122"/>
                <a:ea typeface="微软雅黑" panose="020B0503020204020204" pitchFamily="34" charset="-122"/>
                <a:cs typeface="Noto Sans" pitchFamily="34" charset="-120"/>
              </a:rPr>
              <a:t>：过程控制、结果保证。</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三特征</a:t>
            </a:r>
            <a:r>
              <a:rPr lang="zh-CN" altLang="en-US" sz="1100" dirty="0">
                <a:latin typeface="微软雅黑" panose="020B0503020204020204" pitchFamily="34" charset="-122"/>
                <a:ea typeface="微软雅黑" panose="020B0503020204020204" pitchFamily="34" charset="-122"/>
                <a:cs typeface="Noto Sans" pitchFamily="34" charset="-120"/>
              </a:rPr>
              <a:t>：智能预警、自动升级、全程追溯。</a:t>
            </a:r>
          </a:p>
        </p:txBody>
      </p:sp>
    </p:spTree>
    <p:custDataLst>
      <p:tags r:id="rId1"/>
    </p:custDataLst>
    <p:extLst>
      <p:ext uri="{BB962C8B-B14F-4D97-AF65-F5344CB8AC3E}">
        <p14:creationId xmlns:p14="http://schemas.microsoft.com/office/powerpoint/2010/main" val="203917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8A634-B2A8-6E4A-470F-0BD7199DC954}"/>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A4719A51-95B3-7772-B05A-59F2ACBCE668}"/>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cs typeface="思源黑体 CN Normal" panose="020B0400000000000000" charset="-122"/>
            </a:endParaRPr>
          </a:p>
        </p:txBody>
      </p:sp>
      <p:sp>
        <p:nvSpPr>
          <p:cNvPr id="5" name="平行四边形 4">
            <a:extLst>
              <a:ext uri="{FF2B5EF4-FFF2-40B4-BE49-F238E27FC236}">
                <a16:creationId xmlns:a16="http://schemas.microsoft.com/office/drawing/2014/main" id="{2E1D5B15-B8C0-3E67-3F4C-B5420DA6B5B2}"/>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7" name="平行四边形 6">
            <a:extLst>
              <a:ext uri="{FF2B5EF4-FFF2-40B4-BE49-F238E27FC236}">
                <a16:creationId xmlns:a16="http://schemas.microsoft.com/office/drawing/2014/main" id="{420DD48E-55E7-7431-4B7C-AB5AD59466B1}"/>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320DB794-045B-7D70-2888-D1C9FB186ABD}"/>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pic>
        <p:nvPicPr>
          <p:cNvPr id="39" name="图片 38" descr="建筑-10">
            <a:extLst>
              <a:ext uri="{FF2B5EF4-FFF2-40B4-BE49-F238E27FC236}">
                <a16:creationId xmlns:a16="http://schemas.microsoft.com/office/drawing/2014/main" id="{6DEB7665-B12A-3477-5D71-E2C11999427C}"/>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F906381A-50DB-F9E7-46F5-51D15AA9ECC3}"/>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微软雅黑" panose="020B0503020204020204" pitchFamily="34" charset="-122"/>
                <a:ea typeface="微软雅黑" panose="020B0503020204020204" pitchFamily="34" charset="-122"/>
                <a:cs typeface="思源黑体 CN Normal" panose="020B0400000000000000" charset="-122"/>
                <a:sym typeface="+mn-ea"/>
              </a:rPr>
              <a:t>项目监控的多元视角 </a:t>
            </a:r>
            <a:r>
              <a:rPr lang="en-US" altLang="zh-CN" b="1" dirty="0">
                <a:solidFill>
                  <a:schemeClr val="bg1"/>
                </a:solidFill>
                <a:latin typeface="微软雅黑" panose="020B0503020204020204" pitchFamily="34" charset="-122"/>
                <a:ea typeface="微软雅黑" panose="020B0503020204020204" pitchFamily="34" charset="-122"/>
                <a:cs typeface="思源黑体 CN Normal" panose="020B0400000000000000" charset="-122"/>
                <a:sym typeface="+mn-ea"/>
              </a:rPr>
              <a:t>(</a:t>
            </a:r>
            <a:r>
              <a:rPr lang="zh-CN" altLang="en-US" b="1" dirty="0">
                <a:solidFill>
                  <a:schemeClr val="bg1"/>
                </a:solidFill>
                <a:latin typeface="微软雅黑" panose="020B0503020204020204" pitchFamily="34" charset="-122"/>
                <a:ea typeface="微软雅黑" panose="020B0503020204020204" pitchFamily="34" charset="-122"/>
                <a:cs typeface="思源黑体 CN Normal" panose="020B0400000000000000" charset="-122"/>
                <a:sym typeface="+mn-ea"/>
              </a:rPr>
              <a:t>续）</a:t>
            </a:r>
          </a:p>
        </p:txBody>
      </p:sp>
      <p:sp>
        <p:nvSpPr>
          <p:cNvPr id="28" name="文本框 17">
            <a:extLst>
              <a:ext uri="{FF2B5EF4-FFF2-40B4-BE49-F238E27FC236}">
                <a16:creationId xmlns:a16="http://schemas.microsoft.com/office/drawing/2014/main" id="{BF91481B-3953-08F7-A316-09BCE1050507}"/>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pitchFamily="34" charset="-122"/>
                <a:ea typeface="微软雅黑" panose="020B0503020204020204" pitchFamily="34" charset="-122"/>
                <a:cs typeface="思源黑体 CN Normal" panose="020B0400000000000000" charset="-122"/>
              </a:rPr>
              <a:t>5.2</a:t>
            </a:r>
          </a:p>
        </p:txBody>
      </p:sp>
      <p:sp>
        <p:nvSpPr>
          <p:cNvPr id="3" name="Text 21">
            <a:extLst>
              <a:ext uri="{FF2B5EF4-FFF2-40B4-BE49-F238E27FC236}">
                <a16:creationId xmlns:a16="http://schemas.microsoft.com/office/drawing/2014/main" id="{F6590451-C371-BB36-D0EE-1CD0EE03184A}"/>
              </a:ext>
            </a:extLst>
          </p:cNvPr>
          <p:cNvSpPr/>
          <p:nvPr/>
        </p:nvSpPr>
        <p:spPr>
          <a:xfrm>
            <a:off x="993379" y="1655785"/>
            <a:ext cx="2769989"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itchFamily="34" charset="-120"/>
              </a:rPr>
              <a:t>不同知识体系监控视角的共性与差异</a:t>
            </a:r>
            <a:endParaRPr lang="en-US" sz="1350" dirty="0">
              <a:latin typeface="微软雅黑" panose="020B0503020204020204" pitchFamily="34" charset="-122"/>
              <a:ea typeface="微软雅黑" panose="020B0503020204020204" pitchFamily="34" charset="-122"/>
            </a:endParaRPr>
          </a:p>
        </p:txBody>
      </p:sp>
      <p:pic>
        <p:nvPicPr>
          <p:cNvPr id="29" name="Image 1" descr="preencoded.png">
            <a:extLst>
              <a:ext uri="{FF2B5EF4-FFF2-40B4-BE49-F238E27FC236}">
                <a16:creationId xmlns:a16="http://schemas.microsoft.com/office/drawing/2014/main" id="{61117171-4249-98BB-84F8-68A0FF88A068}"/>
              </a:ext>
            </a:extLst>
          </p:cNvPr>
          <p:cNvPicPr>
            <a:picLocks noChangeAspect="1"/>
          </p:cNvPicPr>
          <p:nvPr/>
        </p:nvPicPr>
        <p:blipFill>
          <a:blip r:embed="rId9"/>
          <a:stretch>
            <a:fillRect/>
          </a:stretch>
        </p:blipFill>
        <p:spPr>
          <a:xfrm>
            <a:off x="1007223" y="2198659"/>
            <a:ext cx="125016" cy="142875"/>
          </a:xfrm>
          <a:prstGeom prst="rect">
            <a:avLst/>
          </a:prstGeom>
        </p:spPr>
      </p:pic>
      <p:sp>
        <p:nvSpPr>
          <p:cNvPr id="30" name="Text 22">
            <a:extLst>
              <a:ext uri="{FF2B5EF4-FFF2-40B4-BE49-F238E27FC236}">
                <a16:creationId xmlns:a16="http://schemas.microsoft.com/office/drawing/2014/main" id="{93AD28B6-C64F-308D-2533-57E5221C507E}"/>
              </a:ext>
            </a:extLst>
          </p:cNvPr>
          <p:cNvSpPr/>
          <p:nvPr/>
        </p:nvSpPr>
        <p:spPr>
          <a:xfrm>
            <a:off x="1218836" y="2184015"/>
            <a:ext cx="307777"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共性</a:t>
            </a:r>
            <a:endParaRPr lang="en-US" sz="1200" dirty="0">
              <a:latin typeface="微软雅黑" panose="020B0503020204020204" pitchFamily="34" charset="-122"/>
              <a:ea typeface="微软雅黑" panose="020B0503020204020204" pitchFamily="34" charset="-122"/>
            </a:endParaRPr>
          </a:p>
        </p:txBody>
      </p:sp>
      <p:sp>
        <p:nvSpPr>
          <p:cNvPr id="31" name="Text 23">
            <a:extLst>
              <a:ext uri="{FF2B5EF4-FFF2-40B4-BE49-F238E27FC236}">
                <a16:creationId xmlns:a16="http://schemas.microsoft.com/office/drawing/2014/main" id="{7CF15D62-7859-9773-AC85-37809F9AE008}"/>
              </a:ext>
            </a:extLst>
          </p:cNvPr>
          <p:cNvSpPr/>
          <p:nvPr/>
        </p:nvSpPr>
        <p:spPr>
          <a:xfrm>
            <a:off x="1526101" y="2184015"/>
            <a:ext cx="6001643"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都强调</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监控</a:t>
            </a:r>
            <a:r>
              <a:rPr lang="en-US" sz="1200" dirty="0" err="1">
                <a:latin typeface="微软雅黑" panose="020B0503020204020204" pitchFamily="34" charset="-122"/>
                <a:ea typeface="微软雅黑" panose="020B0503020204020204" pitchFamily="34" charset="-122"/>
                <a:cs typeface="Noto Sans" pitchFamily="34" charset="-120"/>
              </a:rPr>
              <a:t>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必要性</a:t>
            </a:r>
            <a:r>
              <a:rPr lang="en-US" sz="1200" dirty="0" err="1">
                <a:latin typeface="微软雅黑" panose="020B0503020204020204" pitchFamily="34" charset="-122"/>
                <a:ea typeface="微软雅黑" panose="020B0503020204020204" pitchFamily="34" charset="-122"/>
                <a:cs typeface="Noto Sans" pitchFamily="34" charset="-120"/>
              </a:rPr>
              <a:t>；都认可</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监控需要与计划相对应</a:t>
            </a:r>
            <a:r>
              <a:rPr lang="en-US" sz="1200" dirty="0" err="1">
                <a:latin typeface="微软雅黑" panose="020B0503020204020204" pitchFamily="34" charset="-122"/>
                <a:ea typeface="微软雅黑" panose="020B0503020204020204" pitchFamily="34" charset="-122"/>
                <a:cs typeface="Noto Sans" pitchFamily="34" charset="-120"/>
              </a:rPr>
              <a:t>；都承认监控</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需要采取纠正措施</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32" name="Image 2" descr="preencoded.png">
            <a:extLst>
              <a:ext uri="{FF2B5EF4-FFF2-40B4-BE49-F238E27FC236}">
                <a16:creationId xmlns:a16="http://schemas.microsoft.com/office/drawing/2014/main" id="{48035EDD-5CD3-4077-D49F-15745BABC0F5}"/>
              </a:ext>
            </a:extLst>
          </p:cNvPr>
          <p:cNvPicPr>
            <a:picLocks noChangeAspect="1"/>
          </p:cNvPicPr>
          <p:nvPr/>
        </p:nvPicPr>
        <p:blipFill>
          <a:blip r:embed="rId10"/>
          <a:stretch>
            <a:fillRect/>
          </a:stretch>
        </p:blipFill>
        <p:spPr>
          <a:xfrm>
            <a:off x="1013303" y="2702963"/>
            <a:ext cx="125016" cy="142875"/>
          </a:xfrm>
          <a:prstGeom prst="rect">
            <a:avLst/>
          </a:prstGeom>
        </p:spPr>
      </p:pic>
      <p:sp>
        <p:nvSpPr>
          <p:cNvPr id="33" name="Text 24">
            <a:extLst>
              <a:ext uri="{FF2B5EF4-FFF2-40B4-BE49-F238E27FC236}">
                <a16:creationId xmlns:a16="http://schemas.microsoft.com/office/drawing/2014/main" id="{09E5CA68-0A10-60CA-7AD9-F77D635F2DF8}"/>
              </a:ext>
            </a:extLst>
          </p:cNvPr>
          <p:cNvSpPr/>
          <p:nvPr/>
        </p:nvSpPr>
        <p:spPr>
          <a:xfrm>
            <a:off x="1227357" y="2688319"/>
            <a:ext cx="307777"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差异</a:t>
            </a:r>
            <a:endParaRPr lang="en-US" sz="1200" dirty="0">
              <a:latin typeface="微软雅黑" panose="020B0503020204020204" pitchFamily="34" charset="-122"/>
              <a:ea typeface="微软雅黑" panose="020B0503020204020204" pitchFamily="34" charset="-122"/>
            </a:endParaRPr>
          </a:p>
        </p:txBody>
      </p:sp>
      <p:sp>
        <p:nvSpPr>
          <p:cNvPr id="34" name="Text 25">
            <a:extLst>
              <a:ext uri="{FF2B5EF4-FFF2-40B4-BE49-F238E27FC236}">
                <a16:creationId xmlns:a16="http://schemas.microsoft.com/office/drawing/2014/main" id="{2D282C46-43C5-CF4A-7A03-4504A90E364F}"/>
              </a:ext>
            </a:extLst>
          </p:cNvPr>
          <p:cNvSpPr/>
          <p:nvPr/>
        </p:nvSpPr>
        <p:spPr>
          <a:xfrm>
            <a:off x="1536140" y="2688944"/>
            <a:ext cx="7282443" cy="184666"/>
          </a:xfrm>
          <a:prstGeom prst="rect">
            <a:avLst/>
          </a:prstGeom>
          <a:noFill/>
          <a:ln/>
        </p:spPr>
        <p:txBody>
          <a:bodyPr wrap="none" lIns="0" tIns="0" rIns="0" bIns="0" rtlCol="0" anchor="ctr">
            <a:spAutoFit/>
          </a:bodyPr>
          <a:lstStyle/>
          <a:p>
            <a:r>
              <a:rPr lang="en-US" sz="1200" dirty="0">
                <a:latin typeface="微软雅黑" panose="020B0503020204020204" pitchFamily="34" charset="-122"/>
                <a:ea typeface="微软雅黑" panose="020B0503020204020204" pitchFamily="34" charset="-122"/>
                <a:cs typeface="Noto Sans" pitchFamily="34" charset="-120"/>
              </a:rPr>
              <a:t>：PMBOK更强调</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全面</a:t>
            </a:r>
            <a:r>
              <a:rPr lang="en-US" sz="1200" dirty="0">
                <a:latin typeface="微软雅黑" panose="020B0503020204020204" pitchFamily="34" charset="-122"/>
                <a:ea typeface="微软雅黑" panose="020B0503020204020204" pitchFamily="34" charset="-122"/>
                <a:cs typeface="Noto Sans" pitchFamily="34" charset="-120"/>
              </a:rPr>
              <a:t>的</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监控过程</a:t>
            </a:r>
            <a:r>
              <a:rPr lang="en-US" sz="1200" dirty="0">
                <a:latin typeface="微软雅黑" panose="020B0503020204020204" pitchFamily="34" charset="-122"/>
                <a:ea typeface="微软雅黑" panose="020B0503020204020204" pitchFamily="34" charset="-122"/>
                <a:cs typeface="Noto Sans" pitchFamily="34" charset="-120"/>
              </a:rPr>
              <a:t>；PRINCE2更强调</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基于例外</a:t>
            </a:r>
            <a:r>
              <a:rPr lang="en-US" sz="1200" dirty="0">
                <a:latin typeface="微软雅黑" panose="020B0503020204020204" pitchFamily="34" charset="-122"/>
                <a:ea typeface="微软雅黑" panose="020B0503020204020204" pitchFamily="34" charset="-122"/>
                <a:cs typeface="Noto Sans" pitchFamily="34" charset="-120"/>
              </a:rPr>
              <a:t>的</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管理方法</a:t>
            </a:r>
            <a:r>
              <a:rPr lang="en-US" sz="1200" dirty="0">
                <a:latin typeface="微软雅黑" panose="020B0503020204020204" pitchFamily="34" charset="-122"/>
                <a:ea typeface="微软雅黑" panose="020B0503020204020204" pitchFamily="34" charset="-122"/>
                <a:cs typeface="Noto Sans" pitchFamily="34" charset="-120"/>
              </a:rPr>
              <a:t>；</a:t>
            </a:r>
            <a:r>
              <a:rPr lang="en-US" altLang="zh-CN" sz="1200" dirty="0">
                <a:latin typeface="微软雅黑" panose="020B0503020204020204" pitchFamily="34" charset="-122"/>
                <a:ea typeface="微软雅黑" panose="020B0503020204020204" pitchFamily="34" charset="-122"/>
              </a:rPr>
              <a:t> PM</a:t>
            </a:r>
            <a:r>
              <a:rPr lang="en-US" altLang="zh-CN" sz="1200" baseline="30000" dirty="0">
                <a:latin typeface="微软雅黑" panose="020B0503020204020204" pitchFamily="34" charset="-122"/>
                <a:ea typeface="微软雅黑" panose="020B0503020204020204" pitchFamily="34" charset="-122"/>
              </a:rPr>
              <a:t>2 </a:t>
            </a:r>
            <a:r>
              <a:rPr lang="en-US" sz="1200" dirty="0" err="1">
                <a:latin typeface="微软雅黑" panose="020B0503020204020204" pitchFamily="34" charset="-122"/>
                <a:ea typeface="微软雅黑" panose="020B0503020204020204" pitchFamily="34" charset="-122"/>
                <a:cs typeface="Noto Sans" pitchFamily="34" charset="-120"/>
              </a:rPr>
              <a:t>更注重与</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治理结构</a:t>
            </a:r>
            <a:r>
              <a:rPr lang="en-US" sz="1200" dirty="0" err="1">
                <a:latin typeface="微软雅黑" panose="020B0503020204020204" pitchFamily="34" charset="-122"/>
                <a:ea typeface="微软雅黑" panose="020B0503020204020204" pitchFamily="34" charset="-122"/>
                <a:cs typeface="Noto Sans" pitchFamily="34" charset="-120"/>
              </a:rPr>
              <a:t>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衔接</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35" name="Image 3" descr="preencoded.png">
            <a:extLst>
              <a:ext uri="{FF2B5EF4-FFF2-40B4-BE49-F238E27FC236}">
                <a16:creationId xmlns:a16="http://schemas.microsoft.com/office/drawing/2014/main" id="{91B7A225-AA55-7A38-6FED-8466D40E272C}"/>
              </a:ext>
            </a:extLst>
          </p:cNvPr>
          <p:cNvPicPr>
            <a:picLocks noChangeAspect="1"/>
          </p:cNvPicPr>
          <p:nvPr/>
        </p:nvPicPr>
        <p:blipFill>
          <a:blip r:embed="rId11"/>
          <a:stretch>
            <a:fillRect/>
          </a:stretch>
        </p:blipFill>
        <p:spPr>
          <a:xfrm>
            <a:off x="1019804" y="3194336"/>
            <a:ext cx="107156" cy="142875"/>
          </a:xfrm>
          <a:prstGeom prst="rect">
            <a:avLst/>
          </a:prstGeom>
        </p:spPr>
      </p:pic>
      <p:sp>
        <p:nvSpPr>
          <p:cNvPr id="36" name="Text 26">
            <a:extLst>
              <a:ext uri="{FF2B5EF4-FFF2-40B4-BE49-F238E27FC236}">
                <a16:creationId xmlns:a16="http://schemas.microsoft.com/office/drawing/2014/main" id="{AD1A2DE8-80E0-862A-0080-9F8AF3FA0920}"/>
              </a:ext>
            </a:extLst>
          </p:cNvPr>
          <p:cNvSpPr/>
          <p:nvPr/>
        </p:nvSpPr>
        <p:spPr>
          <a:xfrm>
            <a:off x="1237497" y="3171579"/>
            <a:ext cx="307777"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启示</a:t>
            </a:r>
            <a:endParaRPr lang="en-US" sz="1200" dirty="0">
              <a:latin typeface="微软雅黑" panose="020B0503020204020204" pitchFamily="34" charset="-122"/>
              <a:ea typeface="微软雅黑" panose="020B0503020204020204" pitchFamily="34" charset="-122"/>
            </a:endParaRPr>
          </a:p>
        </p:txBody>
      </p:sp>
      <p:sp>
        <p:nvSpPr>
          <p:cNvPr id="37" name="Text 27">
            <a:extLst>
              <a:ext uri="{FF2B5EF4-FFF2-40B4-BE49-F238E27FC236}">
                <a16:creationId xmlns:a16="http://schemas.microsoft.com/office/drawing/2014/main" id="{81A4B3C4-860D-862E-70F2-D57878017E48}"/>
              </a:ext>
            </a:extLst>
          </p:cNvPr>
          <p:cNvSpPr/>
          <p:nvPr/>
        </p:nvSpPr>
        <p:spPr>
          <a:xfrm>
            <a:off x="1547742" y="3171579"/>
            <a:ext cx="6001643"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不同知识体系的监控视角各有</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侧重</a:t>
            </a:r>
            <a:r>
              <a:rPr lang="en-US" sz="1200" dirty="0" err="1">
                <a:latin typeface="微软雅黑" panose="020B0503020204020204" pitchFamily="34" charset="-122"/>
                <a:ea typeface="微软雅黑" panose="020B0503020204020204" pitchFamily="34" charset="-122"/>
                <a:cs typeface="Noto Sans" pitchFamily="34" charset="-120"/>
              </a:rPr>
              <a:t>，应根据项目特点和组织环境选择</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适合</a:t>
            </a:r>
            <a:r>
              <a:rPr lang="en-US" sz="1200" dirty="0" err="1">
                <a:latin typeface="微软雅黑" panose="020B0503020204020204" pitchFamily="34" charset="-122"/>
                <a:ea typeface="微软雅黑" panose="020B0503020204020204" pitchFamily="34" charset="-122"/>
                <a:cs typeface="Noto Sans" pitchFamily="34" charset="-120"/>
              </a:rPr>
              <a:t>的监控方法</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38" name="Image 4" descr="preencoded.png">
            <a:extLst>
              <a:ext uri="{FF2B5EF4-FFF2-40B4-BE49-F238E27FC236}">
                <a16:creationId xmlns:a16="http://schemas.microsoft.com/office/drawing/2014/main" id="{4503BFD1-8403-FBD8-53F1-CA87141A28D9}"/>
              </a:ext>
            </a:extLst>
          </p:cNvPr>
          <p:cNvPicPr>
            <a:picLocks noChangeAspect="1"/>
          </p:cNvPicPr>
          <p:nvPr/>
        </p:nvPicPr>
        <p:blipFill>
          <a:blip r:embed="rId11"/>
          <a:stretch>
            <a:fillRect/>
          </a:stretch>
        </p:blipFill>
        <p:spPr>
          <a:xfrm>
            <a:off x="1025884" y="3716278"/>
            <a:ext cx="107156" cy="142875"/>
          </a:xfrm>
          <a:prstGeom prst="rect">
            <a:avLst/>
          </a:prstGeom>
        </p:spPr>
      </p:pic>
      <p:sp>
        <p:nvSpPr>
          <p:cNvPr id="40" name="Text 28">
            <a:extLst>
              <a:ext uri="{FF2B5EF4-FFF2-40B4-BE49-F238E27FC236}">
                <a16:creationId xmlns:a16="http://schemas.microsoft.com/office/drawing/2014/main" id="{1BD5F2F6-519F-F514-A12D-CA383B48AADA}"/>
              </a:ext>
            </a:extLst>
          </p:cNvPr>
          <p:cNvSpPr/>
          <p:nvPr/>
        </p:nvSpPr>
        <p:spPr>
          <a:xfrm>
            <a:off x="1238589" y="3693521"/>
            <a:ext cx="307777"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趋势</a:t>
            </a:r>
            <a:endParaRPr lang="en-US" sz="1200" dirty="0">
              <a:latin typeface="微软雅黑" panose="020B0503020204020204" pitchFamily="34" charset="-122"/>
              <a:ea typeface="微软雅黑" panose="020B0503020204020204" pitchFamily="34" charset="-122"/>
            </a:endParaRPr>
          </a:p>
        </p:txBody>
      </p:sp>
      <p:sp>
        <p:nvSpPr>
          <p:cNvPr id="41" name="Text 29">
            <a:extLst>
              <a:ext uri="{FF2B5EF4-FFF2-40B4-BE49-F238E27FC236}">
                <a16:creationId xmlns:a16="http://schemas.microsoft.com/office/drawing/2014/main" id="{9B26A4EE-017F-836E-E012-61B40546516F}"/>
              </a:ext>
            </a:extLst>
          </p:cNvPr>
          <p:cNvSpPr/>
          <p:nvPr/>
        </p:nvSpPr>
        <p:spPr>
          <a:xfrm>
            <a:off x="1563795" y="3701634"/>
            <a:ext cx="6001643"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各知识体系都在向更加灵活、适应性强的监控方法转变，以应对</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复杂多变</a:t>
            </a:r>
            <a:r>
              <a:rPr lang="en-US" sz="1200" dirty="0" err="1">
                <a:latin typeface="微软雅黑" panose="020B0503020204020204" pitchFamily="34" charset="-122"/>
                <a:ea typeface="微软雅黑" panose="020B0503020204020204" pitchFamily="34" charset="-122"/>
                <a:cs typeface="Noto Sans" pitchFamily="34" charset="-120"/>
              </a:rPr>
              <a:t>的项目环境</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1990318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0A73E-2DE6-5C84-B818-F72194630CE0}"/>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9914274E-97D4-5703-C3DF-62A1AB7C528F}"/>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cs typeface="思源黑体 CN Normal" panose="020B0400000000000000" charset="-122"/>
            </a:endParaRPr>
          </a:p>
        </p:txBody>
      </p:sp>
      <p:sp>
        <p:nvSpPr>
          <p:cNvPr id="5" name="平行四边形 4">
            <a:extLst>
              <a:ext uri="{FF2B5EF4-FFF2-40B4-BE49-F238E27FC236}">
                <a16:creationId xmlns:a16="http://schemas.microsoft.com/office/drawing/2014/main" id="{4C120CD2-6BC4-5B4B-500C-448D6083E362}"/>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7" name="平行四边形 6">
            <a:extLst>
              <a:ext uri="{FF2B5EF4-FFF2-40B4-BE49-F238E27FC236}">
                <a16:creationId xmlns:a16="http://schemas.microsoft.com/office/drawing/2014/main" id="{81143ADA-BD20-0043-9E4B-8C1D3ED77E2A}"/>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1C70394A-2F8D-27F4-28D7-024BB828AD02}"/>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pic>
        <p:nvPicPr>
          <p:cNvPr id="39" name="图片 38" descr="建筑-10">
            <a:extLst>
              <a:ext uri="{FF2B5EF4-FFF2-40B4-BE49-F238E27FC236}">
                <a16:creationId xmlns:a16="http://schemas.microsoft.com/office/drawing/2014/main" id="{93831B75-3A21-F8CC-CA40-21200F906BE6}"/>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3899C7F5-0167-5D8D-12B1-D9A99E52B152}"/>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微软雅黑" panose="020B0503020204020204" pitchFamily="34" charset="-122"/>
                <a:ea typeface="微软雅黑" panose="020B0503020204020204" pitchFamily="34" charset="-122"/>
                <a:cs typeface="思源黑体 CN Normal" panose="020B0400000000000000" charset="-122"/>
                <a:sym typeface="+mn-ea"/>
              </a:rPr>
              <a:t>项目监控的多元视角 </a:t>
            </a:r>
            <a:r>
              <a:rPr lang="en-US" altLang="zh-CN" b="1" dirty="0">
                <a:solidFill>
                  <a:schemeClr val="bg1"/>
                </a:solidFill>
                <a:latin typeface="微软雅黑" panose="020B0503020204020204" pitchFamily="34" charset="-122"/>
                <a:ea typeface="微软雅黑" panose="020B0503020204020204" pitchFamily="34" charset="-122"/>
                <a:cs typeface="思源黑体 CN Normal" panose="020B0400000000000000" charset="-122"/>
                <a:sym typeface="+mn-ea"/>
              </a:rPr>
              <a:t>(</a:t>
            </a:r>
            <a:r>
              <a:rPr lang="zh-CN" altLang="en-US" b="1" dirty="0">
                <a:solidFill>
                  <a:schemeClr val="bg1"/>
                </a:solidFill>
                <a:latin typeface="微软雅黑" panose="020B0503020204020204" pitchFamily="34" charset="-122"/>
                <a:ea typeface="微软雅黑" panose="020B0503020204020204" pitchFamily="34" charset="-122"/>
                <a:cs typeface="思源黑体 CN Normal" panose="020B0400000000000000" charset="-122"/>
                <a:sym typeface="+mn-ea"/>
              </a:rPr>
              <a:t>续）</a:t>
            </a:r>
          </a:p>
        </p:txBody>
      </p:sp>
      <p:sp>
        <p:nvSpPr>
          <p:cNvPr id="2" name="Text 25"/>
          <p:cNvSpPr/>
          <p:nvPr/>
        </p:nvSpPr>
        <p:spPr>
          <a:xfrm>
            <a:off x="1020243" y="1756903"/>
            <a:ext cx="1558119"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itchFamily="34" charset="-120"/>
              </a:rPr>
              <a:t>监控视角的演变趋势</a:t>
            </a:r>
            <a:endParaRPr lang="en-US" sz="1350" dirty="0">
              <a:latin typeface="微软雅黑" panose="020B0503020204020204" pitchFamily="34" charset="-122"/>
              <a:ea typeface="微软雅黑" panose="020B0503020204020204" pitchFamily="34" charset="-122"/>
            </a:endParaRPr>
          </a:p>
        </p:txBody>
      </p:sp>
      <p:pic>
        <p:nvPicPr>
          <p:cNvPr id="6" name="Image 1" descr="preencoded.png"/>
          <p:cNvPicPr>
            <a:picLocks noChangeAspect="1"/>
          </p:cNvPicPr>
          <p:nvPr/>
        </p:nvPicPr>
        <p:blipFill>
          <a:blip r:embed="rId9"/>
          <a:stretch>
            <a:fillRect/>
          </a:stretch>
        </p:blipFill>
        <p:spPr>
          <a:xfrm>
            <a:off x="1000164" y="2287936"/>
            <a:ext cx="160734" cy="142875"/>
          </a:xfrm>
          <a:prstGeom prst="rect">
            <a:avLst/>
          </a:prstGeom>
        </p:spPr>
      </p:pic>
      <p:sp>
        <p:nvSpPr>
          <p:cNvPr id="9" name="Text 26"/>
          <p:cNvSpPr/>
          <p:nvPr/>
        </p:nvSpPr>
        <p:spPr>
          <a:xfrm>
            <a:off x="1268054" y="2267042"/>
            <a:ext cx="153888" cy="184666"/>
          </a:xfrm>
          <a:prstGeom prst="rect">
            <a:avLst/>
          </a:prstGeom>
          <a:noFill/>
          <a:ln/>
        </p:spPr>
        <p:txBody>
          <a:bodyPr wrap="none" lIns="0" tIns="0" rIns="0" bIns="0" rtlCol="0" anchor="ctr">
            <a:spAutoFit/>
          </a:bodyPr>
          <a:lstStyle/>
          <a:p>
            <a:pPr marL="0" indent="0">
              <a:buNone/>
            </a:pPr>
            <a:r>
              <a:rPr lang="en-US" sz="1200" dirty="0">
                <a:solidFill>
                  <a:srgbClr val="003366"/>
                </a:solidFill>
                <a:latin typeface="微软雅黑" panose="020B0503020204020204" pitchFamily="34" charset="-122"/>
                <a:ea typeface="微软雅黑" panose="020B0503020204020204" pitchFamily="34" charset="-122"/>
                <a:cs typeface="Noto Sans" pitchFamily="34" charset="-120"/>
              </a:rPr>
              <a:t>从</a:t>
            </a:r>
            <a:endParaRPr lang="en-US" sz="1200" dirty="0">
              <a:latin typeface="微软雅黑" panose="020B0503020204020204" pitchFamily="34" charset="-122"/>
              <a:ea typeface="微软雅黑" panose="020B0503020204020204" pitchFamily="34" charset="-122"/>
            </a:endParaRPr>
          </a:p>
        </p:txBody>
      </p:sp>
      <p:sp>
        <p:nvSpPr>
          <p:cNvPr id="10" name="Text 27"/>
          <p:cNvSpPr/>
          <p:nvPr/>
        </p:nvSpPr>
        <p:spPr>
          <a:xfrm>
            <a:off x="1443671" y="2267042"/>
            <a:ext cx="615553"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结果导向</a:t>
            </a:r>
            <a:endParaRPr lang="en-US" sz="1200" dirty="0">
              <a:latin typeface="微软雅黑" panose="020B0503020204020204" pitchFamily="34" charset="-122"/>
              <a:ea typeface="微软雅黑" panose="020B0503020204020204" pitchFamily="34" charset="-122"/>
            </a:endParaRPr>
          </a:p>
        </p:txBody>
      </p:sp>
      <p:sp>
        <p:nvSpPr>
          <p:cNvPr id="11" name="Text 28"/>
          <p:cNvSpPr/>
          <p:nvPr/>
        </p:nvSpPr>
        <p:spPr>
          <a:xfrm>
            <a:off x="2095588" y="2267042"/>
            <a:ext cx="153888"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向</a:t>
            </a:r>
            <a:endParaRPr lang="en-US" sz="1200" dirty="0">
              <a:latin typeface="微软雅黑" panose="020B0503020204020204" pitchFamily="34" charset="-122"/>
              <a:ea typeface="微软雅黑" panose="020B0503020204020204" pitchFamily="34" charset="-122"/>
            </a:endParaRPr>
          </a:p>
        </p:txBody>
      </p:sp>
      <p:sp>
        <p:nvSpPr>
          <p:cNvPr id="12" name="Text 29"/>
          <p:cNvSpPr/>
          <p:nvPr/>
        </p:nvSpPr>
        <p:spPr>
          <a:xfrm>
            <a:off x="2295404" y="2267042"/>
            <a:ext cx="615553"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价值导向</a:t>
            </a:r>
            <a:endParaRPr lang="en-US" sz="1200" dirty="0">
              <a:latin typeface="微软雅黑" panose="020B0503020204020204" pitchFamily="34" charset="-122"/>
              <a:ea typeface="微软雅黑" panose="020B0503020204020204" pitchFamily="34" charset="-122"/>
            </a:endParaRPr>
          </a:p>
        </p:txBody>
      </p:sp>
      <p:sp>
        <p:nvSpPr>
          <p:cNvPr id="13" name="Text 30"/>
          <p:cNvSpPr/>
          <p:nvPr/>
        </p:nvSpPr>
        <p:spPr>
          <a:xfrm>
            <a:off x="2959078" y="2267042"/>
            <a:ext cx="4809009"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转变：PMBOK第7版</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强调监控价值交付</a:t>
            </a:r>
            <a:r>
              <a:rPr lang="en-US" sz="1200" dirty="0">
                <a:latin typeface="微软雅黑" panose="020B0503020204020204" pitchFamily="34" charset="-122"/>
                <a:ea typeface="微软雅黑" panose="020B0503020204020204" pitchFamily="34" charset="-122"/>
                <a:cs typeface="Noto Sans" pitchFamily="34" charset="-120"/>
              </a:rPr>
              <a:t>而非</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仅关注</a:t>
            </a:r>
            <a:r>
              <a:rPr lang="en-US" sz="1200" dirty="0">
                <a:latin typeface="微软雅黑" panose="020B0503020204020204" pitchFamily="34" charset="-122"/>
                <a:ea typeface="微软雅黑" panose="020B0503020204020204" pitchFamily="34" charset="-122"/>
                <a:cs typeface="Noto Sans" pitchFamily="34" charset="-120"/>
              </a:rPr>
              <a:t>范围、进度、成本</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14" name="Image 2" descr="preencoded.png"/>
          <p:cNvPicPr>
            <a:picLocks noChangeAspect="1"/>
          </p:cNvPicPr>
          <p:nvPr/>
        </p:nvPicPr>
        <p:blipFill>
          <a:blip r:embed="rId9"/>
          <a:stretch>
            <a:fillRect/>
          </a:stretch>
        </p:blipFill>
        <p:spPr>
          <a:xfrm>
            <a:off x="987299" y="2768278"/>
            <a:ext cx="160734" cy="142875"/>
          </a:xfrm>
          <a:prstGeom prst="rect">
            <a:avLst/>
          </a:prstGeom>
        </p:spPr>
      </p:pic>
      <p:sp>
        <p:nvSpPr>
          <p:cNvPr id="15" name="Text 31"/>
          <p:cNvSpPr/>
          <p:nvPr/>
        </p:nvSpPr>
        <p:spPr>
          <a:xfrm>
            <a:off x="1262930" y="2744828"/>
            <a:ext cx="153888" cy="184666"/>
          </a:xfrm>
          <a:prstGeom prst="rect">
            <a:avLst/>
          </a:prstGeom>
          <a:noFill/>
          <a:ln/>
        </p:spPr>
        <p:txBody>
          <a:bodyPr wrap="none" lIns="0" tIns="0" rIns="0" bIns="0" rtlCol="0" anchor="ctr">
            <a:spAutoFit/>
          </a:bodyPr>
          <a:lstStyle/>
          <a:p>
            <a:pPr marL="0" indent="0">
              <a:buNone/>
            </a:pPr>
            <a:r>
              <a:rPr lang="en-US" sz="1200" dirty="0">
                <a:solidFill>
                  <a:srgbClr val="003366"/>
                </a:solidFill>
                <a:latin typeface="微软雅黑" panose="020B0503020204020204" pitchFamily="34" charset="-122"/>
                <a:ea typeface="微软雅黑" panose="020B0503020204020204" pitchFamily="34" charset="-122"/>
                <a:cs typeface="Noto Sans" pitchFamily="34" charset="-120"/>
              </a:rPr>
              <a:t>从</a:t>
            </a:r>
            <a:endParaRPr lang="en-US" sz="1200" dirty="0">
              <a:latin typeface="微软雅黑" panose="020B0503020204020204" pitchFamily="34" charset="-122"/>
              <a:ea typeface="微软雅黑" panose="020B0503020204020204" pitchFamily="34" charset="-122"/>
            </a:endParaRPr>
          </a:p>
        </p:txBody>
      </p:sp>
      <p:sp>
        <p:nvSpPr>
          <p:cNvPr id="16" name="Text 32"/>
          <p:cNvSpPr/>
          <p:nvPr/>
        </p:nvSpPr>
        <p:spPr>
          <a:xfrm>
            <a:off x="1438547" y="2744828"/>
            <a:ext cx="769441"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阶段性检查</a:t>
            </a:r>
            <a:endParaRPr lang="en-US" sz="1200" dirty="0">
              <a:latin typeface="微软雅黑" panose="020B0503020204020204" pitchFamily="34" charset="-122"/>
              <a:ea typeface="微软雅黑" panose="020B0503020204020204" pitchFamily="34" charset="-122"/>
            </a:endParaRPr>
          </a:p>
        </p:txBody>
      </p:sp>
      <p:sp>
        <p:nvSpPr>
          <p:cNvPr id="17" name="Text 33"/>
          <p:cNvSpPr/>
          <p:nvPr/>
        </p:nvSpPr>
        <p:spPr>
          <a:xfrm>
            <a:off x="2233339" y="2744828"/>
            <a:ext cx="153888"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向</a:t>
            </a:r>
            <a:endParaRPr lang="en-US" sz="1200" dirty="0">
              <a:latin typeface="微软雅黑" panose="020B0503020204020204" pitchFamily="34" charset="-122"/>
              <a:ea typeface="微软雅黑" panose="020B0503020204020204" pitchFamily="34" charset="-122"/>
            </a:endParaRPr>
          </a:p>
        </p:txBody>
      </p:sp>
      <p:sp>
        <p:nvSpPr>
          <p:cNvPr id="18" name="Text 34"/>
          <p:cNvSpPr/>
          <p:nvPr/>
        </p:nvSpPr>
        <p:spPr>
          <a:xfrm>
            <a:off x="2433155" y="2744828"/>
            <a:ext cx="615553"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持续监控</a:t>
            </a:r>
            <a:endParaRPr lang="en-US" sz="1200" dirty="0">
              <a:latin typeface="微软雅黑" panose="020B0503020204020204" pitchFamily="34" charset="-122"/>
              <a:ea typeface="微软雅黑" panose="020B0503020204020204" pitchFamily="34" charset="-122"/>
            </a:endParaRPr>
          </a:p>
        </p:txBody>
      </p:sp>
      <p:sp>
        <p:nvSpPr>
          <p:cNvPr id="19" name="Text 35"/>
          <p:cNvSpPr/>
          <p:nvPr/>
        </p:nvSpPr>
        <p:spPr>
          <a:xfrm>
            <a:off x="3094636" y="2744828"/>
            <a:ext cx="2923877" cy="184666"/>
          </a:xfrm>
          <a:prstGeom prst="rect">
            <a:avLst/>
          </a:prstGeom>
          <a:noFill/>
          <a:ln/>
        </p:spPr>
        <p:txBody>
          <a:bodyPr wrap="none" lIns="0" tIns="0" rIns="0" bIns="0" rtlCol="0" anchor="ctr">
            <a:spAutoFit/>
          </a:bodyPr>
          <a:lstStyle/>
          <a:p>
            <a:pPr marL="0" indent="0">
              <a:buNone/>
            </a:pPr>
            <a:r>
              <a:rPr lang="en-US" sz="1200" dirty="0" err="1">
                <a:latin typeface="微软雅黑" panose="020B0503020204020204" pitchFamily="34" charset="-122"/>
                <a:ea typeface="微软雅黑" panose="020B0503020204020204" pitchFamily="34" charset="-122"/>
                <a:cs typeface="Noto Sans" pitchFamily="34" charset="-120"/>
              </a:rPr>
              <a:t>转变：越来越强调</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监控的持续性和实时性</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20" name="Image 3" descr="preencoded.png"/>
          <p:cNvPicPr>
            <a:picLocks noChangeAspect="1"/>
          </p:cNvPicPr>
          <p:nvPr/>
        </p:nvPicPr>
        <p:blipFill>
          <a:blip r:embed="rId9"/>
          <a:stretch>
            <a:fillRect/>
          </a:stretch>
        </p:blipFill>
        <p:spPr>
          <a:xfrm>
            <a:off x="991973" y="3242158"/>
            <a:ext cx="160734" cy="142875"/>
          </a:xfrm>
          <a:prstGeom prst="rect">
            <a:avLst/>
          </a:prstGeom>
        </p:spPr>
      </p:pic>
      <p:sp>
        <p:nvSpPr>
          <p:cNvPr id="21" name="Text 36"/>
          <p:cNvSpPr/>
          <p:nvPr/>
        </p:nvSpPr>
        <p:spPr>
          <a:xfrm>
            <a:off x="1259863" y="3213477"/>
            <a:ext cx="141064" cy="169277"/>
          </a:xfrm>
          <a:prstGeom prst="rect">
            <a:avLst/>
          </a:prstGeom>
          <a:noFill/>
          <a:ln/>
        </p:spPr>
        <p:txBody>
          <a:bodyPr wrap="none" lIns="0" tIns="0" rIns="0" bIns="0" rtlCol="0" anchor="ctr">
            <a:spAutoFit/>
          </a:bodyPr>
          <a:lstStyle/>
          <a:p>
            <a:pPr marL="0" indent="0">
              <a:buNone/>
            </a:pPr>
            <a:r>
              <a:rPr lang="en-US" sz="1100" dirty="0">
                <a:solidFill>
                  <a:srgbClr val="003366"/>
                </a:solidFill>
                <a:latin typeface="微软雅黑" panose="020B0503020204020204" pitchFamily="34" charset="-122"/>
                <a:ea typeface="微软雅黑" panose="020B0503020204020204" pitchFamily="34" charset="-122"/>
                <a:cs typeface="Noto Sans" pitchFamily="34" charset="-120"/>
              </a:rPr>
              <a:t>从</a:t>
            </a:r>
            <a:endParaRPr lang="en-US" sz="1100" dirty="0">
              <a:latin typeface="微软雅黑" panose="020B0503020204020204" pitchFamily="34" charset="-122"/>
              <a:ea typeface="微软雅黑" panose="020B0503020204020204" pitchFamily="34" charset="-122"/>
            </a:endParaRPr>
          </a:p>
        </p:txBody>
      </p:sp>
      <p:sp>
        <p:nvSpPr>
          <p:cNvPr id="22" name="Text 37"/>
          <p:cNvSpPr/>
          <p:nvPr/>
        </p:nvSpPr>
        <p:spPr>
          <a:xfrm>
            <a:off x="1435480" y="3205783"/>
            <a:ext cx="615553"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单一维度</a:t>
            </a:r>
            <a:endParaRPr lang="en-US" sz="1200" dirty="0">
              <a:latin typeface="微软雅黑" panose="020B0503020204020204" pitchFamily="34" charset="-122"/>
              <a:ea typeface="微软雅黑" panose="020B0503020204020204" pitchFamily="34" charset="-122"/>
            </a:endParaRPr>
          </a:p>
        </p:txBody>
      </p:sp>
      <p:sp>
        <p:nvSpPr>
          <p:cNvPr id="23" name="Text 38"/>
          <p:cNvSpPr/>
          <p:nvPr/>
        </p:nvSpPr>
        <p:spPr>
          <a:xfrm>
            <a:off x="2087397" y="3205783"/>
            <a:ext cx="153888" cy="184666"/>
          </a:xfrm>
          <a:prstGeom prst="rect">
            <a:avLst/>
          </a:prstGeom>
          <a:noFill/>
          <a:ln/>
        </p:spPr>
        <p:txBody>
          <a:bodyPr wrap="none" lIns="0" tIns="0" rIns="0" bIns="0" rtlCol="0" anchor="ctr">
            <a:spAutoFit/>
          </a:bodyPr>
          <a:lstStyle/>
          <a:p>
            <a:pPr marL="0" indent="0">
              <a:buNone/>
            </a:pPr>
            <a:r>
              <a:rPr lang="en-US" sz="1200" dirty="0">
                <a:solidFill>
                  <a:srgbClr val="003366"/>
                </a:solidFill>
                <a:latin typeface="微软雅黑" panose="020B0503020204020204" pitchFamily="34" charset="-122"/>
                <a:ea typeface="微软雅黑" panose="020B0503020204020204" pitchFamily="34" charset="-122"/>
                <a:cs typeface="Noto Sans" pitchFamily="34" charset="-120"/>
              </a:rPr>
              <a:t>向</a:t>
            </a:r>
            <a:endParaRPr lang="en-US" sz="1200" dirty="0">
              <a:latin typeface="微软雅黑" panose="020B0503020204020204" pitchFamily="34" charset="-122"/>
              <a:ea typeface="微软雅黑" panose="020B0503020204020204" pitchFamily="34" charset="-122"/>
            </a:endParaRPr>
          </a:p>
        </p:txBody>
      </p:sp>
      <p:sp>
        <p:nvSpPr>
          <p:cNvPr id="24" name="Text 39"/>
          <p:cNvSpPr/>
          <p:nvPr/>
        </p:nvSpPr>
        <p:spPr>
          <a:xfrm>
            <a:off x="2287213" y="3205783"/>
            <a:ext cx="461665"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多维度</a:t>
            </a:r>
            <a:endParaRPr lang="en-US" sz="1200" dirty="0">
              <a:latin typeface="微软雅黑" panose="020B0503020204020204" pitchFamily="34" charset="-122"/>
              <a:ea typeface="微软雅黑" panose="020B0503020204020204" pitchFamily="34" charset="-122"/>
            </a:endParaRPr>
          </a:p>
        </p:txBody>
      </p:sp>
      <p:sp>
        <p:nvSpPr>
          <p:cNvPr id="46" name="Text 40"/>
          <p:cNvSpPr/>
          <p:nvPr/>
        </p:nvSpPr>
        <p:spPr>
          <a:xfrm>
            <a:off x="2794806" y="3205783"/>
            <a:ext cx="5539978"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转变：监控不仅关注传统的“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铁三角</a:t>
            </a: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还包括质量、风险、相关方</a:t>
            </a:r>
            <a:r>
              <a:rPr lang="en-US" sz="1200" dirty="0" err="1">
                <a:latin typeface="微软雅黑" panose="020B0503020204020204" pitchFamily="34" charset="-122"/>
                <a:ea typeface="微软雅黑" panose="020B0503020204020204" pitchFamily="34" charset="-122"/>
                <a:cs typeface="Noto Sans" pitchFamily="34" charset="-120"/>
              </a:rPr>
              <a:t>等多个维度</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47" name="Image 4" descr="preencoded.png"/>
          <p:cNvPicPr>
            <a:picLocks noChangeAspect="1"/>
          </p:cNvPicPr>
          <p:nvPr/>
        </p:nvPicPr>
        <p:blipFill>
          <a:blip r:embed="rId9"/>
          <a:stretch>
            <a:fillRect/>
          </a:stretch>
        </p:blipFill>
        <p:spPr>
          <a:xfrm>
            <a:off x="1000164" y="3726346"/>
            <a:ext cx="160734" cy="142875"/>
          </a:xfrm>
          <a:prstGeom prst="rect">
            <a:avLst/>
          </a:prstGeom>
        </p:spPr>
      </p:pic>
      <p:sp>
        <p:nvSpPr>
          <p:cNvPr id="48" name="Text 41"/>
          <p:cNvSpPr/>
          <p:nvPr/>
        </p:nvSpPr>
        <p:spPr>
          <a:xfrm>
            <a:off x="1268054" y="3695024"/>
            <a:ext cx="141064" cy="169277"/>
          </a:xfrm>
          <a:prstGeom prst="rect">
            <a:avLst/>
          </a:prstGeom>
          <a:noFill/>
          <a:ln/>
        </p:spPr>
        <p:txBody>
          <a:bodyPr wrap="none" lIns="0" tIns="0" rIns="0" bIns="0" rtlCol="0" anchor="ctr">
            <a:spAutoFit/>
          </a:bodyPr>
          <a:lstStyle/>
          <a:p>
            <a:pPr marL="0" indent="0">
              <a:buNone/>
            </a:pPr>
            <a:r>
              <a:rPr lang="en-US" sz="1100" dirty="0">
                <a:solidFill>
                  <a:srgbClr val="003366"/>
                </a:solidFill>
                <a:latin typeface="微软雅黑" panose="020B0503020204020204" pitchFamily="34" charset="-122"/>
                <a:ea typeface="微软雅黑" panose="020B0503020204020204" pitchFamily="34" charset="-122"/>
                <a:cs typeface="Noto Sans" pitchFamily="34" charset="-120"/>
              </a:rPr>
              <a:t>从</a:t>
            </a:r>
            <a:endParaRPr lang="en-US" sz="1100" dirty="0">
              <a:latin typeface="微软雅黑" panose="020B0503020204020204" pitchFamily="34" charset="-122"/>
              <a:ea typeface="微软雅黑" panose="020B0503020204020204" pitchFamily="34" charset="-122"/>
            </a:endParaRPr>
          </a:p>
        </p:txBody>
      </p:sp>
      <p:sp>
        <p:nvSpPr>
          <p:cNvPr id="49" name="Text 42"/>
          <p:cNvSpPr/>
          <p:nvPr/>
        </p:nvSpPr>
        <p:spPr>
          <a:xfrm>
            <a:off x="1443671" y="3687330"/>
            <a:ext cx="615553"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被动响应</a:t>
            </a:r>
            <a:endParaRPr lang="en-US" sz="1200" dirty="0">
              <a:latin typeface="微软雅黑" panose="020B0503020204020204" pitchFamily="34" charset="-122"/>
              <a:ea typeface="微软雅黑" panose="020B0503020204020204" pitchFamily="34" charset="-122"/>
            </a:endParaRPr>
          </a:p>
        </p:txBody>
      </p:sp>
      <p:sp>
        <p:nvSpPr>
          <p:cNvPr id="50" name="Text 43"/>
          <p:cNvSpPr/>
          <p:nvPr/>
        </p:nvSpPr>
        <p:spPr>
          <a:xfrm>
            <a:off x="2095588" y="3687330"/>
            <a:ext cx="153888" cy="184666"/>
          </a:xfrm>
          <a:prstGeom prst="rect">
            <a:avLst/>
          </a:prstGeom>
          <a:noFill/>
          <a:ln/>
        </p:spPr>
        <p:txBody>
          <a:bodyPr wrap="none" lIns="0" tIns="0" rIns="0" bIns="0" rtlCol="0" anchor="ctr">
            <a:spAutoFit/>
          </a:bodyPr>
          <a:lstStyle/>
          <a:p>
            <a:pPr marL="0" indent="0">
              <a:buNone/>
            </a:pPr>
            <a:r>
              <a:rPr lang="en-US" sz="1200" dirty="0">
                <a:solidFill>
                  <a:srgbClr val="003366"/>
                </a:solidFill>
                <a:latin typeface="微软雅黑" panose="020B0503020204020204" pitchFamily="34" charset="-122"/>
                <a:ea typeface="微软雅黑" panose="020B0503020204020204" pitchFamily="34" charset="-122"/>
                <a:cs typeface="Noto Sans" pitchFamily="34" charset="-120"/>
              </a:rPr>
              <a:t>向</a:t>
            </a:r>
            <a:endParaRPr lang="en-US" sz="1200" dirty="0">
              <a:latin typeface="微软雅黑" panose="020B0503020204020204" pitchFamily="34" charset="-122"/>
              <a:ea typeface="微软雅黑" panose="020B0503020204020204" pitchFamily="34" charset="-122"/>
            </a:endParaRPr>
          </a:p>
        </p:txBody>
      </p:sp>
      <p:sp>
        <p:nvSpPr>
          <p:cNvPr id="51" name="Text 44"/>
          <p:cNvSpPr/>
          <p:nvPr/>
        </p:nvSpPr>
        <p:spPr>
          <a:xfrm>
            <a:off x="2295404" y="3687330"/>
            <a:ext cx="615553"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主动预测</a:t>
            </a:r>
            <a:endParaRPr lang="en-US" sz="1200" dirty="0">
              <a:latin typeface="微软雅黑" panose="020B0503020204020204" pitchFamily="34" charset="-122"/>
              <a:ea typeface="微软雅黑" panose="020B0503020204020204" pitchFamily="34" charset="-122"/>
            </a:endParaRPr>
          </a:p>
        </p:txBody>
      </p:sp>
      <p:sp>
        <p:nvSpPr>
          <p:cNvPr id="52" name="Text 45"/>
          <p:cNvSpPr/>
          <p:nvPr/>
        </p:nvSpPr>
        <p:spPr>
          <a:xfrm>
            <a:off x="2920224" y="3687330"/>
            <a:ext cx="3693319" cy="184666"/>
          </a:xfrm>
          <a:prstGeom prst="rect">
            <a:avLst/>
          </a:prstGeom>
          <a:noFill/>
          <a:ln/>
        </p:spPr>
        <p:txBody>
          <a:bodyPr wrap="none" lIns="0" tIns="0" rIns="0" bIns="0" rtlCol="0" anchor="ctr">
            <a:spAutoFit/>
          </a:bodyPr>
          <a:lstStyle/>
          <a:p>
            <a:pPr marL="0" indent="0">
              <a:buNone/>
            </a:pPr>
            <a:r>
              <a:rPr lang="en-US" sz="1200" dirty="0" err="1">
                <a:latin typeface="微软雅黑" panose="020B0503020204020204" pitchFamily="34" charset="-122"/>
                <a:ea typeface="微软雅黑" panose="020B0503020204020204" pitchFamily="34" charset="-122"/>
                <a:cs typeface="Noto Sans" pitchFamily="34" charset="-120"/>
              </a:rPr>
              <a:t>转变：利用</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数据分析</a:t>
            </a:r>
            <a:r>
              <a:rPr lang="en-US" sz="1200" dirty="0" err="1">
                <a:latin typeface="微软雅黑" panose="020B0503020204020204" pitchFamily="34" charset="-122"/>
                <a:ea typeface="微软雅黑" panose="020B0503020204020204" pitchFamily="34" charset="-122"/>
                <a:cs typeface="Noto Sans" pitchFamily="34" charset="-120"/>
              </a:rPr>
              <a:t>和</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预测技术</a:t>
            </a:r>
            <a:r>
              <a:rPr lang="en-US" sz="1200" dirty="0" err="1">
                <a:latin typeface="微软雅黑" panose="020B0503020204020204" pitchFamily="34" charset="-122"/>
                <a:ea typeface="微软雅黑" panose="020B0503020204020204" pitchFamily="34" charset="-122"/>
                <a:cs typeface="Noto Sans" pitchFamily="34" charset="-120"/>
              </a:rPr>
              <a:t>，提前识别</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潜在</a:t>
            </a:r>
            <a:r>
              <a:rPr lang="en-US" sz="1200" dirty="0" err="1">
                <a:latin typeface="微软雅黑" panose="020B0503020204020204" pitchFamily="34" charset="-122"/>
                <a:ea typeface="微软雅黑" panose="020B0503020204020204" pitchFamily="34" charset="-122"/>
                <a:cs typeface="Noto Sans" pitchFamily="34" charset="-120"/>
              </a:rPr>
              <a:t>问题</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sp>
        <p:nvSpPr>
          <p:cNvPr id="28" name="文本框 17">
            <a:extLst>
              <a:ext uri="{FF2B5EF4-FFF2-40B4-BE49-F238E27FC236}">
                <a16:creationId xmlns:a16="http://schemas.microsoft.com/office/drawing/2014/main" id="{28FA90E2-3166-7889-B362-1A09D7F08B61}"/>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pitchFamily="34" charset="-122"/>
                <a:ea typeface="微软雅黑" panose="020B0503020204020204" pitchFamily="34" charset="-122"/>
                <a:cs typeface="思源黑体 CN Normal" panose="020B0400000000000000" charset="-122"/>
              </a:rPr>
              <a:t>5.2</a:t>
            </a:r>
          </a:p>
        </p:txBody>
      </p:sp>
    </p:spTree>
    <p:custDataLst>
      <p:tags r:id="rId1"/>
    </p:custDataLst>
    <p:extLst>
      <p:ext uri="{BB962C8B-B14F-4D97-AF65-F5344CB8AC3E}">
        <p14:creationId xmlns:p14="http://schemas.microsoft.com/office/powerpoint/2010/main" val="3396461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E5986-BB85-41C6-FC8E-A22FA9319064}"/>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65C35BD9-5EEC-0FAA-B10C-FD8373F76826}"/>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5EE0BD37-9B06-395E-C598-C35A472589A6}"/>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B2D02C04-355E-863D-AC1B-53F0AE379BE0}"/>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6D614823-747B-A836-27E5-844ABFBB49F2}"/>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6016B884-083D-D2C4-EA98-513A91259D5A}"/>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891C1DC7-7AFC-F4D5-0300-19E53A1AB943}"/>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cs typeface="思源黑体 CN Normal" panose="020B0400000000000000" charset="-122"/>
                <a:sym typeface="+mn-ea"/>
              </a:rPr>
              <a:t>项目监控概念与内涵</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13" name="Text 3"/>
          <p:cNvSpPr/>
          <p:nvPr/>
        </p:nvSpPr>
        <p:spPr>
          <a:xfrm>
            <a:off x="987299" y="1220272"/>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项目监控的定义</a:t>
            </a:r>
            <a:endParaRPr lang="en-US" sz="1350" dirty="0"/>
          </a:p>
        </p:txBody>
      </p:sp>
      <p:sp>
        <p:nvSpPr>
          <p:cNvPr id="14" name="Text 4"/>
          <p:cNvSpPr/>
          <p:nvPr/>
        </p:nvSpPr>
        <p:spPr>
          <a:xfrm>
            <a:off x="812959" y="1514343"/>
            <a:ext cx="7623334" cy="523861"/>
          </a:xfrm>
          <a:prstGeom prst="rect">
            <a:avLst/>
          </a:prstGeom>
          <a:noFill/>
          <a:ln/>
        </p:spPr>
        <p:txBody>
          <a:bodyPr wrap="square" lIns="170053" tIns="0" rIns="0" bIns="0" rtlCol="0" anchor="ctr">
            <a:spAutoFit/>
          </a:bodyPr>
          <a:lstStyle/>
          <a:p>
            <a:pPr>
              <a:lnSpc>
                <a:spcPct val="150000"/>
              </a:lnSpc>
            </a:pPr>
            <a:r>
              <a:rPr lang="zh-CN" altLang="zh-CN" sz="1200" dirty="0">
                <a:latin typeface="Noto Sans" pitchFamily="34" charset="0"/>
                <a:cs typeface="Noto Sans" pitchFamily="34" charset="-120"/>
              </a:rPr>
              <a:t>项目监测是</a:t>
            </a:r>
            <a:r>
              <a:rPr lang="zh-CN" altLang="zh-CN" sz="1200" dirty="0">
                <a:solidFill>
                  <a:srgbClr val="FF0000"/>
                </a:solidFill>
                <a:latin typeface="Noto Sans" pitchFamily="34" charset="0"/>
                <a:cs typeface="Noto Sans" pitchFamily="34" charset="-120"/>
              </a:rPr>
              <a:t>根据项目目标</a:t>
            </a:r>
            <a:r>
              <a:rPr lang="zh-CN" altLang="zh-CN" sz="1200" dirty="0">
                <a:latin typeface="Noto Sans" pitchFamily="34" charset="0"/>
                <a:cs typeface="Noto Sans" pitchFamily="34" charset="-120"/>
              </a:rPr>
              <a:t>和</a:t>
            </a:r>
            <a:r>
              <a:rPr lang="zh-CN" altLang="zh-CN" sz="1200" dirty="0">
                <a:solidFill>
                  <a:srgbClr val="FF0000"/>
                </a:solidFill>
                <a:latin typeface="Noto Sans" pitchFamily="34" charset="0"/>
                <a:cs typeface="Noto Sans" pitchFamily="34" charset="-120"/>
              </a:rPr>
              <a:t>计划</a:t>
            </a:r>
            <a:r>
              <a:rPr lang="zh-CN" altLang="zh-CN" sz="1200" dirty="0">
                <a:latin typeface="Noto Sans" pitchFamily="34" charset="0"/>
                <a:cs typeface="Noto Sans" pitchFamily="34" charset="-120"/>
              </a:rPr>
              <a:t>等，在项目实施过程中对</a:t>
            </a:r>
            <a:r>
              <a:rPr lang="zh-CN" altLang="zh-CN" sz="1200" dirty="0">
                <a:solidFill>
                  <a:srgbClr val="FF0000"/>
                </a:solidFill>
                <a:latin typeface="Noto Sans" pitchFamily="34" charset="0"/>
                <a:cs typeface="Noto Sans" pitchFamily="34" charset="-120"/>
              </a:rPr>
              <a:t>项目状态以及影响项目进展</a:t>
            </a:r>
            <a:r>
              <a:rPr lang="zh-CN" altLang="zh-CN" sz="1200" dirty="0">
                <a:latin typeface="Noto Sans" pitchFamily="34" charset="0"/>
                <a:cs typeface="Noto Sans" pitchFamily="34" charset="-120"/>
              </a:rPr>
              <a:t>的</a:t>
            </a:r>
            <a:r>
              <a:rPr lang="zh-CN" altLang="zh-CN" sz="1200" dirty="0">
                <a:solidFill>
                  <a:srgbClr val="FF0000"/>
                </a:solidFill>
                <a:latin typeface="Noto Sans" pitchFamily="34" charset="0"/>
                <a:cs typeface="Noto Sans" pitchFamily="34" charset="-120"/>
              </a:rPr>
              <a:t>内外部因素</a:t>
            </a:r>
            <a:r>
              <a:rPr lang="zh-CN" altLang="zh-CN" sz="1200" dirty="0">
                <a:latin typeface="Noto Sans" pitchFamily="34" charset="0"/>
                <a:cs typeface="Noto Sans" pitchFamily="34" charset="-120"/>
              </a:rPr>
              <a:t>进行</a:t>
            </a:r>
            <a:r>
              <a:rPr lang="zh-CN" altLang="zh-CN" sz="1200" dirty="0">
                <a:solidFill>
                  <a:srgbClr val="FF0000"/>
                </a:solidFill>
                <a:latin typeface="Noto Sans" pitchFamily="34" charset="0"/>
                <a:cs typeface="Noto Sans" pitchFamily="34" charset="-120"/>
              </a:rPr>
              <a:t>及时、连续、系统</a:t>
            </a:r>
            <a:r>
              <a:rPr lang="zh-CN" altLang="zh-CN" sz="1200" dirty="0">
                <a:latin typeface="Noto Sans" pitchFamily="34" charset="0"/>
                <a:cs typeface="Noto Sans" pitchFamily="34" charset="-120"/>
              </a:rPr>
              <a:t>的</a:t>
            </a:r>
            <a:r>
              <a:rPr lang="zh-CN" altLang="zh-CN" sz="1200" dirty="0">
                <a:solidFill>
                  <a:srgbClr val="FF0000"/>
                </a:solidFill>
                <a:latin typeface="Noto Sans" pitchFamily="34" charset="0"/>
                <a:cs typeface="Noto Sans" pitchFamily="34" charset="-120"/>
              </a:rPr>
              <a:t>记录</a:t>
            </a:r>
            <a:r>
              <a:rPr lang="zh-CN" altLang="zh-CN" sz="1200" dirty="0">
                <a:latin typeface="Noto Sans" pitchFamily="34" charset="0"/>
                <a:cs typeface="Noto Sans" pitchFamily="34" charset="-120"/>
              </a:rPr>
              <a:t>和</a:t>
            </a:r>
            <a:r>
              <a:rPr lang="zh-CN" altLang="zh-CN" sz="1200" dirty="0">
                <a:solidFill>
                  <a:srgbClr val="FF0000"/>
                </a:solidFill>
                <a:latin typeface="Noto Sans" pitchFamily="34" charset="0"/>
                <a:cs typeface="Noto Sans" pitchFamily="34" charset="-120"/>
              </a:rPr>
              <a:t>报告</a:t>
            </a:r>
            <a:r>
              <a:rPr lang="zh-CN" altLang="en-US" sz="1200" dirty="0">
                <a:latin typeface="Noto Sans" pitchFamily="34" charset="0"/>
                <a:cs typeface="Noto Sans" pitchFamily="34" charset="-120"/>
              </a:rPr>
              <a:t>。</a:t>
            </a:r>
            <a:endParaRPr lang="en-US" altLang="zh-CN" sz="1200" dirty="0">
              <a:latin typeface="Noto Sans" pitchFamily="34" charset="0"/>
              <a:ea typeface="Noto Sans" pitchFamily="34" charset="-122"/>
              <a:cs typeface="Noto Sans" pitchFamily="34" charset="-120"/>
            </a:endParaRPr>
          </a:p>
        </p:txBody>
      </p:sp>
      <p:sp>
        <p:nvSpPr>
          <p:cNvPr id="2" name="TextBox 1">
            <a:extLst>
              <a:ext uri="{FF2B5EF4-FFF2-40B4-BE49-F238E27FC236}">
                <a16:creationId xmlns:a16="http://schemas.microsoft.com/office/drawing/2014/main" id="{5C5F62D1-A1D1-A225-E3FB-D1C0F4DDD0B7}"/>
              </a:ext>
            </a:extLst>
          </p:cNvPr>
          <p:cNvSpPr txBox="1"/>
          <p:nvPr/>
        </p:nvSpPr>
        <p:spPr>
          <a:xfrm>
            <a:off x="1860211" y="2116964"/>
            <a:ext cx="6509906" cy="285777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50000"/>
              </a:lnSpc>
              <a:buFont typeface="Arial"/>
              <a:buChar char="•"/>
            </a:pPr>
            <a:r>
              <a:rPr lang="en-US" sz="1100" dirty="0">
                <a:latin typeface="Noto Sans"/>
                <a:ea typeface="Noto Sans"/>
                <a:cs typeface="Noto Sans"/>
              </a:rPr>
              <a:t>PMBOK</a:t>
            </a:r>
            <a:r>
              <a:rPr lang="ja-JP" altLang="en-US" sz="1100" dirty="0">
                <a:latin typeface="Noto Sans"/>
                <a:cs typeface="Noto Sans"/>
              </a:rPr>
              <a:t>指南 (第</a:t>
            </a:r>
            <a:r>
              <a:rPr lang="en-US" sz="1100" dirty="0">
                <a:latin typeface="Noto Sans"/>
                <a:ea typeface="Noto Sans"/>
                <a:cs typeface="Noto Sans"/>
              </a:rPr>
              <a:t>6</a:t>
            </a:r>
            <a:r>
              <a:rPr lang="ja-JP" altLang="en-US" sz="1100" dirty="0">
                <a:latin typeface="Noto Sans"/>
                <a:cs typeface="Noto Sans"/>
              </a:rPr>
              <a:t>版) 和 </a:t>
            </a:r>
            <a:r>
              <a:rPr lang="en-US" altLang="ja-JP" sz="1100" dirty="0">
                <a:latin typeface="Noto Sans"/>
                <a:ea typeface="+mn-lt"/>
                <a:cs typeface="Noto Sans"/>
              </a:rPr>
              <a:t>PM</a:t>
            </a:r>
            <a:r>
              <a:rPr lang="en-US" altLang="ja-JP" sz="1100" baseline="30000" dirty="0">
                <a:latin typeface="Noto Sans"/>
                <a:ea typeface="+mn-lt"/>
                <a:cs typeface="Noto Sans"/>
              </a:rPr>
              <a:t>2</a:t>
            </a:r>
            <a:r>
              <a:rPr lang="en-US" altLang="ja-JP" sz="1100" baseline="30000" dirty="0">
                <a:latin typeface="仿宋"/>
                <a:cs typeface="Noto Sans"/>
              </a:rPr>
              <a:t> </a:t>
            </a:r>
            <a:r>
              <a:rPr lang="ja-JP" altLang="en-US" sz="1100" dirty="0">
                <a:latin typeface="Noto Sans"/>
                <a:cs typeface="Noto Sans"/>
              </a:rPr>
              <a:t>将监控作为</a:t>
            </a:r>
            <a:r>
              <a:rPr lang="ja-JP" altLang="en-US" sz="1100" dirty="0">
                <a:solidFill>
                  <a:srgbClr val="FF0000"/>
                </a:solidFill>
                <a:latin typeface="Noto Sans"/>
                <a:cs typeface="Noto Sans"/>
              </a:rPr>
              <a:t>五大过程组</a:t>
            </a:r>
            <a:r>
              <a:rPr lang="ja-JP" altLang="en-US" sz="1100" dirty="0">
                <a:latin typeface="Noto Sans"/>
                <a:cs typeface="Noto Sans"/>
              </a:rPr>
              <a:t>之一。</a:t>
            </a:r>
            <a:endParaRPr lang="en-US" sz="1100" dirty="0">
              <a:cs typeface="Arial"/>
            </a:endParaRPr>
          </a:p>
          <a:p>
            <a:pPr marL="171450" indent="-171450">
              <a:lnSpc>
                <a:spcPct val="150000"/>
              </a:lnSpc>
              <a:buFont typeface="Arial"/>
              <a:buChar char="•"/>
            </a:pPr>
            <a:endParaRPr lang="ja-JP" altLang="en-US" sz="1100" dirty="0">
              <a:latin typeface="微软雅黑"/>
              <a:ea typeface="微软雅黑"/>
              <a:cs typeface="Noto Sans"/>
            </a:endParaRPr>
          </a:p>
          <a:p>
            <a:pPr marL="171450" indent="-171450">
              <a:lnSpc>
                <a:spcPct val="150000"/>
              </a:lnSpc>
              <a:buFont typeface="Arial"/>
              <a:buChar char="•"/>
            </a:pPr>
            <a:r>
              <a:rPr lang="en-US" sz="1100" dirty="0">
                <a:latin typeface="Noto Sans"/>
                <a:ea typeface="Noto Sans"/>
                <a:cs typeface="Noto Sans"/>
              </a:rPr>
              <a:t>ISO21502</a:t>
            </a:r>
            <a:r>
              <a:rPr lang="ja-JP" altLang="en-US" sz="1100" dirty="0">
                <a:latin typeface="Noto Sans"/>
                <a:cs typeface="Noto Sans"/>
              </a:rPr>
              <a:t>将控制项目</a:t>
            </a:r>
            <a:r>
              <a:rPr lang="en-US" sz="1100" dirty="0">
                <a:latin typeface="Noto Sans"/>
                <a:ea typeface="Noto Sans"/>
                <a:cs typeface="Noto Sans"/>
              </a:rPr>
              <a:t>（6.6</a:t>
            </a:r>
            <a:r>
              <a:rPr lang="ja-JP" altLang="en-US" sz="1100" dirty="0">
                <a:latin typeface="Noto Sans"/>
                <a:cs typeface="Noto Sans"/>
              </a:rPr>
              <a:t>节）作为集成项目管理的</a:t>
            </a:r>
            <a:r>
              <a:rPr lang="ja-JP" altLang="en-US" sz="1100" dirty="0">
                <a:solidFill>
                  <a:srgbClr val="FF0000"/>
                </a:solidFill>
                <a:latin typeface="Noto Sans"/>
                <a:cs typeface="Noto Sans"/>
              </a:rPr>
              <a:t>八个部分</a:t>
            </a:r>
            <a:r>
              <a:rPr lang="ja-JP" altLang="en-US" sz="1100" dirty="0">
                <a:latin typeface="Noto Sans"/>
                <a:cs typeface="Noto Sans"/>
              </a:rPr>
              <a:t>之一。</a:t>
            </a:r>
          </a:p>
          <a:p>
            <a:pPr marL="171450" indent="-171450">
              <a:lnSpc>
                <a:spcPct val="150000"/>
              </a:lnSpc>
              <a:buFont typeface="Arial"/>
              <a:buChar char="•"/>
            </a:pPr>
            <a:endParaRPr lang="ja-JP" altLang="en-US" sz="1100" dirty="0">
              <a:latin typeface="Noto Sans"/>
              <a:cs typeface="Noto Sans"/>
            </a:endParaRPr>
          </a:p>
          <a:p>
            <a:pPr marL="171450" indent="-171450">
              <a:lnSpc>
                <a:spcPct val="150000"/>
              </a:lnSpc>
              <a:buFont typeface="Arial"/>
              <a:buChar char="•"/>
            </a:pPr>
            <a:r>
              <a:rPr lang="en-US" sz="1100" dirty="0">
                <a:latin typeface="Noto Sans"/>
                <a:cs typeface="Noto Sans"/>
              </a:rPr>
              <a:t>BS6079</a:t>
            </a:r>
            <a:r>
              <a:rPr lang="ja-JP" altLang="en-US" sz="1100" dirty="0">
                <a:latin typeface="Noto Sans"/>
                <a:cs typeface="Noto Sans"/>
              </a:rPr>
              <a:t>强调控制 (</a:t>
            </a:r>
            <a:r>
              <a:rPr lang="en-US" sz="1100" dirty="0">
                <a:latin typeface="Noto Sans"/>
                <a:cs typeface="Noto Sans"/>
              </a:rPr>
              <a:t>13.2</a:t>
            </a:r>
            <a:r>
              <a:rPr lang="ja-JP" altLang="en-US" sz="1100" dirty="0">
                <a:latin typeface="Noto Sans"/>
                <a:cs typeface="Noto Sans"/>
              </a:rPr>
              <a:t>节）作为项目的</a:t>
            </a:r>
            <a:r>
              <a:rPr lang="ja-JP" altLang="en-US" sz="1100" dirty="0">
                <a:solidFill>
                  <a:srgbClr val="FF0000"/>
                </a:solidFill>
                <a:latin typeface="Noto Sans"/>
                <a:cs typeface="Noto Sans"/>
              </a:rPr>
              <a:t>四个支持活动</a:t>
            </a:r>
            <a:r>
              <a:rPr lang="ja-JP" altLang="en-US" sz="1100" dirty="0">
                <a:latin typeface="Noto Sans"/>
                <a:cs typeface="Noto Sans"/>
              </a:rPr>
              <a:t>之一。</a:t>
            </a:r>
          </a:p>
          <a:p>
            <a:pPr marL="171450" indent="-171450">
              <a:lnSpc>
                <a:spcPct val="150000"/>
              </a:lnSpc>
              <a:buFont typeface="Arial"/>
              <a:buChar char="•"/>
            </a:pPr>
            <a:endParaRPr lang="ja-JP" altLang="en-US" sz="1100" dirty="0">
              <a:latin typeface="Noto Sans"/>
              <a:cs typeface="Noto Sans"/>
            </a:endParaRPr>
          </a:p>
          <a:p>
            <a:pPr marL="171450" indent="-171450">
              <a:lnSpc>
                <a:spcPct val="150000"/>
              </a:lnSpc>
              <a:buFont typeface="Arial"/>
              <a:buChar char="•"/>
            </a:pPr>
            <a:r>
              <a:rPr lang="en-US" altLang="ja-JP" sz="1100" dirty="0">
                <a:latin typeface="Noto Sans"/>
                <a:cs typeface="Noto Sans"/>
              </a:rPr>
              <a:t>APMBOK</a:t>
            </a:r>
            <a:r>
              <a:rPr lang="ja-JP" altLang="en-US" sz="1100" dirty="0">
                <a:latin typeface="Noto Sans"/>
                <a:cs typeface="Noto Sans"/>
              </a:rPr>
              <a:t>指南强调</a:t>
            </a:r>
            <a:r>
              <a:rPr lang="ja-JP" altLang="en-US" sz="1100" dirty="0">
                <a:solidFill>
                  <a:srgbClr val="FF0000"/>
                </a:solidFill>
                <a:latin typeface="Noto Sans"/>
                <a:cs typeface="Noto Sans"/>
              </a:rPr>
              <a:t>控制部署</a:t>
            </a:r>
            <a:r>
              <a:rPr lang="en-US" altLang="ja-JP" sz="1100" dirty="0">
                <a:latin typeface="Noto Sans"/>
                <a:cs typeface="Noto Sans"/>
              </a:rPr>
              <a:t>(4.3</a:t>
            </a:r>
            <a:r>
              <a:rPr lang="ja-JP" altLang="en-US" sz="1100" dirty="0">
                <a:latin typeface="Noto Sans"/>
                <a:cs typeface="Noto Sans"/>
              </a:rPr>
              <a:t>节</a:t>
            </a:r>
            <a:r>
              <a:rPr lang="en-US" altLang="ja-JP" sz="1100" dirty="0">
                <a:latin typeface="Noto Sans"/>
                <a:cs typeface="Noto Sans"/>
              </a:rPr>
              <a:t>)。</a:t>
            </a:r>
            <a:endParaRPr lang="ja-JP" altLang="en-US" sz="1100" dirty="0">
              <a:latin typeface="Noto Sans"/>
              <a:cs typeface="Noto Sans"/>
            </a:endParaRPr>
          </a:p>
          <a:p>
            <a:pPr marL="171450" indent="-171450">
              <a:lnSpc>
                <a:spcPct val="150000"/>
              </a:lnSpc>
              <a:buFont typeface="Arial"/>
              <a:buChar char="•"/>
            </a:pPr>
            <a:endParaRPr lang="en-US" altLang="ja-JP" sz="1100" dirty="0">
              <a:latin typeface="Noto Sans"/>
              <a:cs typeface="Noto Sans"/>
            </a:endParaRPr>
          </a:p>
          <a:p>
            <a:pPr marL="171450" indent="-171450">
              <a:lnSpc>
                <a:spcPct val="150000"/>
              </a:lnSpc>
              <a:buFont typeface="Arial"/>
              <a:buChar char="•"/>
            </a:pPr>
            <a:r>
              <a:rPr lang="en-US" altLang="ja-JP" sz="1100" dirty="0">
                <a:latin typeface="Noto Sans"/>
                <a:cs typeface="Noto Sans"/>
              </a:rPr>
              <a:t>PRINCE2</a:t>
            </a:r>
            <a:r>
              <a:rPr lang="ja-JP" altLang="en-US" sz="1100" dirty="0">
                <a:latin typeface="Noto Sans"/>
                <a:cs typeface="Noto Sans"/>
              </a:rPr>
              <a:t>采用进展作为</a:t>
            </a:r>
            <a:r>
              <a:rPr lang="en-US" altLang="ja-JP" sz="1100" dirty="0">
                <a:solidFill>
                  <a:srgbClr val="FF0000"/>
                </a:solidFill>
                <a:latin typeface="Noto Sans"/>
                <a:cs typeface="Noto Sans"/>
              </a:rPr>
              <a:t>7</a:t>
            </a:r>
            <a:r>
              <a:rPr lang="ja-JP" altLang="en-US" sz="1100" dirty="0">
                <a:solidFill>
                  <a:srgbClr val="FF0000"/>
                </a:solidFill>
                <a:latin typeface="Noto Sans"/>
                <a:cs typeface="Noto Sans"/>
              </a:rPr>
              <a:t>个主题</a:t>
            </a:r>
            <a:r>
              <a:rPr lang="en-US" altLang="ja-JP" sz="1100" dirty="0">
                <a:latin typeface="Noto Sans"/>
                <a:cs typeface="Noto Sans"/>
              </a:rPr>
              <a:t>/</a:t>
            </a:r>
            <a:r>
              <a:rPr lang="ja-JP" altLang="en-US" sz="1100" dirty="0">
                <a:solidFill>
                  <a:srgbClr val="FF0000"/>
                </a:solidFill>
                <a:latin typeface="Noto Sans"/>
                <a:cs typeface="Noto Sans"/>
              </a:rPr>
              <a:t>实践</a:t>
            </a:r>
            <a:r>
              <a:rPr lang="ja-JP" altLang="en-US" sz="1100" dirty="0">
                <a:latin typeface="Noto Sans"/>
                <a:cs typeface="Noto Sans"/>
              </a:rPr>
              <a:t>之一。</a:t>
            </a:r>
          </a:p>
          <a:p>
            <a:pPr>
              <a:lnSpc>
                <a:spcPct val="150000"/>
              </a:lnSpc>
            </a:pPr>
            <a:endParaRPr lang="ja-JP" altLang="en-US" sz="1100" dirty="0">
              <a:latin typeface="Noto Sans"/>
              <a:cs typeface="Noto Sans"/>
            </a:endParaRPr>
          </a:p>
          <a:p>
            <a:pPr marL="171450" indent="-171450">
              <a:lnSpc>
                <a:spcPct val="150000"/>
              </a:lnSpc>
              <a:buFont typeface="Arial"/>
              <a:buChar char="•"/>
            </a:pPr>
            <a:r>
              <a:rPr lang="en-US" altLang="ja-JP" sz="1100" dirty="0">
                <a:latin typeface="Noto Sans"/>
                <a:cs typeface="Noto Sans"/>
              </a:rPr>
              <a:t>PMBOK</a:t>
            </a:r>
            <a:r>
              <a:rPr lang="ja-JP" altLang="en-US" sz="1100" dirty="0">
                <a:latin typeface="Noto Sans"/>
                <a:cs typeface="Noto Sans"/>
              </a:rPr>
              <a:t>指南（第</a:t>
            </a:r>
            <a:r>
              <a:rPr lang="en-US" altLang="ja-JP" sz="1100" dirty="0">
                <a:latin typeface="Noto Sans"/>
                <a:cs typeface="Noto Sans"/>
              </a:rPr>
              <a:t>7</a:t>
            </a:r>
            <a:r>
              <a:rPr lang="ja-JP" altLang="en-US" sz="1100" dirty="0">
                <a:latin typeface="Noto Sans"/>
                <a:cs typeface="Noto Sans"/>
              </a:rPr>
              <a:t>版）</a:t>
            </a:r>
            <a:r>
              <a:rPr lang="ja-JP" altLang="en-US" sz="1100" dirty="0">
                <a:solidFill>
                  <a:srgbClr val="FF0000"/>
                </a:solidFill>
                <a:latin typeface="Noto Sans"/>
                <a:cs typeface="Noto Sans"/>
              </a:rPr>
              <a:t>并未采用独立介绍</a:t>
            </a:r>
            <a:r>
              <a:rPr lang="ja-JP" altLang="en-US" sz="1100" dirty="0">
                <a:latin typeface="Noto Sans"/>
                <a:cs typeface="Noto Sans"/>
              </a:rPr>
              <a:t>监控，而是</a:t>
            </a:r>
            <a:r>
              <a:rPr lang="ja-JP" altLang="en-US" sz="1100" dirty="0">
                <a:solidFill>
                  <a:srgbClr val="FF0000"/>
                </a:solidFill>
                <a:latin typeface="Noto Sans"/>
                <a:cs typeface="Noto Sans"/>
              </a:rPr>
              <a:t>融入</a:t>
            </a:r>
            <a:r>
              <a:rPr lang="ja-JP" altLang="en-US" sz="1100" dirty="0">
                <a:latin typeface="Noto Sans"/>
                <a:cs typeface="Noto Sans"/>
              </a:rPr>
              <a:t>到了不同章节之中。</a:t>
            </a:r>
          </a:p>
        </p:txBody>
      </p:sp>
      <p:sp>
        <p:nvSpPr>
          <p:cNvPr id="6" name="文本框 17">
            <a:extLst>
              <a:ext uri="{FF2B5EF4-FFF2-40B4-BE49-F238E27FC236}">
                <a16:creationId xmlns:a16="http://schemas.microsoft.com/office/drawing/2014/main" id="{6181BFB9-C295-38C8-8407-E7D7E2E6AF2B}"/>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Tree>
    <p:custDataLst>
      <p:tags r:id="rId1"/>
    </p:custDataLst>
    <p:extLst>
      <p:ext uri="{BB962C8B-B14F-4D97-AF65-F5344CB8AC3E}">
        <p14:creationId xmlns:p14="http://schemas.microsoft.com/office/powerpoint/2010/main" val="14476326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C40C0-1308-D462-BA69-5956FE04014E}"/>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7ED47F1C-4875-ACFF-1473-45DEF998B47F}"/>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ECCAA501-A4E0-37D5-68D4-8DC94DF128AB}"/>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43709C93-27FE-85AA-FFAF-1166BCED3AA1}"/>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E909BF51-4960-8CF1-3397-80F4CABA0EA6}"/>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63DE0749-87CF-F120-B8B0-04E7CED3EAA0}"/>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E8A1DCFD-0A5C-B9DC-6A71-C47E64C98DAB}"/>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cs typeface="思源黑体 CN Normal" panose="020B0400000000000000" charset="-122"/>
                <a:sym typeface="+mn-ea"/>
              </a:rPr>
              <a:t>项目监控概念与内涵 </a:t>
            </a:r>
            <a:r>
              <a:rPr lang="en-US" altLang="zh-CN" b="1" dirty="0">
                <a:solidFill>
                  <a:schemeClr val="bg1"/>
                </a:solidFill>
                <a:latin typeface="+mj-ea"/>
                <a:ea typeface="微软雅黑" panose="020B0503020204020204" charset="-122"/>
                <a:cs typeface="思源黑体 CN Normal" panose="020B0400000000000000" charset="-122"/>
                <a:sym typeface="+mn-ea"/>
              </a:rPr>
              <a:t>(</a:t>
            </a:r>
            <a:r>
              <a:rPr lang="zh-CN" altLang="en-US" b="1" dirty="0">
                <a:solidFill>
                  <a:schemeClr val="bg1"/>
                </a:solidFill>
                <a:latin typeface="+mj-ea"/>
                <a:ea typeface="微软雅黑" panose="020B0503020204020204" charset="-122"/>
                <a:cs typeface="思源黑体 CN Normal" panose="020B0400000000000000" charset="-122"/>
                <a:sym typeface="+mn-ea"/>
              </a:rPr>
              <a:t>续）</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33" name="Text 16">
            <a:extLst>
              <a:ext uri="{FF2B5EF4-FFF2-40B4-BE49-F238E27FC236}">
                <a16:creationId xmlns:a16="http://schemas.microsoft.com/office/drawing/2014/main" id="{F17FF87A-7A91-F557-D31A-81A7380F867F}"/>
              </a:ext>
            </a:extLst>
          </p:cNvPr>
          <p:cNvSpPr/>
          <p:nvPr/>
        </p:nvSpPr>
        <p:spPr>
          <a:xfrm>
            <a:off x="1147763" y="1174432"/>
            <a:ext cx="1384995"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itchFamily="34" charset="-120"/>
              </a:rPr>
              <a:t>监测与控制的区别</a:t>
            </a:r>
            <a:endParaRPr lang="en-US" sz="1350" dirty="0">
              <a:latin typeface="微软雅黑" panose="020B0503020204020204" pitchFamily="34" charset="-122"/>
              <a:ea typeface="微软雅黑" panose="020B0503020204020204" pitchFamily="34" charset="-122"/>
            </a:endParaRPr>
          </a:p>
        </p:txBody>
      </p:sp>
      <p:sp>
        <p:nvSpPr>
          <p:cNvPr id="34" name="Shape 17">
            <a:extLst>
              <a:ext uri="{FF2B5EF4-FFF2-40B4-BE49-F238E27FC236}">
                <a16:creationId xmlns:a16="http://schemas.microsoft.com/office/drawing/2014/main" id="{A04F7AA6-C938-B472-D20F-4CB3AC9A8A55}"/>
              </a:ext>
            </a:extLst>
          </p:cNvPr>
          <p:cNvSpPr/>
          <p:nvPr/>
        </p:nvSpPr>
        <p:spPr>
          <a:xfrm>
            <a:off x="2851558" y="1624787"/>
            <a:ext cx="1907381" cy="1978819"/>
          </a:xfrm>
          <a:prstGeom prst="rect">
            <a:avLst/>
          </a:prstGeom>
          <a:solidFill>
            <a:srgbClr val="E6F0FF"/>
          </a:solidFill>
          <a:ln w="99">
            <a:solidFill>
              <a:srgbClr val="0066CC"/>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35" name="Text 18">
            <a:extLst>
              <a:ext uri="{FF2B5EF4-FFF2-40B4-BE49-F238E27FC236}">
                <a16:creationId xmlns:a16="http://schemas.microsoft.com/office/drawing/2014/main" id="{6F494261-3435-486F-CB45-DDBEA8BA0720}"/>
              </a:ext>
            </a:extLst>
          </p:cNvPr>
          <p:cNvSpPr/>
          <p:nvPr/>
        </p:nvSpPr>
        <p:spPr>
          <a:xfrm>
            <a:off x="3102863" y="1754564"/>
            <a:ext cx="1397627" cy="190501"/>
          </a:xfrm>
          <a:prstGeom prst="rect">
            <a:avLst/>
          </a:prstGeom>
          <a:noFill/>
          <a:ln/>
        </p:spPr>
        <p:txBody>
          <a:bodyPr wrap="none" lIns="0" tIns="0" rIns="0" bIns="0" rtlCol="0" anchor="ctr">
            <a:spAutoFit/>
          </a:bodyPr>
          <a:lstStyle/>
          <a:p>
            <a:pPr marL="0" indent="0" algn="ctr">
              <a:buNone/>
            </a:pPr>
            <a:r>
              <a:rPr lang="en-US" sz="1238" b="1" dirty="0">
                <a:solidFill>
                  <a:srgbClr val="003366"/>
                </a:solidFill>
                <a:latin typeface="微软雅黑" panose="020B0503020204020204" pitchFamily="34" charset="-122"/>
                <a:ea typeface="微软雅黑" panose="020B0503020204020204" pitchFamily="34" charset="-122"/>
                <a:cs typeface="Noto Sans" pitchFamily="34" charset="-120"/>
              </a:rPr>
              <a:t>监测 (Monitoring)</a:t>
            </a:r>
            <a:endParaRPr lang="en-US" sz="1238" dirty="0">
              <a:latin typeface="微软雅黑" panose="020B0503020204020204" pitchFamily="34" charset="-122"/>
              <a:ea typeface="微软雅黑" panose="020B0503020204020204" pitchFamily="34" charset="-122"/>
            </a:endParaRPr>
          </a:p>
        </p:txBody>
      </p:sp>
      <p:sp>
        <p:nvSpPr>
          <p:cNvPr id="36" name="Text 19">
            <a:extLst>
              <a:ext uri="{FF2B5EF4-FFF2-40B4-BE49-F238E27FC236}">
                <a16:creationId xmlns:a16="http://schemas.microsoft.com/office/drawing/2014/main" id="{EA7940FF-271D-0C09-4CB4-18AEB3EE22B9}"/>
              </a:ext>
            </a:extLst>
          </p:cNvPr>
          <p:cNvSpPr/>
          <p:nvPr/>
        </p:nvSpPr>
        <p:spPr>
          <a:xfrm>
            <a:off x="3101589" y="2054773"/>
            <a:ext cx="1077218" cy="161583"/>
          </a:xfrm>
          <a:prstGeom prst="rect">
            <a:avLst/>
          </a:prstGeom>
          <a:noFill/>
          <a:ln/>
        </p:spPr>
        <p:txBody>
          <a:bodyPr wrap="none" lIns="0" tIns="0" rIns="0" bIns="0" rtlCol="0" anchor="ctr">
            <a:spAutoFit/>
          </a:bodyPr>
          <a:lstStyle/>
          <a:p>
            <a:pPr marL="0" indent="0" algn="l">
              <a:buNone/>
            </a:pPr>
            <a:r>
              <a:rPr lang="en-US" sz="1050" dirty="0">
                <a:latin typeface="微软雅黑" panose="020B0503020204020204" pitchFamily="34" charset="-122"/>
                <a:ea typeface="微软雅黑" panose="020B0503020204020204" pitchFamily="34" charset="-122"/>
                <a:cs typeface="Noto Sans" pitchFamily="34" charset="-120"/>
              </a:rPr>
              <a:t>收集项目绩效数据</a:t>
            </a:r>
            <a:endParaRPr lang="en-US" sz="1050" dirty="0">
              <a:latin typeface="微软雅黑" panose="020B0503020204020204" pitchFamily="34" charset="-122"/>
              <a:ea typeface="微软雅黑" panose="020B0503020204020204" pitchFamily="34" charset="-122"/>
            </a:endParaRPr>
          </a:p>
        </p:txBody>
      </p:sp>
      <p:sp>
        <p:nvSpPr>
          <p:cNvPr id="37" name="Text 20">
            <a:extLst>
              <a:ext uri="{FF2B5EF4-FFF2-40B4-BE49-F238E27FC236}">
                <a16:creationId xmlns:a16="http://schemas.microsoft.com/office/drawing/2014/main" id="{DEEA0E9D-F878-BED2-C235-7688E312D2F8}"/>
              </a:ext>
            </a:extLst>
          </p:cNvPr>
          <p:cNvSpPr/>
          <p:nvPr/>
        </p:nvSpPr>
        <p:spPr>
          <a:xfrm>
            <a:off x="3101589" y="2304804"/>
            <a:ext cx="1211870" cy="161583"/>
          </a:xfrm>
          <a:prstGeom prst="rect">
            <a:avLst/>
          </a:prstGeom>
          <a:noFill/>
          <a:ln/>
        </p:spPr>
        <p:txBody>
          <a:bodyPr wrap="none" lIns="0" tIns="0" rIns="0" bIns="0" rtlCol="0" anchor="ctr">
            <a:spAutoFit/>
          </a:bodyPr>
          <a:lstStyle/>
          <a:p>
            <a:pPr marL="0" indent="0" algn="l">
              <a:buNone/>
            </a:pPr>
            <a:r>
              <a:rPr lang="en-US" sz="1050" dirty="0">
                <a:latin typeface="微软雅黑" panose="020B0503020204020204" pitchFamily="34" charset="-122"/>
                <a:ea typeface="微软雅黑" panose="020B0503020204020204" pitchFamily="34" charset="-122"/>
                <a:cs typeface="Noto Sans" pitchFamily="34" charset="-120"/>
              </a:rPr>
              <a:t>比较实际绩效与计划</a:t>
            </a:r>
            <a:endParaRPr lang="en-US" sz="1050" dirty="0">
              <a:latin typeface="微软雅黑" panose="020B0503020204020204" pitchFamily="34" charset="-122"/>
              <a:ea typeface="微软雅黑" panose="020B0503020204020204" pitchFamily="34" charset="-122"/>
            </a:endParaRPr>
          </a:p>
        </p:txBody>
      </p:sp>
      <p:sp>
        <p:nvSpPr>
          <p:cNvPr id="38" name="Text 21">
            <a:extLst>
              <a:ext uri="{FF2B5EF4-FFF2-40B4-BE49-F238E27FC236}">
                <a16:creationId xmlns:a16="http://schemas.microsoft.com/office/drawing/2014/main" id="{AF33D869-FE5B-BF18-452C-800FDA3E99AD}"/>
              </a:ext>
            </a:extLst>
          </p:cNvPr>
          <p:cNvSpPr/>
          <p:nvPr/>
        </p:nvSpPr>
        <p:spPr>
          <a:xfrm>
            <a:off x="3101589" y="2554836"/>
            <a:ext cx="942566" cy="161583"/>
          </a:xfrm>
          <a:prstGeom prst="rect">
            <a:avLst/>
          </a:prstGeom>
          <a:noFill/>
          <a:ln/>
        </p:spPr>
        <p:txBody>
          <a:bodyPr wrap="none" lIns="0" tIns="0" rIns="0" bIns="0" rtlCol="0" anchor="ctr">
            <a:spAutoFit/>
          </a:bodyPr>
          <a:lstStyle/>
          <a:p>
            <a:pPr marL="0" indent="0" algn="l">
              <a:buNone/>
            </a:pPr>
            <a:r>
              <a:rPr lang="en-US" sz="1050" dirty="0">
                <a:latin typeface="微软雅黑" panose="020B0503020204020204" pitchFamily="34" charset="-122"/>
                <a:ea typeface="微软雅黑" panose="020B0503020204020204" pitchFamily="34" charset="-122"/>
                <a:cs typeface="Noto Sans" pitchFamily="34" charset="-120"/>
              </a:rPr>
              <a:t>识别偏差和问题</a:t>
            </a:r>
            <a:endParaRPr lang="en-US" sz="1050" dirty="0">
              <a:latin typeface="微软雅黑" panose="020B0503020204020204" pitchFamily="34" charset="-122"/>
              <a:ea typeface="微软雅黑" panose="020B0503020204020204" pitchFamily="34" charset="-122"/>
            </a:endParaRPr>
          </a:p>
        </p:txBody>
      </p:sp>
      <p:sp>
        <p:nvSpPr>
          <p:cNvPr id="40" name="Text 22">
            <a:extLst>
              <a:ext uri="{FF2B5EF4-FFF2-40B4-BE49-F238E27FC236}">
                <a16:creationId xmlns:a16="http://schemas.microsoft.com/office/drawing/2014/main" id="{B5481760-446A-6275-908F-CCC0143FB359}"/>
              </a:ext>
            </a:extLst>
          </p:cNvPr>
          <p:cNvSpPr/>
          <p:nvPr/>
        </p:nvSpPr>
        <p:spPr>
          <a:xfrm>
            <a:off x="3101589" y="2804867"/>
            <a:ext cx="807913" cy="161583"/>
          </a:xfrm>
          <a:prstGeom prst="rect">
            <a:avLst/>
          </a:prstGeom>
          <a:noFill/>
          <a:ln/>
        </p:spPr>
        <p:txBody>
          <a:bodyPr wrap="none" lIns="0" tIns="0" rIns="0" bIns="0" rtlCol="0" anchor="ctr">
            <a:spAutoFit/>
          </a:bodyPr>
          <a:lstStyle/>
          <a:p>
            <a:pPr marL="0" indent="0" algn="l">
              <a:buNone/>
            </a:pPr>
            <a:r>
              <a:rPr lang="en-US" sz="1050" dirty="0">
                <a:latin typeface="微软雅黑" panose="020B0503020204020204" pitchFamily="34" charset="-122"/>
                <a:ea typeface="微软雅黑" panose="020B0503020204020204" pitchFamily="34" charset="-122"/>
                <a:cs typeface="Noto Sans" pitchFamily="34" charset="-120"/>
              </a:rPr>
              <a:t>生成状态报告</a:t>
            </a:r>
            <a:endParaRPr lang="en-US" sz="1050" dirty="0">
              <a:latin typeface="微软雅黑" panose="020B0503020204020204" pitchFamily="34" charset="-122"/>
              <a:ea typeface="微软雅黑" panose="020B0503020204020204" pitchFamily="34" charset="-122"/>
            </a:endParaRPr>
          </a:p>
        </p:txBody>
      </p:sp>
      <p:sp>
        <p:nvSpPr>
          <p:cNvPr id="41" name="Text 23">
            <a:extLst>
              <a:ext uri="{FF2B5EF4-FFF2-40B4-BE49-F238E27FC236}">
                <a16:creationId xmlns:a16="http://schemas.microsoft.com/office/drawing/2014/main" id="{DDD1DBE3-E27C-4644-4D34-AE0076A43D7A}"/>
              </a:ext>
            </a:extLst>
          </p:cNvPr>
          <p:cNvSpPr/>
          <p:nvPr/>
        </p:nvSpPr>
        <p:spPr>
          <a:xfrm>
            <a:off x="3101589" y="3054898"/>
            <a:ext cx="807913" cy="161583"/>
          </a:xfrm>
          <a:prstGeom prst="rect">
            <a:avLst/>
          </a:prstGeom>
          <a:noFill/>
          <a:ln/>
        </p:spPr>
        <p:txBody>
          <a:bodyPr wrap="none" lIns="0" tIns="0" rIns="0" bIns="0" rtlCol="0" anchor="ctr">
            <a:spAutoFit/>
          </a:bodyPr>
          <a:lstStyle/>
          <a:p>
            <a:pPr marL="0" indent="0" algn="l">
              <a:buNone/>
            </a:pPr>
            <a:r>
              <a:rPr lang="en-US" sz="1050" dirty="0">
                <a:latin typeface="微软雅黑" panose="020B0503020204020204" pitchFamily="34" charset="-122"/>
                <a:ea typeface="微软雅黑" panose="020B0503020204020204" pitchFamily="34" charset="-122"/>
                <a:cs typeface="Noto Sans" pitchFamily="34" charset="-120"/>
              </a:rPr>
              <a:t>预测未来趋势</a:t>
            </a:r>
            <a:endParaRPr lang="en-US" sz="1050" dirty="0">
              <a:latin typeface="微软雅黑" panose="020B0503020204020204" pitchFamily="34" charset="-122"/>
              <a:ea typeface="微软雅黑" panose="020B0503020204020204" pitchFamily="34" charset="-122"/>
            </a:endParaRPr>
          </a:p>
        </p:txBody>
      </p:sp>
      <p:sp>
        <p:nvSpPr>
          <p:cNvPr id="42" name="Text 24">
            <a:extLst>
              <a:ext uri="{FF2B5EF4-FFF2-40B4-BE49-F238E27FC236}">
                <a16:creationId xmlns:a16="http://schemas.microsoft.com/office/drawing/2014/main" id="{8C5D7B50-4885-39C8-00C5-0D9399B0D0B3}"/>
              </a:ext>
            </a:extLst>
          </p:cNvPr>
          <p:cNvSpPr/>
          <p:nvPr/>
        </p:nvSpPr>
        <p:spPr>
          <a:xfrm>
            <a:off x="3101589" y="3304929"/>
            <a:ext cx="807913" cy="161583"/>
          </a:xfrm>
          <a:prstGeom prst="rect">
            <a:avLst/>
          </a:prstGeom>
          <a:noFill/>
          <a:ln/>
        </p:spPr>
        <p:txBody>
          <a:bodyPr wrap="none" lIns="0" tIns="0" rIns="0" bIns="0" rtlCol="0" anchor="ctr">
            <a:spAutoFit/>
          </a:bodyPr>
          <a:lstStyle/>
          <a:p>
            <a:pPr marL="0" indent="0" algn="l">
              <a:buNone/>
            </a:pPr>
            <a:r>
              <a:rPr lang="en-US" sz="1050" dirty="0">
                <a:latin typeface="微软雅黑" panose="020B0503020204020204" pitchFamily="34" charset="-122"/>
                <a:ea typeface="微软雅黑" panose="020B0503020204020204" pitchFamily="34" charset="-122"/>
                <a:cs typeface="Noto Sans" pitchFamily="34" charset="-120"/>
              </a:rPr>
              <a:t>被动观察性质</a:t>
            </a:r>
            <a:endParaRPr lang="en-US" sz="1050" dirty="0">
              <a:latin typeface="微软雅黑" panose="020B0503020204020204" pitchFamily="34" charset="-122"/>
              <a:ea typeface="微软雅黑" panose="020B0503020204020204" pitchFamily="34" charset="-122"/>
            </a:endParaRPr>
          </a:p>
        </p:txBody>
      </p:sp>
      <p:sp>
        <p:nvSpPr>
          <p:cNvPr id="43" name="Shape 25">
            <a:extLst>
              <a:ext uri="{FF2B5EF4-FFF2-40B4-BE49-F238E27FC236}">
                <a16:creationId xmlns:a16="http://schemas.microsoft.com/office/drawing/2014/main" id="{94F0F360-8FF2-FBA3-4CB6-5F90D25FBC1B}"/>
              </a:ext>
            </a:extLst>
          </p:cNvPr>
          <p:cNvSpPr/>
          <p:nvPr/>
        </p:nvSpPr>
        <p:spPr>
          <a:xfrm>
            <a:off x="4751795" y="1624787"/>
            <a:ext cx="1914525" cy="1978819"/>
          </a:xfrm>
          <a:prstGeom prst="rect">
            <a:avLst/>
          </a:prstGeom>
          <a:solidFill>
            <a:srgbClr val="FFF2E6"/>
          </a:solidFill>
          <a:ln w="99">
            <a:solidFill>
              <a:srgbClr val="FF9900"/>
            </a:solidFill>
            <a:prstDash val="solid"/>
          </a:ln>
        </p:spPr>
        <p:txBody>
          <a:bodyPr/>
          <a:lstStyle/>
          <a:p>
            <a:endParaRPr lang="zh-CN" altLang="en-US">
              <a:latin typeface="微软雅黑" panose="020B0503020204020204" pitchFamily="34" charset="-122"/>
              <a:ea typeface="微软雅黑" panose="020B0503020204020204" pitchFamily="34" charset="-122"/>
            </a:endParaRPr>
          </a:p>
        </p:txBody>
      </p:sp>
      <p:sp>
        <p:nvSpPr>
          <p:cNvPr id="44" name="Text 26">
            <a:extLst>
              <a:ext uri="{FF2B5EF4-FFF2-40B4-BE49-F238E27FC236}">
                <a16:creationId xmlns:a16="http://schemas.microsoft.com/office/drawing/2014/main" id="{54D8EF35-057D-06C5-4A06-B12D1E517CA9}"/>
              </a:ext>
            </a:extLst>
          </p:cNvPr>
          <p:cNvSpPr/>
          <p:nvPr/>
        </p:nvSpPr>
        <p:spPr>
          <a:xfrm>
            <a:off x="5018914" y="1754564"/>
            <a:ext cx="1387431" cy="190501"/>
          </a:xfrm>
          <a:prstGeom prst="rect">
            <a:avLst/>
          </a:prstGeom>
          <a:noFill/>
          <a:ln/>
        </p:spPr>
        <p:txBody>
          <a:bodyPr wrap="none" lIns="0" tIns="0" rIns="0" bIns="0" rtlCol="0" anchor="ctr">
            <a:spAutoFit/>
          </a:bodyPr>
          <a:lstStyle/>
          <a:p>
            <a:pPr marL="0" indent="0" algn="ctr">
              <a:buNone/>
            </a:pPr>
            <a:r>
              <a:rPr lang="en-US" sz="1238" b="1" dirty="0">
                <a:solidFill>
                  <a:srgbClr val="003366"/>
                </a:solidFill>
                <a:latin typeface="微软雅黑" panose="020B0503020204020204" pitchFamily="34" charset="-122"/>
                <a:ea typeface="微软雅黑" panose="020B0503020204020204" pitchFamily="34" charset="-122"/>
                <a:cs typeface="Noto Sans" pitchFamily="34" charset="-120"/>
              </a:rPr>
              <a:t>控制 (Controlling)</a:t>
            </a:r>
            <a:endParaRPr lang="en-US" sz="1238" dirty="0">
              <a:latin typeface="微软雅黑" panose="020B0503020204020204" pitchFamily="34" charset="-122"/>
              <a:ea typeface="微软雅黑" panose="020B0503020204020204" pitchFamily="34" charset="-122"/>
            </a:endParaRPr>
          </a:p>
        </p:txBody>
      </p:sp>
      <p:sp>
        <p:nvSpPr>
          <p:cNvPr id="45" name="Text 27">
            <a:extLst>
              <a:ext uri="{FF2B5EF4-FFF2-40B4-BE49-F238E27FC236}">
                <a16:creationId xmlns:a16="http://schemas.microsoft.com/office/drawing/2014/main" id="{E4C47E3A-5730-DC31-1146-8560F30A46DD}"/>
              </a:ext>
            </a:extLst>
          </p:cNvPr>
          <p:cNvSpPr/>
          <p:nvPr/>
        </p:nvSpPr>
        <p:spPr>
          <a:xfrm>
            <a:off x="5008970" y="2054773"/>
            <a:ext cx="807913" cy="161583"/>
          </a:xfrm>
          <a:prstGeom prst="rect">
            <a:avLst/>
          </a:prstGeom>
          <a:noFill/>
          <a:ln/>
        </p:spPr>
        <p:txBody>
          <a:bodyPr wrap="none" lIns="0" tIns="0" rIns="0" bIns="0" rtlCol="0" anchor="ctr">
            <a:spAutoFit/>
          </a:bodyPr>
          <a:lstStyle/>
          <a:p>
            <a:pPr marL="0" indent="0" algn="l">
              <a:buNone/>
            </a:pPr>
            <a:r>
              <a:rPr lang="en-US" sz="1050" dirty="0">
                <a:latin typeface="微软雅黑" panose="020B0503020204020204" pitchFamily="34" charset="-122"/>
                <a:ea typeface="微软雅黑" panose="020B0503020204020204" pitchFamily="34" charset="-122"/>
                <a:cs typeface="Noto Sans" pitchFamily="34" charset="-120"/>
              </a:rPr>
              <a:t>分析偏差原因</a:t>
            </a:r>
            <a:endParaRPr lang="en-US" sz="1050" dirty="0">
              <a:latin typeface="微软雅黑" panose="020B0503020204020204" pitchFamily="34" charset="-122"/>
              <a:ea typeface="微软雅黑" panose="020B0503020204020204" pitchFamily="34" charset="-122"/>
            </a:endParaRPr>
          </a:p>
        </p:txBody>
      </p:sp>
      <p:sp>
        <p:nvSpPr>
          <p:cNvPr id="46" name="Text 28">
            <a:extLst>
              <a:ext uri="{FF2B5EF4-FFF2-40B4-BE49-F238E27FC236}">
                <a16:creationId xmlns:a16="http://schemas.microsoft.com/office/drawing/2014/main" id="{3FB2C3D7-03D6-0C5B-35E4-1500373DBA61}"/>
              </a:ext>
            </a:extLst>
          </p:cNvPr>
          <p:cNvSpPr/>
          <p:nvPr/>
        </p:nvSpPr>
        <p:spPr>
          <a:xfrm>
            <a:off x="5008970" y="2304804"/>
            <a:ext cx="1211870" cy="161583"/>
          </a:xfrm>
          <a:prstGeom prst="rect">
            <a:avLst/>
          </a:prstGeom>
          <a:noFill/>
          <a:ln/>
        </p:spPr>
        <p:txBody>
          <a:bodyPr wrap="none" lIns="0" tIns="0" rIns="0" bIns="0" rtlCol="0" anchor="ctr">
            <a:spAutoFit/>
          </a:bodyPr>
          <a:lstStyle/>
          <a:p>
            <a:pPr marL="0" indent="0" algn="l">
              <a:buNone/>
            </a:pPr>
            <a:r>
              <a:rPr lang="en-US" sz="1050" dirty="0">
                <a:latin typeface="微软雅黑" panose="020B0503020204020204" pitchFamily="34" charset="-122"/>
                <a:ea typeface="微软雅黑" panose="020B0503020204020204" pitchFamily="34" charset="-122"/>
                <a:cs typeface="Noto Sans" pitchFamily="34" charset="-120"/>
              </a:rPr>
              <a:t>评估可能的纠正措施</a:t>
            </a:r>
            <a:endParaRPr lang="en-US" sz="1050" dirty="0">
              <a:latin typeface="微软雅黑" panose="020B0503020204020204" pitchFamily="34" charset="-122"/>
              <a:ea typeface="微软雅黑" panose="020B0503020204020204" pitchFamily="34" charset="-122"/>
            </a:endParaRPr>
          </a:p>
        </p:txBody>
      </p:sp>
      <p:sp>
        <p:nvSpPr>
          <p:cNvPr id="47" name="Text 29">
            <a:extLst>
              <a:ext uri="{FF2B5EF4-FFF2-40B4-BE49-F238E27FC236}">
                <a16:creationId xmlns:a16="http://schemas.microsoft.com/office/drawing/2014/main" id="{8AED1169-D8BF-67B4-3246-E87BB5BCCA8D}"/>
              </a:ext>
            </a:extLst>
          </p:cNvPr>
          <p:cNvSpPr/>
          <p:nvPr/>
        </p:nvSpPr>
        <p:spPr>
          <a:xfrm>
            <a:off x="5008970" y="2554836"/>
            <a:ext cx="807913" cy="161583"/>
          </a:xfrm>
          <a:prstGeom prst="rect">
            <a:avLst/>
          </a:prstGeom>
          <a:noFill/>
          <a:ln/>
        </p:spPr>
        <p:txBody>
          <a:bodyPr wrap="none" lIns="0" tIns="0" rIns="0" bIns="0" rtlCol="0" anchor="ctr">
            <a:spAutoFit/>
          </a:bodyPr>
          <a:lstStyle/>
          <a:p>
            <a:pPr marL="0" indent="0" algn="l">
              <a:buNone/>
            </a:pPr>
            <a:r>
              <a:rPr lang="en-US" sz="1050" dirty="0">
                <a:latin typeface="微软雅黑" panose="020B0503020204020204" pitchFamily="34" charset="-122"/>
                <a:ea typeface="微软雅黑" panose="020B0503020204020204" pitchFamily="34" charset="-122"/>
                <a:cs typeface="Noto Sans" pitchFamily="34" charset="-120"/>
              </a:rPr>
              <a:t>实施纠正措施</a:t>
            </a:r>
            <a:endParaRPr lang="en-US" sz="1050" dirty="0">
              <a:latin typeface="微软雅黑" panose="020B0503020204020204" pitchFamily="34" charset="-122"/>
              <a:ea typeface="微软雅黑" panose="020B0503020204020204" pitchFamily="34" charset="-122"/>
            </a:endParaRPr>
          </a:p>
        </p:txBody>
      </p:sp>
      <p:sp>
        <p:nvSpPr>
          <p:cNvPr id="48" name="Text 30">
            <a:extLst>
              <a:ext uri="{FF2B5EF4-FFF2-40B4-BE49-F238E27FC236}">
                <a16:creationId xmlns:a16="http://schemas.microsoft.com/office/drawing/2014/main" id="{AEE7F57D-150C-2FDA-B9D1-11C818391188}"/>
              </a:ext>
            </a:extLst>
          </p:cNvPr>
          <p:cNvSpPr/>
          <p:nvPr/>
        </p:nvSpPr>
        <p:spPr>
          <a:xfrm>
            <a:off x="5008970" y="2804867"/>
            <a:ext cx="807913" cy="161583"/>
          </a:xfrm>
          <a:prstGeom prst="rect">
            <a:avLst/>
          </a:prstGeom>
          <a:noFill/>
          <a:ln/>
        </p:spPr>
        <p:txBody>
          <a:bodyPr wrap="none" lIns="0" tIns="0" rIns="0" bIns="0" rtlCol="0" anchor="ctr">
            <a:spAutoFit/>
          </a:bodyPr>
          <a:lstStyle/>
          <a:p>
            <a:pPr marL="0" indent="0" algn="l">
              <a:buNone/>
            </a:pPr>
            <a:r>
              <a:rPr lang="en-US" sz="1050" dirty="0">
                <a:latin typeface="微软雅黑" panose="020B0503020204020204" pitchFamily="34" charset="-122"/>
                <a:ea typeface="微软雅黑" panose="020B0503020204020204" pitchFamily="34" charset="-122"/>
                <a:cs typeface="Noto Sans" pitchFamily="34" charset="-120"/>
              </a:rPr>
              <a:t>管理变更请求</a:t>
            </a:r>
            <a:endParaRPr lang="en-US" sz="1050" dirty="0">
              <a:latin typeface="微软雅黑" panose="020B0503020204020204" pitchFamily="34" charset="-122"/>
              <a:ea typeface="微软雅黑" panose="020B0503020204020204" pitchFamily="34" charset="-122"/>
            </a:endParaRPr>
          </a:p>
        </p:txBody>
      </p:sp>
      <p:sp>
        <p:nvSpPr>
          <p:cNvPr id="49" name="Text 31">
            <a:extLst>
              <a:ext uri="{FF2B5EF4-FFF2-40B4-BE49-F238E27FC236}">
                <a16:creationId xmlns:a16="http://schemas.microsoft.com/office/drawing/2014/main" id="{AAC01AEB-A65D-21B4-1B1F-9CD41A4B90EA}"/>
              </a:ext>
            </a:extLst>
          </p:cNvPr>
          <p:cNvSpPr/>
          <p:nvPr/>
        </p:nvSpPr>
        <p:spPr>
          <a:xfrm>
            <a:off x="5008970" y="3054898"/>
            <a:ext cx="942566" cy="161583"/>
          </a:xfrm>
          <a:prstGeom prst="rect">
            <a:avLst/>
          </a:prstGeom>
          <a:noFill/>
          <a:ln/>
        </p:spPr>
        <p:txBody>
          <a:bodyPr wrap="none" lIns="0" tIns="0" rIns="0" bIns="0" rtlCol="0" anchor="ctr">
            <a:spAutoFit/>
          </a:bodyPr>
          <a:lstStyle/>
          <a:p>
            <a:pPr marL="0" indent="0" algn="l">
              <a:buNone/>
            </a:pPr>
            <a:r>
              <a:rPr lang="en-US" sz="1050" dirty="0">
                <a:latin typeface="微软雅黑" panose="020B0503020204020204" pitchFamily="34" charset="-122"/>
                <a:ea typeface="微软雅黑" panose="020B0503020204020204" pitchFamily="34" charset="-122"/>
                <a:cs typeface="Noto Sans" pitchFamily="34" charset="-120"/>
              </a:rPr>
              <a:t>更新计划和基线</a:t>
            </a:r>
            <a:endParaRPr lang="en-US" sz="1050" dirty="0">
              <a:latin typeface="微软雅黑" panose="020B0503020204020204" pitchFamily="34" charset="-122"/>
              <a:ea typeface="微软雅黑" panose="020B0503020204020204" pitchFamily="34" charset="-122"/>
            </a:endParaRPr>
          </a:p>
        </p:txBody>
      </p:sp>
      <p:sp>
        <p:nvSpPr>
          <p:cNvPr id="50" name="Text 32">
            <a:extLst>
              <a:ext uri="{FF2B5EF4-FFF2-40B4-BE49-F238E27FC236}">
                <a16:creationId xmlns:a16="http://schemas.microsoft.com/office/drawing/2014/main" id="{4E62C322-C5A5-D272-AACF-E81F54C535B7}"/>
              </a:ext>
            </a:extLst>
          </p:cNvPr>
          <p:cNvSpPr/>
          <p:nvPr/>
        </p:nvSpPr>
        <p:spPr>
          <a:xfrm>
            <a:off x="5008970" y="3304929"/>
            <a:ext cx="807913" cy="161583"/>
          </a:xfrm>
          <a:prstGeom prst="rect">
            <a:avLst/>
          </a:prstGeom>
          <a:noFill/>
          <a:ln/>
        </p:spPr>
        <p:txBody>
          <a:bodyPr wrap="none" lIns="0" tIns="0" rIns="0" bIns="0" rtlCol="0" anchor="ctr">
            <a:spAutoFit/>
          </a:bodyPr>
          <a:lstStyle/>
          <a:p>
            <a:pPr marL="0" indent="0" algn="l">
              <a:buNone/>
            </a:pPr>
            <a:r>
              <a:rPr lang="en-US" sz="1050" dirty="0">
                <a:latin typeface="微软雅黑" panose="020B0503020204020204" pitchFamily="34" charset="-122"/>
                <a:ea typeface="微软雅黑" panose="020B0503020204020204" pitchFamily="34" charset="-122"/>
                <a:cs typeface="Noto Sans" pitchFamily="34" charset="-120"/>
              </a:rPr>
              <a:t>主动干预性质</a:t>
            </a:r>
            <a:endParaRPr lang="en-US" sz="1050" dirty="0">
              <a:latin typeface="微软雅黑" panose="020B0503020204020204" pitchFamily="34" charset="-122"/>
              <a:ea typeface="微软雅黑" panose="020B0503020204020204" pitchFamily="34" charset="-122"/>
            </a:endParaRPr>
          </a:p>
        </p:txBody>
      </p:sp>
      <p:pic>
        <p:nvPicPr>
          <p:cNvPr id="51" name="Image 9" descr="preencoded.png">
            <a:extLst>
              <a:ext uri="{FF2B5EF4-FFF2-40B4-BE49-F238E27FC236}">
                <a16:creationId xmlns:a16="http://schemas.microsoft.com/office/drawing/2014/main" id="{17F7DB95-1C02-6BBC-A8EC-4C85DC6D64C5}"/>
              </a:ext>
            </a:extLst>
          </p:cNvPr>
          <p:cNvPicPr>
            <a:picLocks noChangeAspect="1"/>
          </p:cNvPicPr>
          <p:nvPr/>
        </p:nvPicPr>
        <p:blipFill>
          <a:blip r:embed="rId9"/>
          <a:stretch>
            <a:fillRect/>
          </a:stretch>
        </p:blipFill>
        <p:spPr>
          <a:xfrm>
            <a:off x="2851557" y="3876985"/>
            <a:ext cx="169357" cy="142875"/>
          </a:xfrm>
          <a:prstGeom prst="rect">
            <a:avLst/>
          </a:prstGeom>
        </p:spPr>
      </p:pic>
      <p:sp>
        <p:nvSpPr>
          <p:cNvPr id="52" name="Text 33">
            <a:extLst>
              <a:ext uri="{FF2B5EF4-FFF2-40B4-BE49-F238E27FC236}">
                <a16:creationId xmlns:a16="http://schemas.microsoft.com/office/drawing/2014/main" id="{DE3479D1-59CF-5D1A-6F0F-B56146AC0377}"/>
              </a:ext>
            </a:extLst>
          </p:cNvPr>
          <p:cNvSpPr/>
          <p:nvPr/>
        </p:nvSpPr>
        <p:spPr>
          <a:xfrm>
            <a:off x="3102863" y="3856089"/>
            <a:ext cx="4392286" cy="184666"/>
          </a:xfrm>
          <a:prstGeom prst="rect">
            <a:avLst/>
          </a:prstGeom>
          <a:noFill/>
          <a:ln/>
        </p:spPr>
        <p:txBody>
          <a:bodyPr wrap="square" lIns="0" tIns="0" rIns="0" bIns="0" rtlCol="0" anchor="ctr">
            <a:spAutoFit/>
          </a:bodyPr>
          <a:lstStyle/>
          <a:p>
            <a:pPr marL="0" indent="0">
              <a:buNone/>
            </a:pPr>
            <a:r>
              <a:rPr lang="en-US" sz="1200" dirty="0" err="1">
                <a:latin typeface="微软雅黑" panose="020B0503020204020204" pitchFamily="34" charset="-122"/>
                <a:ea typeface="微软雅黑" panose="020B0503020204020204" pitchFamily="34" charset="-122"/>
                <a:cs typeface="Noto Sans" pitchFamily="34" charset="-120"/>
              </a:rPr>
              <a:t>监测和控制是</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相互关联</a:t>
            </a:r>
            <a:r>
              <a:rPr lang="en-US" sz="1200" dirty="0" err="1">
                <a:latin typeface="微软雅黑" panose="020B0503020204020204" pitchFamily="34" charset="-122"/>
                <a:ea typeface="微软雅黑" panose="020B0503020204020204" pitchFamily="34" charset="-122"/>
                <a:cs typeface="Noto Sans" pitchFamily="34" charset="-120"/>
              </a:rPr>
              <a:t>的过程：监测</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提供信息</a:t>
            </a:r>
            <a:r>
              <a:rPr lang="en-US" sz="1200" dirty="0" err="1">
                <a:latin typeface="微软雅黑" panose="020B0503020204020204" pitchFamily="34" charset="-122"/>
                <a:ea typeface="微软雅黑" panose="020B0503020204020204" pitchFamily="34" charset="-122"/>
                <a:cs typeface="Noto Sans" pitchFamily="34" charset="-120"/>
              </a:rPr>
              <a:t>，控制</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采取行动</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53" name="Image 10" descr="preencoded.png">
            <a:extLst>
              <a:ext uri="{FF2B5EF4-FFF2-40B4-BE49-F238E27FC236}">
                <a16:creationId xmlns:a16="http://schemas.microsoft.com/office/drawing/2014/main" id="{AA1DE76D-C340-2F31-D572-5925F1BD4AA2}"/>
              </a:ext>
            </a:extLst>
          </p:cNvPr>
          <p:cNvPicPr>
            <a:picLocks noChangeAspect="1"/>
          </p:cNvPicPr>
          <p:nvPr/>
        </p:nvPicPr>
        <p:blipFill>
          <a:blip r:embed="rId9"/>
          <a:stretch>
            <a:fillRect/>
          </a:stretch>
        </p:blipFill>
        <p:spPr>
          <a:xfrm>
            <a:off x="2851557" y="4281692"/>
            <a:ext cx="169357" cy="142875"/>
          </a:xfrm>
          <a:prstGeom prst="rect">
            <a:avLst/>
          </a:prstGeom>
        </p:spPr>
      </p:pic>
      <p:sp>
        <p:nvSpPr>
          <p:cNvPr id="54" name="Text 34">
            <a:extLst>
              <a:ext uri="{FF2B5EF4-FFF2-40B4-BE49-F238E27FC236}">
                <a16:creationId xmlns:a16="http://schemas.microsoft.com/office/drawing/2014/main" id="{70900C8D-E775-9635-EA6E-B36FBF963DBB}"/>
              </a:ext>
            </a:extLst>
          </p:cNvPr>
          <p:cNvSpPr/>
          <p:nvPr/>
        </p:nvSpPr>
        <p:spPr>
          <a:xfrm>
            <a:off x="3102863" y="4257108"/>
            <a:ext cx="2842568" cy="184666"/>
          </a:xfrm>
          <a:prstGeom prst="rect">
            <a:avLst/>
          </a:prstGeom>
          <a:noFill/>
          <a:ln/>
        </p:spPr>
        <p:txBody>
          <a:bodyPr wrap="square" lIns="0" tIns="0" rIns="0" bIns="0" rtlCol="0" anchor="ctr">
            <a:spAutoFit/>
          </a:bodyPr>
          <a:lstStyle/>
          <a:p>
            <a:pPr marL="0" indent="0">
              <a:buNone/>
            </a:pPr>
            <a:r>
              <a:rPr lang="en-US" sz="1200" dirty="0" err="1">
                <a:latin typeface="微软雅黑" panose="020B0503020204020204" pitchFamily="34" charset="-122"/>
                <a:ea typeface="微软雅黑" panose="020B0503020204020204" pitchFamily="34" charset="-122"/>
                <a:cs typeface="Noto Sans" pitchFamily="34" charset="-120"/>
              </a:rPr>
              <a:t>有效的项目监控需要两者的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紧密结合</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sp>
        <p:nvSpPr>
          <p:cNvPr id="2" name="文本框 17">
            <a:extLst>
              <a:ext uri="{FF2B5EF4-FFF2-40B4-BE49-F238E27FC236}">
                <a16:creationId xmlns:a16="http://schemas.microsoft.com/office/drawing/2014/main" id="{7AD6899A-3542-3221-21E3-73786D507134}"/>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Tree>
    <p:custDataLst>
      <p:tags r:id="rId1"/>
    </p:custDataLst>
    <p:extLst>
      <p:ext uri="{BB962C8B-B14F-4D97-AF65-F5344CB8AC3E}">
        <p14:creationId xmlns:p14="http://schemas.microsoft.com/office/powerpoint/2010/main" val="1345453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0A438-7A26-69EE-CA92-30FF7FEFA8F7}"/>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1A3A4697-C6C6-A2D5-FDE9-2329F2DAD08A}"/>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618BE8C1-A44D-7C83-55C7-0177B2493104}"/>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26B11968-0F62-6166-036B-884DAB989FA1}"/>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2E284FCA-4B55-DCFC-257A-CCE4E7054D8E}"/>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C0DC2DA9-38BC-9FBF-873A-6A1B390E5E73}"/>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35C04BB7-A089-820B-16A1-D82E82E7C436}"/>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cs typeface="思源黑体 CN Normal" panose="020B0400000000000000" charset="-122"/>
                <a:sym typeface="+mn-ea"/>
              </a:rPr>
              <a:t>项目监控的关键要素</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28" name="Text 3">
            <a:extLst>
              <a:ext uri="{FF2B5EF4-FFF2-40B4-BE49-F238E27FC236}">
                <a16:creationId xmlns:a16="http://schemas.microsoft.com/office/drawing/2014/main" id="{D3201CC8-7322-71D9-5DCE-9A57784F9B12}"/>
              </a:ext>
            </a:extLst>
          </p:cNvPr>
          <p:cNvSpPr/>
          <p:nvPr/>
        </p:nvSpPr>
        <p:spPr>
          <a:xfrm>
            <a:off x="601979" y="1239136"/>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监控范围</a:t>
            </a:r>
            <a:endParaRPr lang="en-US" sz="1350" dirty="0"/>
          </a:p>
        </p:txBody>
      </p:sp>
      <p:sp>
        <p:nvSpPr>
          <p:cNvPr id="2" name="Text 4">
            <a:extLst>
              <a:ext uri="{FF2B5EF4-FFF2-40B4-BE49-F238E27FC236}">
                <a16:creationId xmlns:a16="http://schemas.microsoft.com/office/drawing/2014/main" id="{4A335F57-CA2F-B0ED-F086-A21AA9042693}"/>
              </a:ext>
            </a:extLst>
          </p:cNvPr>
          <p:cNvSpPr/>
          <p:nvPr/>
        </p:nvSpPr>
        <p:spPr>
          <a:xfrm>
            <a:off x="433863" y="1629609"/>
            <a:ext cx="8458677" cy="338554"/>
          </a:xfrm>
          <a:prstGeom prst="rect">
            <a:avLst/>
          </a:prstGeom>
          <a:noFill/>
          <a:ln/>
        </p:spPr>
        <p:txBody>
          <a:bodyPr wrap="square" lIns="170053" tIns="0" rIns="0" bIns="0" rtlCol="0" anchor="ctr">
            <a:spAutoFit/>
          </a:bodyPr>
          <a:lstStyle/>
          <a:p>
            <a:r>
              <a:rPr lang="zh-CN" altLang="zh-CN" sz="1100" dirty="0">
                <a:latin typeface="Noto Sans" pitchFamily="34" charset="0"/>
                <a:cs typeface="Noto Sans" pitchFamily="34" charset="-120"/>
              </a:rPr>
              <a:t>由于各知识体系的架构上存在差异，到</a:t>
            </a:r>
            <a:r>
              <a:rPr lang="zh-CN" altLang="zh-CN" sz="1100" dirty="0">
                <a:solidFill>
                  <a:srgbClr val="FF0000"/>
                </a:solidFill>
                <a:latin typeface="Noto Sans" pitchFamily="34" charset="0"/>
                <a:cs typeface="Noto Sans" pitchFamily="34" charset="-120"/>
              </a:rPr>
              <a:t>项目监控</a:t>
            </a:r>
            <a:r>
              <a:rPr lang="zh-CN" altLang="zh-CN" sz="1100" dirty="0">
                <a:latin typeface="Noto Sans" pitchFamily="34" charset="0"/>
                <a:cs typeface="Noto Sans" pitchFamily="34" charset="-120"/>
              </a:rPr>
              <a:t>环节，其监控内容也存在差异</a:t>
            </a:r>
            <a:r>
              <a:rPr lang="zh-CN" altLang="en-US" sz="1100" dirty="0">
                <a:latin typeface="Noto Sans" pitchFamily="34" charset="0"/>
                <a:cs typeface="Noto Sans" pitchFamily="34" charset="-120"/>
              </a:rPr>
              <a:t>：</a:t>
            </a:r>
            <a:endParaRPr lang="en-US" altLang="zh-CN" sz="1100" dirty="0">
              <a:latin typeface="Noto Sans" pitchFamily="34" charset="0"/>
              <a:cs typeface="Noto Sans" pitchFamily="34" charset="-120"/>
            </a:endParaRPr>
          </a:p>
          <a:p>
            <a:endParaRPr lang="en-US" altLang="zh-CN" sz="1100" dirty="0">
              <a:latin typeface="Noto Sans" pitchFamily="34" charset="0"/>
              <a:cs typeface="Noto Sans" pitchFamily="34" charset="-120"/>
            </a:endParaRPr>
          </a:p>
        </p:txBody>
      </p:sp>
      <p:sp>
        <p:nvSpPr>
          <p:cNvPr id="6" name="TextBox 1">
            <a:extLst>
              <a:ext uri="{FF2B5EF4-FFF2-40B4-BE49-F238E27FC236}">
                <a16:creationId xmlns:a16="http://schemas.microsoft.com/office/drawing/2014/main" id="{387B698D-FF87-994B-96E2-31D108EE98F5}"/>
              </a:ext>
            </a:extLst>
          </p:cNvPr>
          <p:cNvSpPr txBox="1"/>
          <p:nvPr/>
        </p:nvSpPr>
        <p:spPr>
          <a:xfrm>
            <a:off x="504350" y="1914823"/>
            <a:ext cx="8458677" cy="322395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1450">
              <a:buFont typeface="Arial"/>
              <a:buChar char="•"/>
            </a:pPr>
            <a:r>
              <a:rPr lang="en-US" altLang="zh-CN" sz="1100" dirty="0">
                <a:latin typeface="Noto Sans" pitchFamily="34" charset="0"/>
                <a:cs typeface="Noto Sans" pitchFamily="34" charset="-120"/>
              </a:rPr>
              <a:t>PMBOK</a:t>
            </a:r>
            <a:r>
              <a:rPr lang="zh-CN" altLang="zh-CN" sz="1100" dirty="0">
                <a:latin typeface="Noto Sans" pitchFamily="34" charset="0"/>
                <a:cs typeface="Noto Sans" pitchFamily="34" charset="-120"/>
              </a:rPr>
              <a:t>指南（第</a:t>
            </a:r>
            <a:r>
              <a:rPr lang="en-US" altLang="zh-CN" sz="1100" dirty="0">
                <a:latin typeface="Noto Sans" pitchFamily="34" charset="0"/>
                <a:cs typeface="Noto Sans" pitchFamily="34" charset="-120"/>
              </a:rPr>
              <a:t>6</a:t>
            </a:r>
            <a:r>
              <a:rPr lang="zh-CN" altLang="zh-CN" sz="1100" dirty="0">
                <a:latin typeface="Noto Sans" pitchFamily="34" charset="0"/>
                <a:cs typeface="Noto Sans" pitchFamily="34" charset="-120"/>
              </a:rPr>
              <a:t>版）中，</a:t>
            </a:r>
            <a:r>
              <a:rPr lang="zh-CN" altLang="zh-CN" sz="1100" dirty="0">
                <a:solidFill>
                  <a:srgbClr val="FF0000"/>
                </a:solidFill>
                <a:latin typeface="Noto Sans" pitchFamily="34" charset="0"/>
                <a:cs typeface="Noto Sans" pitchFamily="34" charset="-120"/>
              </a:rPr>
              <a:t>监控内容</a:t>
            </a:r>
            <a:r>
              <a:rPr lang="zh-CN" altLang="zh-CN" sz="1100" dirty="0">
                <a:latin typeface="Noto Sans" pitchFamily="34" charset="0"/>
                <a:cs typeface="Noto Sans" pitchFamily="34" charset="-120"/>
              </a:rPr>
              <a:t>包括项目范围、进度、成本、质量、资源、沟通、风险、采购以及干系人。</a:t>
            </a:r>
            <a:endParaRPr lang="en-US" altLang="zh-CN" sz="1100" dirty="0">
              <a:latin typeface="Noto Sans" pitchFamily="34" charset="0"/>
              <a:cs typeface="Noto Sans" pitchFamily="34" charset="-120"/>
            </a:endParaRPr>
          </a:p>
          <a:p>
            <a:pPr indent="-171450">
              <a:buFont typeface="Arial"/>
              <a:buChar char="•"/>
            </a:pPr>
            <a:endParaRPr lang="ja-JP" altLang="en-US" sz="1100" dirty="0">
              <a:latin typeface="Noto Sans" pitchFamily="34" charset="0"/>
              <a:cs typeface="Noto Sans" pitchFamily="34" charset="-120"/>
            </a:endParaRPr>
          </a:p>
          <a:p>
            <a:pPr indent="-171450">
              <a:lnSpc>
                <a:spcPct val="150000"/>
              </a:lnSpc>
              <a:buFont typeface="Arial"/>
              <a:buChar char="•"/>
            </a:pPr>
            <a:r>
              <a:rPr lang="en-US" altLang="zh-CN" sz="1100" dirty="0">
                <a:latin typeface="微软雅黑 "/>
              </a:rPr>
              <a:t>PM</a:t>
            </a:r>
            <a:r>
              <a:rPr lang="en-US" altLang="zh-CN" sz="1100" baseline="30000" dirty="0">
                <a:latin typeface="微软雅黑 "/>
              </a:rPr>
              <a:t>2</a:t>
            </a:r>
            <a:r>
              <a:rPr lang="zh-CN" altLang="zh-CN" sz="1100" dirty="0">
                <a:latin typeface="Noto Sans" pitchFamily="34" charset="0"/>
                <a:cs typeface="Noto Sans" pitchFamily="34" charset="-120"/>
              </a:rPr>
              <a:t>方法论包括</a:t>
            </a:r>
            <a:r>
              <a:rPr lang="zh-CN" altLang="zh-CN" sz="1100" dirty="0">
                <a:solidFill>
                  <a:srgbClr val="FF0000"/>
                </a:solidFill>
                <a:latin typeface="Noto Sans" pitchFamily="34" charset="0"/>
                <a:cs typeface="Noto Sans" pitchFamily="34" charset="-120"/>
              </a:rPr>
              <a:t>监控</a:t>
            </a:r>
            <a:r>
              <a:rPr lang="zh-CN" altLang="zh-CN" sz="1100" dirty="0">
                <a:latin typeface="Noto Sans" pitchFamily="34" charset="0"/>
                <a:cs typeface="Noto Sans" pitchFamily="34" charset="-120"/>
              </a:rPr>
              <a:t>项目绩效、控制计划、控制成本、管理质量、管理项目变更、管理风险、管理需求、管理问题与决策、管理利益相关者、管理可交付成果验收、管理移交、管理业务实施以及管理外包。</a:t>
            </a:r>
            <a:endParaRPr lang="en-US" altLang="zh-CN" sz="1100" dirty="0">
              <a:latin typeface="Noto Sans" pitchFamily="34" charset="0"/>
              <a:cs typeface="Noto Sans" pitchFamily="34" charset="-120"/>
            </a:endParaRPr>
          </a:p>
          <a:p>
            <a:pPr indent="-171450">
              <a:buFont typeface="Arial"/>
              <a:buChar char="•"/>
            </a:pPr>
            <a:endParaRPr lang="ja-JP" altLang="en-US" sz="1100" dirty="0">
              <a:latin typeface="Noto Sans" pitchFamily="34" charset="0"/>
              <a:cs typeface="Noto Sans" pitchFamily="34" charset="-120"/>
            </a:endParaRPr>
          </a:p>
          <a:p>
            <a:pPr indent="-171450">
              <a:lnSpc>
                <a:spcPct val="150000"/>
              </a:lnSpc>
              <a:buFont typeface="Arial"/>
              <a:buChar char="•"/>
            </a:pPr>
            <a:r>
              <a:rPr lang="en-US" altLang="zh-CN" sz="1100" dirty="0">
                <a:latin typeface="Noto Sans" pitchFamily="34" charset="0"/>
                <a:cs typeface="Noto Sans" pitchFamily="34" charset="-120"/>
              </a:rPr>
              <a:t>APMBOK</a:t>
            </a:r>
            <a:r>
              <a:rPr lang="zh-CN" altLang="zh-CN" sz="1100" dirty="0">
                <a:latin typeface="Noto Sans" pitchFamily="34" charset="0"/>
                <a:cs typeface="Noto Sans" pitchFamily="34" charset="-120"/>
              </a:rPr>
              <a:t>中</a:t>
            </a:r>
            <a:r>
              <a:rPr lang="zh-CN" altLang="zh-CN" sz="1100" dirty="0">
                <a:solidFill>
                  <a:srgbClr val="FF0000"/>
                </a:solidFill>
                <a:latin typeface="Noto Sans" pitchFamily="34" charset="0"/>
                <a:cs typeface="Noto Sans" pitchFamily="34" charset="-120"/>
              </a:rPr>
              <a:t>控制部署</a:t>
            </a:r>
            <a:r>
              <a:rPr lang="zh-CN" altLang="zh-CN" sz="1100" dirty="0">
                <a:latin typeface="Noto Sans" pitchFamily="34" charset="0"/>
                <a:cs typeface="Noto Sans" pitchFamily="34" charset="-120"/>
              </a:rPr>
              <a:t>的有关内容主要包括进度监测和报告、合同管理、风险管理、应急管理、问题管理、变更控制、配置管理以及质量控制。除最基本的成本、进度和质量，也涉及商业价值目标，如</a:t>
            </a:r>
            <a:r>
              <a:rPr lang="en-US" altLang="zh-CN" sz="1100" dirty="0">
                <a:latin typeface="Noto Sans" pitchFamily="34" charset="0"/>
                <a:cs typeface="Noto Sans" pitchFamily="34" charset="-120"/>
              </a:rPr>
              <a:t>APMBOK</a:t>
            </a:r>
            <a:r>
              <a:rPr lang="zh-CN" altLang="zh-CN" sz="1100" dirty="0">
                <a:latin typeface="Noto Sans" pitchFamily="34" charset="0"/>
                <a:cs typeface="Noto Sans" pitchFamily="34" charset="-120"/>
              </a:rPr>
              <a:t>中提到</a:t>
            </a:r>
            <a:r>
              <a:rPr lang="zh-CN" altLang="zh-CN" sz="1100" dirty="0">
                <a:solidFill>
                  <a:srgbClr val="FF0000"/>
                </a:solidFill>
                <a:latin typeface="Noto Sans" pitchFamily="34" charset="0"/>
                <a:cs typeface="Noto Sans" pitchFamily="34" charset="-120"/>
              </a:rPr>
              <a:t>控制部署在一定程度上是为了确保有关进度</a:t>
            </a:r>
            <a:r>
              <a:rPr lang="zh-CN" altLang="zh-CN" sz="1100" dirty="0">
                <a:latin typeface="Noto Sans" pitchFamily="34" charset="0"/>
                <a:cs typeface="Noto Sans" pitchFamily="34" charset="-120"/>
              </a:rPr>
              <a:t>和</a:t>
            </a:r>
            <a:r>
              <a:rPr lang="zh-CN" altLang="zh-CN" sz="1100" dirty="0">
                <a:solidFill>
                  <a:srgbClr val="FF0000"/>
                </a:solidFill>
                <a:latin typeface="Noto Sans" pitchFamily="34" charset="0"/>
                <a:cs typeface="Noto Sans" pitchFamily="34" charset="-120"/>
              </a:rPr>
              <a:t>绩效的信息</a:t>
            </a:r>
            <a:r>
              <a:rPr lang="zh-CN" altLang="zh-CN" sz="1100" dirty="0">
                <a:latin typeface="Noto Sans" pitchFamily="34" charset="0"/>
                <a:cs typeface="Noto Sans" pitchFamily="34" charset="-120"/>
              </a:rPr>
              <a:t>，</a:t>
            </a:r>
            <a:r>
              <a:rPr lang="zh-CN" altLang="zh-CN" sz="1100" dirty="0">
                <a:solidFill>
                  <a:srgbClr val="FF0000"/>
                </a:solidFill>
                <a:latin typeface="Noto Sans" pitchFamily="34" charset="0"/>
                <a:cs typeface="Noto Sans" pitchFamily="34" charset="-120"/>
              </a:rPr>
              <a:t>为纠正行动和决策提供了参考</a:t>
            </a:r>
            <a:r>
              <a:rPr lang="zh-CN" altLang="zh-CN" sz="1100" dirty="0">
                <a:latin typeface="Noto Sans" pitchFamily="34" charset="0"/>
                <a:cs typeface="Noto Sans" pitchFamily="34" charset="-120"/>
              </a:rPr>
              <a:t>，</a:t>
            </a:r>
            <a:r>
              <a:rPr lang="zh-CN" altLang="zh-CN" sz="1100" dirty="0">
                <a:solidFill>
                  <a:srgbClr val="FF0000"/>
                </a:solidFill>
                <a:latin typeface="Noto Sans" pitchFamily="34" charset="0"/>
                <a:cs typeface="Noto Sans" pitchFamily="34" charset="-120"/>
              </a:rPr>
              <a:t>以确保交付商业计划</a:t>
            </a:r>
            <a:r>
              <a:rPr lang="zh-CN" altLang="zh-CN" sz="1100" dirty="0">
                <a:latin typeface="Noto Sans" pitchFamily="34" charset="0"/>
                <a:cs typeface="Noto Sans" pitchFamily="34" charset="-120"/>
              </a:rPr>
              <a:t>。</a:t>
            </a:r>
            <a:endParaRPr lang="en-US" altLang="zh-CN" sz="1100" dirty="0">
              <a:latin typeface="Noto Sans" pitchFamily="34" charset="0"/>
              <a:cs typeface="Noto Sans" pitchFamily="34" charset="-120"/>
            </a:endParaRPr>
          </a:p>
          <a:p>
            <a:pPr indent="-171450">
              <a:buFont typeface="Arial"/>
              <a:buChar char="•"/>
            </a:pPr>
            <a:endParaRPr lang="ja-JP" altLang="en-US" sz="1100" dirty="0">
              <a:latin typeface="Noto Sans" pitchFamily="34" charset="0"/>
              <a:cs typeface="Noto Sans" pitchFamily="34" charset="-120"/>
            </a:endParaRPr>
          </a:p>
          <a:p>
            <a:pPr indent="-171450">
              <a:lnSpc>
                <a:spcPct val="150000"/>
              </a:lnSpc>
              <a:buFont typeface="Arial"/>
              <a:buChar char="•"/>
            </a:pPr>
            <a:r>
              <a:rPr lang="en-US" altLang="zh-CN" sz="1100" dirty="0">
                <a:latin typeface="Noto Sans" pitchFamily="34" charset="0"/>
                <a:cs typeface="Noto Sans" pitchFamily="34" charset="-120"/>
              </a:rPr>
              <a:t>ISO21502</a:t>
            </a:r>
            <a:r>
              <a:rPr lang="zh-CN" altLang="zh-CN" sz="1100" dirty="0">
                <a:latin typeface="Noto Sans" pitchFamily="34" charset="0"/>
                <a:cs typeface="Noto Sans" pitchFamily="34" charset="-120"/>
              </a:rPr>
              <a:t>包括</a:t>
            </a:r>
            <a:r>
              <a:rPr lang="zh-CN" altLang="zh-CN" sz="1100" dirty="0">
                <a:solidFill>
                  <a:srgbClr val="FF0000"/>
                </a:solidFill>
                <a:latin typeface="Noto Sans" pitchFamily="34" charset="0"/>
                <a:cs typeface="Noto Sans" pitchFamily="34" charset="-120"/>
              </a:rPr>
              <a:t>管理项目绩效</a:t>
            </a:r>
            <a:r>
              <a:rPr lang="zh-CN" altLang="zh-CN" sz="1100" dirty="0">
                <a:latin typeface="Noto Sans" pitchFamily="34" charset="0"/>
                <a:cs typeface="Noto Sans" pitchFamily="34" charset="-120"/>
              </a:rPr>
              <a:t>、</a:t>
            </a:r>
            <a:r>
              <a:rPr lang="zh-CN" altLang="zh-CN" sz="1100" dirty="0">
                <a:solidFill>
                  <a:srgbClr val="FF0000"/>
                </a:solidFill>
                <a:latin typeface="Noto Sans" pitchFamily="34" charset="0"/>
                <a:cs typeface="Noto Sans" pitchFamily="34" charset="-120"/>
              </a:rPr>
              <a:t>管理项目每个阶段的开始</a:t>
            </a:r>
            <a:r>
              <a:rPr lang="zh-CN" altLang="zh-CN" sz="1100" dirty="0">
                <a:latin typeface="Noto Sans" pitchFamily="34" charset="0"/>
                <a:cs typeface="Noto Sans" pitchFamily="34" charset="-120"/>
              </a:rPr>
              <a:t>和</a:t>
            </a:r>
            <a:r>
              <a:rPr lang="zh-CN" altLang="zh-CN" sz="1100" dirty="0">
                <a:solidFill>
                  <a:srgbClr val="FF0000"/>
                </a:solidFill>
                <a:latin typeface="Noto Sans" pitchFamily="34" charset="0"/>
                <a:cs typeface="Noto Sans" pitchFamily="34" charset="-120"/>
              </a:rPr>
              <a:t>结束</a:t>
            </a:r>
            <a:r>
              <a:rPr lang="zh-CN" altLang="zh-CN" sz="1100" dirty="0">
                <a:latin typeface="Noto Sans" pitchFamily="34" charset="0"/>
                <a:cs typeface="Noto Sans" pitchFamily="34" charset="-120"/>
              </a:rPr>
              <a:t>、管理</a:t>
            </a:r>
            <a:r>
              <a:rPr lang="zh-CN" altLang="zh-CN" sz="1100" dirty="0">
                <a:solidFill>
                  <a:srgbClr val="FF0000"/>
                </a:solidFill>
                <a:latin typeface="Noto Sans" pitchFamily="34" charset="0"/>
                <a:cs typeface="Noto Sans" pitchFamily="34" charset="-120"/>
              </a:rPr>
              <a:t>每个工作包的开始</a:t>
            </a:r>
            <a:r>
              <a:rPr lang="zh-CN" altLang="zh-CN" sz="1100" dirty="0">
                <a:latin typeface="Noto Sans" pitchFamily="34" charset="0"/>
                <a:cs typeface="Noto Sans" pitchFamily="34" charset="-120"/>
              </a:rPr>
              <a:t>、</a:t>
            </a:r>
            <a:r>
              <a:rPr lang="zh-CN" altLang="zh-CN" sz="1100" dirty="0">
                <a:solidFill>
                  <a:srgbClr val="FF0000"/>
                </a:solidFill>
                <a:latin typeface="Noto Sans" pitchFamily="34" charset="0"/>
                <a:cs typeface="Noto Sans" pitchFamily="34" charset="-120"/>
              </a:rPr>
              <a:t>进程</a:t>
            </a:r>
            <a:r>
              <a:rPr lang="zh-CN" altLang="zh-CN" sz="1100" dirty="0">
                <a:latin typeface="Noto Sans" pitchFamily="34" charset="0"/>
                <a:cs typeface="Noto Sans" pitchFamily="34" charset="-120"/>
              </a:rPr>
              <a:t>与</a:t>
            </a:r>
            <a:r>
              <a:rPr lang="zh-CN" altLang="zh-CN" sz="1100" dirty="0">
                <a:solidFill>
                  <a:srgbClr val="FF0000"/>
                </a:solidFill>
                <a:latin typeface="Noto Sans" pitchFamily="34" charset="0"/>
                <a:cs typeface="Noto Sans" pitchFamily="34" charset="-120"/>
              </a:rPr>
              <a:t>结束</a:t>
            </a:r>
            <a:r>
              <a:rPr lang="zh-CN" altLang="zh-CN" sz="1100" dirty="0">
                <a:latin typeface="Noto Sans" pitchFamily="34" charset="0"/>
                <a:cs typeface="Noto Sans" pitchFamily="34" charset="-120"/>
              </a:rPr>
              <a:t>。在</a:t>
            </a:r>
            <a:r>
              <a:rPr lang="zh-CN" altLang="zh-CN" sz="1100" dirty="0">
                <a:solidFill>
                  <a:srgbClr val="FF0000"/>
                </a:solidFill>
                <a:latin typeface="Noto Sans" pitchFamily="34" charset="0"/>
                <a:cs typeface="Noto Sans" pitchFamily="34" charset="-120"/>
              </a:rPr>
              <a:t>监控</a:t>
            </a:r>
            <a:r>
              <a:rPr lang="zh-CN" altLang="zh-CN" sz="1100" dirty="0">
                <a:latin typeface="Noto Sans" pitchFamily="34" charset="0"/>
                <a:cs typeface="Noto Sans" pitchFamily="34" charset="-120"/>
              </a:rPr>
              <a:t>方面，包括监控计划、监测效益、控制范围、控制进度、控制成本、控制风险、变更控制、控制质量以及监测沟通的影响。</a:t>
            </a:r>
            <a:endParaRPr lang="en-US" altLang="zh-CN" sz="1100" dirty="0">
              <a:latin typeface="Noto Sans" pitchFamily="34" charset="0"/>
              <a:cs typeface="Noto Sans" pitchFamily="34" charset="-120"/>
            </a:endParaRPr>
          </a:p>
          <a:p>
            <a:pPr indent="-171450">
              <a:buFont typeface="Arial"/>
              <a:buChar char="•"/>
            </a:pPr>
            <a:endParaRPr lang="en-US" altLang="ja-JP" sz="1100" dirty="0">
              <a:latin typeface="Noto Sans" pitchFamily="34" charset="0"/>
              <a:cs typeface="Noto Sans" pitchFamily="34" charset="-120"/>
            </a:endParaRPr>
          </a:p>
          <a:p>
            <a:pPr indent="-171450">
              <a:buFont typeface="Arial"/>
              <a:buChar char="•"/>
            </a:pPr>
            <a:r>
              <a:rPr lang="en-US" altLang="zh-CN" sz="1100" dirty="0">
                <a:latin typeface="Noto Sans" pitchFamily="34" charset="0"/>
                <a:cs typeface="Noto Sans" pitchFamily="34" charset="-120"/>
              </a:rPr>
              <a:t>PRINCE2</a:t>
            </a:r>
            <a:r>
              <a:rPr lang="zh-CN" altLang="zh-CN" sz="1100" dirty="0">
                <a:latin typeface="Noto Sans" pitchFamily="34" charset="0"/>
                <a:cs typeface="Noto Sans" pitchFamily="34" charset="-120"/>
              </a:rPr>
              <a:t>在进展主题中提到对</a:t>
            </a:r>
            <a:r>
              <a:rPr lang="zh-CN" altLang="zh-CN" sz="1100" dirty="0">
                <a:solidFill>
                  <a:srgbClr val="FF0000"/>
                </a:solidFill>
                <a:latin typeface="Noto Sans" pitchFamily="34" charset="0"/>
                <a:cs typeface="Noto Sans" pitchFamily="34" charset="-120"/>
              </a:rPr>
              <a:t>进展</a:t>
            </a:r>
            <a:r>
              <a:rPr lang="zh-CN" altLang="zh-CN" sz="1100" dirty="0">
                <a:latin typeface="Noto Sans" pitchFamily="34" charset="0"/>
                <a:cs typeface="Noto Sans" pitchFamily="34" charset="-120"/>
              </a:rPr>
              <a:t>的</a:t>
            </a:r>
            <a:r>
              <a:rPr lang="zh-CN" altLang="zh-CN" sz="1100" dirty="0">
                <a:solidFill>
                  <a:srgbClr val="FF0000"/>
                </a:solidFill>
                <a:latin typeface="Noto Sans" pitchFamily="34" charset="0"/>
                <a:cs typeface="Noto Sans" pitchFamily="34" charset="-120"/>
              </a:rPr>
              <a:t>控制</a:t>
            </a:r>
            <a:r>
              <a:rPr lang="zh-CN" altLang="zh-CN" sz="1100" dirty="0">
                <a:latin typeface="Noto Sans" pitchFamily="34" charset="0"/>
                <a:cs typeface="Noto Sans" pitchFamily="34" charset="-120"/>
              </a:rPr>
              <a:t>包括对时间、成本、质量、范围、效益以及风险等</a:t>
            </a:r>
            <a:r>
              <a:rPr lang="zh-CN" altLang="zh-CN" sz="1100" dirty="0">
                <a:solidFill>
                  <a:srgbClr val="FF0000"/>
                </a:solidFill>
                <a:latin typeface="Noto Sans" pitchFamily="34" charset="0"/>
                <a:cs typeface="Noto Sans" pitchFamily="34" charset="-120"/>
              </a:rPr>
              <a:t>绩效目标</a:t>
            </a:r>
            <a:r>
              <a:rPr lang="zh-CN" altLang="zh-CN" sz="1100" dirty="0">
                <a:latin typeface="Noto Sans" pitchFamily="34" charset="0"/>
                <a:cs typeface="Noto Sans" pitchFamily="34" charset="-120"/>
              </a:rPr>
              <a:t>的</a:t>
            </a:r>
            <a:r>
              <a:rPr lang="zh-CN" altLang="zh-CN" sz="1100" dirty="0">
                <a:solidFill>
                  <a:srgbClr val="FF0000"/>
                </a:solidFill>
                <a:latin typeface="Noto Sans" pitchFamily="34" charset="0"/>
                <a:cs typeface="Noto Sans" pitchFamily="34" charset="-120"/>
              </a:rPr>
              <a:t>实际进展</a:t>
            </a:r>
            <a:r>
              <a:rPr lang="zh-CN" altLang="zh-CN" sz="1100" dirty="0">
                <a:latin typeface="Noto Sans" pitchFamily="34" charset="0"/>
                <a:cs typeface="Noto Sans" pitchFamily="34" charset="-120"/>
              </a:rPr>
              <a:t>进行</a:t>
            </a:r>
            <a:r>
              <a:rPr lang="zh-CN" altLang="zh-CN" sz="1100" dirty="0">
                <a:solidFill>
                  <a:srgbClr val="FF0000"/>
                </a:solidFill>
                <a:latin typeface="Noto Sans" pitchFamily="34" charset="0"/>
                <a:cs typeface="Noto Sans" pitchFamily="34" charset="-120"/>
              </a:rPr>
              <a:t>测量</a:t>
            </a:r>
            <a:r>
              <a:rPr lang="zh-CN" altLang="zh-CN" sz="1100" dirty="0">
                <a:latin typeface="Noto Sans" pitchFamily="34" charset="0"/>
                <a:cs typeface="Noto Sans" pitchFamily="34" charset="-120"/>
              </a:rPr>
              <a:t>，然后用于</a:t>
            </a:r>
            <a:r>
              <a:rPr lang="zh-CN" altLang="zh-CN" sz="1100" dirty="0">
                <a:solidFill>
                  <a:srgbClr val="FF0000"/>
                </a:solidFill>
                <a:latin typeface="Noto Sans" pitchFamily="34" charset="0"/>
                <a:cs typeface="Noto Sans" pitchFamily="34" charset="-120"/>
              </a:rPr>
              <a:t>决策</a:t>
            </a:r>
            <a:r>
              <a:rPr lang="zh-CN" altLang="zh-CN" sz="1100" dirty="0">
                <a:latin typeface="Noto Sans" pitchFamily="34" charset="0"/>
                <a:cs typeface="Noto Sans" pitchFamily="34" charset="-120"/>
              </a:rPr>
              <a:t>。</a:t>
            </a:r>
            <a:endParaRPr lang="en-US" altLang="zh-CN" sz="1100" dirty="0">
              <a:latin typeface="Noto Sans" pitchFamily="34" charset="0"/>
              <a:cs typeface="Noto Sans" pitchFamily="34" charset="-120"/>
            </a:endParaRPr>
          </a:p>
          <a:p>
            <a:pPr indent="-171450">
              <a:buFont typeface="Arial"/>
              <a:buChar char="•"/>
            </a:pPr>
            <a:endParaRPr lang="ja-JP" altLang="en-US" sz="1100" dirty="0">
              <a:latin typeface="Noto Sans" pitchFamily="34" charset="0"/>
              <a:cs typeface="Noto Sans" pitchFamily="34" charset="-120"/>
            </a:endParaRPr>
          </a:p>
        </p:txBody>
      </p:sp>
      <p:sp>
        <p:nvSpPr>
          <p:cNvPr id="10" name="文本框 17">
            <a:extLst>
              <a:ext uri="{FF2B5EF4-FFF2-40B4-BE49-F238E27FC236}">
                <a16:creationId xmlns:a16="http://schemas.microsoft.com/office/drawing/2014/main" id="{B9A7123B-B57E-FB80-3A9D-BBEB8C9A8281}"/>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Tree>
    <p:custDataLst>
      <p:tags r:id="rId1"/>
    </p:custDataLst>
    <p:extLst>
      <p:ext uri="{BB962C8B-B14F-4D97-AF65-F5344CB8AC3E}">
        <p14:creationId xmlns:p14="http://schemas.microsoft.com/office/powerpoint/2010/main" val="3035926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46664-D810-F209-8ECE-B93846E6A8D6}"/>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DC4F7D1A-F84C-4F7D-1145-4FE161008492}"/>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5745ACCC-14BB-26F1-26CB-115910A6C7BD}"/>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C587D760-4D3E-1D37-F3A8-C9A3E06BE6AA}"/>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91D6C7C7-19B0-53C8-A65B-E2CC7F9ABC72}"/>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4E753524-463F-5F55-1946-123AE59A15A2}"/>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769407EC-18CF-4484-6FFB-57CEABBA1EC4}"/>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cs typeface="思源黑体 CN Normal" panose="020B0400000000000000" charset="-122"/>
                <a:sym typeface="+mn-ea"/>
              </a:rPr>
              <a:t>项目监控的关键要素 </a:t>
            </a:r>
            <a:r>
              <a:rPr lang="en-US" altLang="zh-CN" b="1" dirty="0">
                <a:solidFill>
                  <a:schemeClr val="bg1"/>
                </a:solidFill>
                <a:latin typeface="+mj-ea"/>
                <a:ea typeface="微软雅黑" panose="020B0503020204020204" charset="-122"/>
                <a:cs typeface="思源黑体 CN Normal" panose="020B0400000000000000" charset="-122"/>
                <a:sym typeface="+mn-ea"/>
              </a:rPr>
              <a:t>(</a:t>
            </a:r>
            <a:r>
              <a:rPr lang="zh-CN" altLang="en-US" b="1" dirty="0">
                <a:solidFill>
                  <a:schemeClr val="bg1"/>
                </a:solidFill>
                <a:latin typeface="+mj-ea"/>
                <a:ea typeface="微软雅黑" panose="020B0503020204020204" charset="-122"/>
                <a:cs typeface="思源黑体 CN Normal" panose="020B0400000000000000" charset="-122"/>
                <a:sym typeface="+mn-ea"/>
              </a:rPr>
              <a:t>续）</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9" name="Text 19"/>
          <p:cNvSpPr/>
          <p:nvPr/>
        </p:nvSpPr>
        <p:spPr>
          <a:xfrm>
            <a:off x="1147763" y="1186197"/>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监测时点</a:t>
            </a:r>
            <a:endParaRPr lang="en-US" sz="1350" dirty="0"/>
          </a:p>
        </p:txBody>
      </p:sp>
      <p:pic>
        <p:nvPicPr>
          <p:cNvPr id="24" name="图片 23">
            <a:extLst>
              <a:ext uri="{FF2B5EF4-FFF2-40B4-BE49-F238E27FC236}">
                <a16:creationId xmlns:a16="http://schemas.microsoft.com/office/drawing/2014/main" id="{D1697065-E2B1-44B4-6767-28E7766F7353}"/>
              </a:ext>
            </a:extLst>
          </p:cNvPr>
          <p:cNvPicPr>
            <a:picLocks noChangeAspect="1"/>
          </p:cNvPicPr>
          <p:nvPr/>
        </p:nvPicPr>
        <p:blipFill rotWithShape="1">
          <a:blip r:embed="rId9"/>
          <a:srcRect l="4370" t="8403" r="3906" b="5201"/>
          <a:stretch/>
        </p:blipFill>
        <p:spPr bwMode="auto">
          <a:xfrm>
            <a:off x="2530426" y="953053"/>
            <a:ext cx="4656931" cy="2202090"/>
          </a:xfrm>
          <a:prstGeom prst="rect">
            <a:avLst/>
          </a:prstGeom>
          <a:ln>
            <a:noFill/>
          </a:ln>
          <a:extLst>
            <a:ext uri="{53640926-AAD7-44D8-BBD7-CCE9431645EC}">
              <a14:shadowObscured xmlns:a14="http://schemas.microsoft.com/office/drawing/2010/main"/>
            </a:ext>
          </a:extLst>
        </p:spPr>
      </p:pic>
      <p:sp>
        <p:nvSpPr>
          <p:cNvPr id="25" name="Text 4">
            <a:extLst>
              <a:ext uri="{FF2B5EF4-FFF2-40B4-BE49-F238E27FC236}">
                <a16:creationId xmlns:a16="http://schemas.microsoft.com/office/drawing/2014/main" id="{59EDF97F-D64E-614A-D5E1-4B1DEF6FF26D}"/>
              </a:ext>
            </a:extLst>
          </p:cNvPr>
          <p:cNvSpPr/>
          <p:nvPr/>
        </p:nvSpPr>
        <p:spPr>
          <a:xfrm>
            <a:off x="3207782" y="3155143"/>
            <a:ext cx="3814763" cy="184666"/>
          </a:xfrm>
          <a:prstGeom prst="rect">
            <a:avLst/>
          </a:prstGeom>
          <a:noFill/>
          <a:ln/>
        </p:spPr>
        <p:txBody>
          <a:bodyPr wrap="square" lIns="170053" tIns="0" rIns="0" bIns="0" rtlCol="0" anchor="ctr">
            <a:spAutoFit/>
          </a:bodyPr>
          <a:lstStyle/>
          <a:p>
            <a:r>
              <a:rPr lang="zh-CN" altLang="zh-CN" sz="1200" dirty="0">
                <a:latin typeface="Noto Sans" pitchFamily="34" charset="0"/>
                <a:cs typeface="Noto Sans" pitchFamily="34" charset="-120"/>
              </a:rPr>
              <a:t>监控过程组的生命周期</a:t>
            </a:r>
            <a:r>
              <a:rPr lang="en-US" altLang="zh-CN" sz="1200" dirty="0">
                <a:latin typeface="Noto Sans" pitchFamily="34" charset="0"/>
                <a:cs typeface="Noto Sans" pitchFamily="34" charset="-120"/>
              </a:rPr>
              <a:t> (PMBOK</a:t>
            </a:r>
            <a:r>
              <a:rPr lang="zh-CN" altLang="zh-CN" sz="1200" dirty="0">
                <a:latin typeface="Noto Sans" pitchFamily="34" charset="0"/>
                <a:cs typeface="Noto Sans" pitchFamily="34" charset="-120"/>
              </a:rPr>
              <a:t>指南</a:t>
            </a:r>
            <a:r>
              <a:rPr lang="en-US" altLang="zh-CN" sz="1200" dirty="0">
                <a:latin typeface="Noto Sans" pitchFamily="34" charset="0"/>
                <a:cs typeface="Noto Sans" pitchFamily="34" charset="-120"/>
              </a:rPr>
              <a:t> (</a:t>
            </a:r>
            <a:r>
              <a:rPr lang="zh-CN" altLang="zh-CN" sz="1200" dirty="0">
                <a:latin typeface="Noto Sans" pitchFamily="34" charset="0"/>
                <a:cs typeface="Noto Sans" pitchFamily="34" charset="-120"/>
              </a:rPr>
              <a:t>第</a:t>
            </a:r>
            <a:r>
              <a:rPr lang="en-US" altLang="zh-CN" sz="1200" dirty="0">
                <a:latin typeface="Noto Sans" pitchFamily="34" charset="0"/>
                <a:cs typeface="Noto Sans" pitchFamily="34" charset="-120"/>
              </a:rPr>
              <a:t>6</a:t>
            </a:r>
            <a:r>
              <a:rPr lang="zh-CN" altLang="zh-CN" sz="1200" dirty="0">
                <a:latin typeface="Noto Sans" pitchFamily="34" charset="0"/>
                <a:cs typeface="Noto Sans" pitchFamily="34" charset="-120"/>
              </a:rPr>
              <a:t>版</a:t>
            </a:r>
            <a:r>
              <a:rPr lang="en-US" altLang="zh-CN" sz="1200" dirty="0">
                <a:latin typeface="Noto Sans" pitchFamily="34" charset="0"/>
                <a:cs typeface="Noto Sans" pitchFamily="34" charset="-120"/>
              </a:rPr>
              <a:t>) )</a:t>
            </a:r>
          </a:p>
        </p:txBody>
      </p:sp>
      <p:sp>
        <p:nvSpPr>
          <p:cNvPr id="26" name="TextBox 1">
            <a:extLst>
              <a:ext uri="{FF2B5EF4-FFF2-40B4-BE49-F238E27FC236}">
                <a16:creationId xmlns:a16="http://schemas.microsoft.com/office/drawing/2014/main" id="{E4A7DD8B-8C1C-8FF1-1390-41B4154F5725}"/>
              </a:ext>
            </a:extLst>
          </p:cNvPr>
          <p:cNvSpPr txBox="1"/>
          <p:nvPr/>
        </p:nvSpPr>
        <p:spPr>
          <a:xfrm>
            <a:off x="1147763" y="3284691"/>
            <a:ext cx="7422258" cy="172419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zh-CN" sz="1200" dirty="0">
                <a:latin typeface="Noto Sans" pitchFamily="34" charset="0"/>
                <a:cs typeface="Noto Sans" pitchFamily="34" charset="-120"/>
              </a:rPr>
              <a:t>监控时间跨度主要有两类</a:t>
            </a:r>
            <a:r>
              <a:rPr lang="zh-CN" altLang="en-US" sz="1200" dirty="0">
                <a:latin typeface="Noto Sans" pitchFamily="34" charset="0"/>
                <a:cs typeface="Noto Sans" pitchFamily="34" charset="-120"/>
              </a:rPr>
              <a:t>：</a:t>
            </a:r>
            <a:endParaRPr lang="en-US" altLang="zh-CN" sz="1200" dirty="0">
              <a:latin typeface="Noto Sans" pitchFamily="34" charset="0"/>
              <a:cs typeface="Noto Sans" pitchFamily="34" charset="-120"/>
            </a:endParaRPr>
          </a:p>
          <a:p>
            <a:pPr>
              <a:lnSpc>
                <a:spcPct val="150000"/>
              </a:lnSpc>
            </a:pPr>
            <a:endParaRPr lang="en-US" altLang="zh-CN" sz="1200" dirty="0">
              <a:latin typeface="Noto Sans" pitchFamily="34" charset="0"/>
              <a:cs typeface="Noto Sans" pitchFamily="34" charset="-120"/>
            </a:endParaRPr>
          </a:p>
          <a:p>
            <a:pPr marL="228600" indent="-228600">
              <a:lnSpc>
                <a:spcPct val="150000"/>
              </a:lnSpc>
              <a:buFont typeface="+mj-lt"/>
              <a:buAutoNum type="arabicPeriod"/>
            </a:pPr>
            <a:r>
              <a:rPr lang="zh-CN" altLang="zh-CN" sz="1200" dirty="0">
                <a:latin typeface="Noto Sans" pitchFamily="34" charset="0"/>
                <a:cs typeface="Noto Sans" pitchFamily="34" charset="-120"/>
              </a:rPr>
              <a:t>贯穿于</a:t>
            </a:r>
            <a:r>
              <a:rPr lang="zh-CN" altLang="zh-CN" sz="1200" dirty="0">
                <a:solidFill>
                  <a:srgbClr val="FF0000"/>
                </a:solidFill>
                <a:latin typeface="Noto Sans" pitchFamily="34" charset="0"/>
                <a:cs typeface="Noto Sans" pitchFamily="34" charset="-120"/>
              </a:rPr>
              <a:t>项目全生命周期</a:t>
            </a:r>
            <a:r>
              <a:rPr lang="zh-CN" altLang="en-US" sz="1200" dirty="0">
                <a:latin typeface="Noto Sans" pitchFamily="34" charset="0"/>
                <a:cs typeface="Noto Sans" pitchFamily="34" charset="-120"/>
              </a:rPr>
              <a:t>，</a:t>
            </a:r>
            <a:r>
              <a:rPr lang="en-US" altLang="zh-CN" sz="1200" dirty="0">
                <a:latin typeface="Noto Sans" pitchFamily="34" charset="0"/>
                <a:cs typeface="Noto Sans" pitchFamily="34" charset="-120"/>
              </a:rPr>
              <a:t>PMBOK</a:t>
            </a:r>
            <a:r>
              <a:rPr lang="zh-CN" altLang="zh-CN" sz="1200" dirty="0">
                <a:latin typeface="Noto Sans" pitchFamily="34" charset="0"/>
                <a:cs typeface="Noto Sans" pitchFamily="34" charset="-120"/>
              </a:rPr>
              <a:t>指南（第</a:t>
            </a:r>
            <a:r>
              <a:rPr lang="en-US" altLang="zh-CN" sz="1200" dirty="0">
                <a:latin typeface="Noto Sans" pitchFamily="34" charset="0"/>
                <a:cs typeface="Noto Sans" pitchFamily="34" charset="-120"/>
              </a:rPr>
              <a:t>6</a:t>
            </a:r>
            <a:r>
              <a:rPr lang="zh-CN" altLang="zh-CN" sz="1200" dirty="0">
                <a:latin typeface="Noto Sans" pitchFamily="34" charset="0"/>
                <a:cs typeface="Noto Sans" pitchFamily="34" charset="-120"/>
              </a:rPr>
              <a:t>版）中的监控过程组活动发生在项目全生命周期内。</a:t>
            </a:r>
            <a:r>
              <a:rPr lang="en-US" altLang="zh-CN" sz="1200" dirty="0">
                <a:latin typeface="微软雅黑 "/>
              </a:rPr>
              <a:t> PM</a:t>
            </a:r>
            <a:r>
              <a:rPr lang="en-US" altLang="zh-CN" sz="1200" baseline="30000" dirty="0">
                <a:latin typeface="微软雅黑 "/>
              </a:rPr>
              <a:t>2</a:t>
            </a:r>
            <a:r>
              <a:rPr lang="zh-CN" altLang="zh-CN" sz="1200" dirty="0">
                <a:latin typeface="Noto Sans" pitchFamily="34" charset="0"/>
                <a:cs typeface="Noto Sans" pitchFamily="34" charset="-120"/>
              </a:rPr>
              <a:t>方法论将项目的监控划分为一个</a:t>
            </a:r>
            <a:r>
              <a:rPr lang="zh-CN" altLang="zh-CN" sz="1200" dirty="0">
                <a:solidFill>
                  <a:srgbClr val="FF0000"/>
                </a:solidFill>
                <a:latin typeface="Noto Sans" pitchFamily="34" charset="0"/>
                <a:cs typeface="Noto Sans" pitchFamily="34" charset="-120"/>
              </a:rPr>
              <a:t>单独</a:t>
            </a:r>
            <a:r>
              <a:rPr lang="zh-CN" altLang="zh-CN" sz="1200" dirty="0">
                <a:latin typeface="Noto Sans" pitchFamily="34" charset="0"/>
                <a:cs typeface="Noto Sans" pitchFamily="34" charset="-120"/>
              </a:rPr>
              <a:t>的阶段，</a:t>
            </a:r>
            <a:r>
              <a:rPr lang="zh-CN" altLang="zh-CN" sz="1200" dirty="0">
                <a:solidFill>
                  <a:srgbClr val="FF0000"/>
                </a:solidFill>
                <a:latin typeface="Noto Sans" pitchFamily="34" charset="0"/>
                <a:cs typeface="Noto Sans" pitchFamily="34" charset="-120"/>
              </a:rPr>
              <a:t>贯穿</a:t>
            </a:r>
            <a:r>
              <a:rPr lang="zh-CN" altLang="zh-CN" sz="1200" dirty="0">
                <a:latin typeface="Noto Sans" pitchFamily="34" charset="0"/>
                <a:cs typeface="Noto Sans" pitchFamily="34" charset="-120"/>
              </a:rPr>
              <a:t>项目的启动、计划、执行和关闭阶段。</a:t>
            </a:r>
            <a:endParaRPr lang="en-US" altLang="zh-CN" sz="1200" dirty="0">
              <a:latin typeface="Noto Sans" pitchFamily="34" charset="0"/>
              <a:cs typeface="Noto Sans" pitchFamily="34" charset="-120"/>
            </a:endParaRPr>
          </a:p>
          <a:p>
            <a:pPr marL="228600" indent="-228600">
              <a:lnSpc>
                <a:spcPct val="150000"/>
              </a:lnSpc>
              <a:buFont typeface="+mj-lt"/>
              <a:buAutoNum type="arabicPeriod"/>
            </a:pPr>
            <a:endParaRPr lang="en-US" altLang="zh-CN" sz="1200" dirty="0">
              <a:latin typeface="Noto Sans" pitchFamily="34" charset="0"/>
              <a:cs typeface="Noto Sans" pitchFamily="34" charset="-120"/>
            </a:endParaRPr>
          </a:p>
          <a:p>
            <a:pPr marL="228600" indent="-228600">
              <a:lnSpc>
                <a:spcPct val="150000"/>
              </a:lnSpc>
              <a:buFont typeface="+mj-lt"/>
              <a:buAutoNum type="arabicPeriod"/>
            </a:pPr>
            <a:r>
              <a:rPr lang="zh-CN" altLang="zh-CN" sz="1200" dirty="0">
                <a:latin typeface="Noto Sans" pitchFamily="34" charset="0"/>
                <a:cs typeface="Noto Sans" pitchFamily="34" charset="-120"/>
              </a:rPr>
              <a:t>项目</a:t>
            </a:r>
            <a:r>
              <a:rPr lang="zh-CN" altLang="zh-CN" sz="1200" dirty="0">
                <a:solidFill>
                  <a:srgbClr val="FF0000"/>
                </a:solidFill>
                <a:latin typeface="Noto Sans" pitchFamily="34" charset="0"/>
                <a:cs typeface="Noto Sans" pitchFamily="34" charset="-120"/>
              </a:rPr>
              <a:t>实施</a:t>
            </a:r>
            <a:r>
              <a:rPr lang="zh-CN" altLang="zh-CN" sz="1200" dirty="0">
                <a:latin typeface="Noto Sans" pitchFamily="34" charset="0"/>
                <a:cs typeface="Noto Sans" pitchFamily="34" charset="-120"/>
              </a:rPr>
              <a:t>阶段</a:t>
            </a:r>
            <a:r>
              <a:rPr lang="zh-CN" altLang="en-US" sz="1200" dirty="0">
                <a:latin typeface="Noto Sans" pitchFamily="34" charset="0"/>
                <a:cs typeface="Noto Sans" pitchFamily="34" charset="-120"/>
              </a:rPr>
              <a:t>，</a:t>
            </a:r>
            <a:r>
              <a:rPr lang="zh-CN" altLang="zh-CN" sz="1200" dirty="0">
                <a:latin typeface="Noto Sans" pitchFamily="34" charset="0"/>
                <a:cs typeface="Noto Sans" pitchFamily="34" charset="-120"/>
              </a:rPr>
              <a:t>由于针对项目内部监测与控制的内容不同，因此项目监测与控制发生的时期也不相同。</a:t>
            </a:r>
            <a:endParaRPr lang="en-US" altLang="zh-CN" sz="1200" dirty="0">
              <a:latin typeface="Noto Sans" pitchFamily="34" charset="0"/>
              <a:cs typeface="Noto Sans" pitchFamily="34" charset="-120"/>
            </a:endParaRPr>
          </a:p>
        </p:txBody>
      </p:sp>
      <p:sp>
        <p:nvSpPr>
          <p:cNvPr id="10" name="文本框 17">
            <a:extLst>
              <a:ext uri="{FF2B5EF4-FFF2-40B4-BE49-F238E27FC236}">
                <a16:creationId xmlns:a16="http://schemas.microsoft.com/office/drawing/2014/main" id="{C5C4C811-CA35-488C-02FD-B86EFBA96551}"/>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Tree>
    <p:custDataLst>
      <p:tags r:id="rId1"/>
    </p:custDataLst>
    <p:extLst>
      <p:ext uri="{BB962C8B-B14F-4D97-AF65-F5344CB8AC3E}">
        <p14:creationId xmlns:p14="http://schemas.microsoft.com/office/powerpoint/2010/main" val="35902709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245C7-14A2-B3F2-9A23-5C7550B5B641}"/>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BAF7D2F1-F812-0947-28B6-BA0EB55C1CC8}"/>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cs typeface="思源黑体 CN Normal" panose="020B0400000000000000" charset="-122"/>
            </a:endParaRPr>
          </a:p>
        </p:txBody>
      </p:sp>
      <p:sp>
        <p:nvSpPr>
          <p:cNvPr id="5" name="平行四边形 4">
            <a:extLst>
              <a:ext uri="{FF2B5EF4-FFF2-40B4-BE49-F238E27FC236}">
                <a16:creationId xmlns:a16="http://schemas.microsoft.com/office/drawing/2014/main" id="{33254E0B-AB86-AD73-E5D2-36D7A10D1A43}"/>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7" name="平行四边形 6">
            <a:extLst>
              <a:ext uri="{FF2B5EF4-FFF2-40B4-BE49-F238E27FC236}">
                <a16:creationId xmlns:a16="http://schemas.microsoft.com/office/drawing/2014/main" id="{03DEE54D-1518-9082-530B-8DD5B8E7017B}"/>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A73DD30A-070B-E92B-5BAD-0F95A3FF3E46}"/>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pic>
        <p:nvPicPr>
          <p:cNvPr id="39" name="图片 38" descr="建筑-10">
            <a:extLst>
              <a:ext uri="{FF2B5EF4-FFF2-40B4-BE49-F238E27FC236}">
                <a16:creationId xmlns:a16="http://schemas.microsoft.com/office/drawing/2014/main" id="{982574A3-10B4-4A9A-B35D-D1B08E5C72E7}"/>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8541FA2C-B6BC-1936-FDBA-C7EBF812FFCC}"/>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微软雅黑" panose="020B0503020204020204" pitchFamily="34" charset="-122"/>
                <a:ea typeface="微软雅黑" panose="020B0503020204020204" pitchFamily="34" charset="-122"/>
                <a:cs typeface="思源黑体 CN Normal" panose="020B0400000000000000" charset="-122"/>
                <a:sym typeface="+mn-ea"/>
              </a:rPr>
              <a:t>项目监控的关键要素 </a:t>
            </a:r>
            <a:r>
              <a:rPr lang="en-US" altLang="zh-CN" b="1" dirty="0">
                <a:solidFill>
                  <a:schemeClr val="bg1"/>
                </a:solidFill>
                <a:latin typeface="微软雅黑" panose="020B0503020204020204" pitchFamily="34" charset="-122"/>
                <a:ea typeface="微软雅黑" panose="020B0503020204020204" pitchFamily="34" charset="-122"/>
                <a:cs typeface="思源黑体 CN Normal" panose="020B0400000000000000" charset="-122"/>
                <a:sym typeface="+mn-ea"/>
              </a:rPr>
              <a:t>(</a:t>
            </a:r>
            <a:r>
              <a:rPr lang="zh-CN" altLang="en-US" b="1" dirty="0">
                <a:solidFill>
                  <a:schemeClr val="bg1"/>
                </a:solidFill>
                <a:latin typeface="微软雅黑" panose="020B0503020204020204" pitchFamily="34" charset="-122"/>
                <a:ea typeface="微软雅黑" panose="020B0503020204020204" pitchFamily="34" charset="-122"/>
                <a:cs typeface="思源黑体 CN Normal" panose="020B0400000000000000" charset="-122"/>
                <a:sym typeface="+mn-ea"/>
              </a:rPr>
              <a:t>续）</a:t>
            </a:r>
          </a:p>
        </p:txBody>
      </p:sp>
      <p:sp>
        <p:nvSpPr>
          <p:cNvPr id="71" name="Text 31"/>
          <p:cNvSpPr/>
          <p:nvPr/>
        </p:nvSpPr>
        <p:spPr>
          <a:xfrm>
            <a:off x="861060" y="1345883"/>
            <a:ext cx="1558119"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itchFamily="34" charset="-120"/>
              </a:rPr>
              <a:t>监测指标与数据收集</a:t>
            </a:r>
            <a:endParaRPr lang="en-US" sz="1350" dirty="0">
              <a:latin typeface="微软雅黑" panose="020B0503020204020204" pitchFamily="34" charset="-122"/>
              <a:ea typeface="微软雅黑" panose="020B0503020204020204" pitchFamily="34" charset="-122"/>
            </a:endParaRPr>
          </a:p>
        </p:txBody>
      </p:sp>
      <p:sp>
        <p:nvSpPr>
          <p:cNvPr id="24" name="Text 4">
            <a:extLst>
              <a:ext uri="{FF2B5EF4-FFF2-40B4-BE49-F238E27FC236}">
                <a16:creationId xmlns:a16="http://schemas.microsoft.com/office/drawing/2014/main" id="{4E37B1EA-67BB-B592-C66B-911B3C0EF6F2}"/>
              </a:ext>
            </a:extLst>
          </p:cNvPr>
          <p:cNvSpPr/>
          <p:nvPr/>
        </p:nvSpPr>
        <p:spPr>
          <a:xfrm>
            <a:off x="807719" y="1905639"/>
            <a:ext cx="7870116" cy="2737352"/>
          </a:xfrm>
          <a:prstGeom prst="rect">
            <a:avLst/>
          </a:prstGeom>
          <a:noFill/>
          <a:ln/>
        </p:spPr>
        <p:txBody>
          <a:bodyPr wrap="square" lIns="170053" tIns="0" rIns="0" bIns="0" rtlCol="0" anchor="ctr">
            <a:spAutoFit/>
          </a:bodyPr>
          <a:lstStyle/>
          <a:p>
            <a:pPr>
              <a:lnSpc>
                <a:spcPct val="150000"/>
              </a:lnSpc>
            </a:pPr>
            <a:r>
              <a:rPr lang="zh-CN" altLang="zh-CN" sz="1200" dirty="0">
                <a:latin typeface="微软雅黑" panose="020B0503020204020204" pitchFamily="34" charset="-122"/>
                <a:ea typeface="微软雅黑" panose="020B0503020204020204" pitchFamily="34" charset="-122"/>
                <a:cs typeface="Noto Sans" pitchFamily="34" charset="-120"/>
              </a:rPr>
              <a:t>监测的</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指标</a:t>
            </a:r>
            <a:r>
              <a:rPr lang="zh-CN" altLang="zh-CN" sz="1200" dirty="0">
                <a:latin typeface="微软雅黑" panose="020B0503020204020204" pitchFamily="34" charset="-122"/>
                <a:ea typeface="微软雅黑" panose="020B0503020204020204" pitchFamily="34" charset="-122"/>
                <a:cs typeface="Noto Sans" pitchFamily="34" charset="-120"/>
              </a:rPr>
              <a:t>主要是</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针对监控</a:t>
            </a:r>
            <a:r>
              <a:rPr lang="zh-CN" altLang="zh-CN" sz="1200" dirty="0">
                <a:latin typeface="微软雅黑" panose="020B0503020204020204" pitchFamily="34" charset="-122"/>
                <a:ea typeface="微软雅黑" panose="020B0503020204020204" pitchFamily="34" charset="-122"/>
                <a:cs typeface="Noto Sans" pitchFamily="34" charset="-120"/>
              </a:rPr>
              <a:t>的</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范围</a:t>
            </a:r>
            <a:r>
              <a:rPr lang="zh-CN" altLang="zh-CN" sz="1200" dirty="0">
                <a:latin typeface="微软雅黑" panose="020B0503020204020204" pitchFamily="34" charset="-122"/>
                <a:ea typeface="微软雅黑" panose="020B0503020204020204" pitchFamily="34" charset="-122"/>
                <a:cs typeface="Noto Sans" pitchFamily="34" charset="-120"/>
              </a:rPr>
              <a:t>而设定</a:t>
            </a:r>
            <a:r>
              <a:rPr lang="en-US" altLang="zh-CN" sz="1200" dirty="0">
                <a:latin typeface="微软雅黑" panose="020B0503020204020204" pitchFamily="34" charset="-122"/>
                <a:ea typeface="微软雅黑" panose="020B0503020204020204" pitchFamily="34" charset="-122"/>
                <a:cs typeface="Noto Sans" pitchFamily="34" charset="-120"/>
              </a:rPr>
              <a:t> :</a:t>
            </a:r>
          </a:p>
          <a:p>
            <a:pPr>
              <a:lnSpc>
                <a:spcPct val="150000"/>
              </a:lnSpc>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Noto Sans" pitchFamily="34" charset="-120"/>
              </a:rPr>
              <a:t> PMBOK</a:t>
            </a:r>
            <a:r>
              <a:rPr lang="zh-CN" altLang="zh-CN" sz="1200" dirty="0">
                <a:latin typeface="微软雅黑" panose="020B0503020204020204" pitchFamily="34" charset="-122"/>
                <a:ea typeface="微软雅黑" panose="020B0503020204020204" pitchFamily="34" charset="-122"/>
                <a:cs typeface="Noto Sans" pitchFamily="34" charset="-120"/>
              </a:rPr>
              <a:t>指南</a:t>
            </a:r>
            <a:r>
              <a:rPr lang="en-US" altLang="zh-CN" sz="1200" dirty="0">
                <a:latin typeface="微软雅黑" panose="020B0503020204020204" pitchFamily="34" charset="-122"/>
                <a:ea typeface="微软雅黑" panose="020B0503020204020204" pitchFamily="34" charset="-122"/>
                <a:cs typeface="Noto Sans" pitchFamily="34" charset="-120"/>
              </a:rPr>
              <a:t> (</a:t>
            </a:r>
            <a:r>
              <a:rPr lang="zh-CN" altLang="zh-CN" sz="1200" dirty="0">
                <a:latin typeface="微软雅黑" panose="020B0503020204020204" pitchFamily="34" charset="-122"/>
                <a:ea typeface="微软雅黑" panose="020B0503020204020204" pitchFamily="34" charset="-122"/>
                <a:cs typeface="Noto Sans" pitchFamily="34" charset="-120"/>
              </a:rPr>
              <a:t>第</a:t>
            </a:r>
            <a:r>
              <a:rPr lang="en-US" altLang="zh-CN" sz="1200" dirty="0">
                <a:latin typeface="微软雅黑" panose="020B0503020204020204" pitchFamily="34" charset="-122"/>
                <a:ea typeface="微软雅黑" panose="020B0503020204020204" pitchFamily="34" charset="-122"/>
                <a:cs typeface="Noto Sans" pitchFamily="34" charset="-120"/>
              </a:rPr>
              <a:t>7</a:t>
            </a:r>
            <a:r>
              <a:rPr lang="zh-CN" altLang="zh-CN" sz="1200" dirty="0">
                <a:latin typeface="微软雅黑" panose="020B0503020204020204" pitchFamily="34" charset="-122"/>
                <a:ea typeface="微软雅黑" panose="020B0503020204020204" pitchFamily="34" charset="-122"/>
                <a:cs typeface="Noto Sans" pitchFamily="34" charset="-120"/>
              </a:rPr>
              <a:t>版</a:t>
            </a:r>
            <a:r>
              <a:rPr lang="en-US" altLang="zh-CN" sz="1200" dirty="0">
                <a:latin typeface="微软雅黑" panose="020B0503020204020204" pitchFamily="34" charset="-122"/>
                <a:ea typeface="微软雅黑" panose="020B0503020204020204" pitchFamily="34" charset="-122"/>
                <a:cs typeface="Noto Sans" pitchFamily="34" charset="-120"/>
              </a:rPr>
              <a:t>) </a:t>
            </a:r>
            <a:r>
              <a:rPr lang="zh-CN" altLang="zh-CN" sz="1200" dirty="0">
                <a:latin typeface="微软雅黑" panose="020B0503020204020204" pitchFamily="34" charset="-122"/>
                <a:ea typeface="微软雅黑" panose="020B0503020204020204" pitchFamily="34" charset="-122"/>
                <a:cs typeface="Noto Sans" pitchFamily="34" charset="-120"/>
              </a:rPr>
              <a:t>中项目的</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关键绩效指标</a:t>
            </a:r>
            <a:r>
              <a:rPr lang="zh-CN" altLang="zh-CN" sz="1200" dirty="0">
                <a:latin typeface="微软雅黑" panose="020B0503020204020204" pitchFamily="34" charset="-122"/>
                <a:ea typeface="微软雅黑" panose="020B0503020204020204" pitchFamily="34" charset="-122"/>
                <a:cs typeface="Noto Sans" pitchFamily="34" charset="-120"/>
              </a:rPr>
              <a:t>是用于评估项目成功与否的</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可量化测量</a:t>
            </a:r>
            <a:r>
              <a:rPr lang="zh-CN" altLang="zh-CN" sz="1200" dirty="0">
                <a:latin typeface="微软雅黑" panose="020B0503020204020204" pitchFamily="34" charset="-122"/>
                <a:ea typeface="微软雅黑" panose="020B0503020204020204" pitchFamily="34" charset="-122"/>
                <a:cs typeface="Noto Sans" pitchFamily="34" charset="-120"/>
              </a:rPr>
              <a:t>指标，包括</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提前</a:t>
            </a:r>
            <a:r>
              <a:rPr lang="zh-CN" altLang="zh-CN" sz="1200" dirty="0">
                <a:latin typeface="微软雅黑" panose="020B0503020204020204" pitchFamily="34" charset="-122"/>
                <a:ea typeface="微软雅黑" panose="020B0503020204020204" pitchFamily="34" charset="-122"/>
                <a:cs typeface="Noto Sans" pitchFamily="34" charset="-120"/>
              </a:rPr>
              <a:t>指标和</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滞后</a:t>
            </a:r>
            <a:r>
              <a:rPr lang="zh-CN" altLang="zh-CN" sz="1200" dirty="0">
                <a:latin typeface="微软雅黑" panose="020B0503020204020204" pitchFamily="34" charset="-122"/>
                <a:ea typeface="微软雅黑" panose="020B0503020204020204" pitchFamily="34" charset="-122"/>
                <a:cs typeface="Noto Sans" pitchFamily="34" charset="-120"/>
              </a:rPr>
              <a:t>指标两类</a:t>
            </a:r>
            <a:r>
              <a:rPr lang="en-US" altLang="zh-CN" sz="1200" dirty="0">
                <a:latin typeface="微软雅黑" panose="020B0503020204020204" pitchFamily="34" charset="-122"/>
                <a:ea typeface="微软雅黑" panose="020B0503020204020204" pitchFamily="34" charset="-122"/>
                <a:cs typeface="Noto Sans" pitchFamily="34" charset="-120"/>
              </a:rPr>
              <a:t> (2.7.1.1</a:t>
            </a:r>
            <a:r>
              <a:rPr lang="zh-CN" altLang="zh-CN" sz="1200" dirty="0">
                <a:latin typeface="微软雅黑" panose="020B0503020204020204" pitchFamily="34" charset="-122"/>
                <a:ea typeface="微软雅黑" panose="020B0503020204020204" pitchFamily="34" charset="-122"/>
                <a:cs typeface="Noto Sans" pitchFamily="34" charset="-120"/>
              </a:rPr>
              <a:t>节</a:t>
            </a:r>
            <a:r>
              <a:rPr lang="en-US" altLang="zh-CN" sz="1200" dirty="0">
                <a:latin typeface="微软雅黑" panose="020B0503020204020204" pitchFamily="34" charset="-122"/>
                <a:ea typeface="微软雅黑" panose="020B0503020204020204" pitchFamily="34" charset="-122"/>
                <a:cs typeface="Noto Sans" pitchFamily="34" charset="-120"/>
              </a:rPr>
              <a:t>)</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a:lnSpc>
                <a:spcPct val="150000"/>
              </a:lnSpc>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Noto Sans" pitchFamily="34" charset="-120"/>
              </a:rPr>
              <a:t>PRINCE2</a:t>
            </a:r>
            <a:r>
              <a:rPr lang="zh-CN" altLang="zh-CN" sz="1200" dirty="0">
                <a:latin typeface="微软雅黑" panose="020B0503020204020204" pitchFamily="34" charset="-122"/>
                <a:ea typeface="微软雅黑" panose="020B0503020204020204" pitchFamily="34" charset="-122"/>
                <a:cs typeface="Noto Sans" pitchFamily="34" charset="-120"/>
              </a:rPr>
              <a:t>提出，在设计</a:t>
            </a:r>
            <a:r>
              <a:rPr lang="en-US" altLang="zh-CN" sz="1200" dirty="0">
                <a:solidFill>
                  <a:srgbClr val="FF0000"/>
                </a:solidFill>
                <a:latin typeface="微软雅黑" panose="020B0503020204020204" pitchFamily="34" charset="-122"/>
                <a:ea typeface="微软雅黑" panose="020B0503020204020204" pitchFamily="34" charset="-122"/>
                <a:cs typeface="Noto Sans" pitchFamily="34" charset="-120"/>
              </a:rPr>
              <a:t>KPI</a:t>
            </a:r>
            <a:r>
              <a:rPr lang="zh-CN" altLang="zh-CN" sz="1200" dirty="0">
                <a:latin typeface="微软雅黑" panose="020B0503020204020204" pitchFamily="34" charset="-122"/>
                <a:ea typeface="微软雅黑" panose="020B0503020204020204" pitchFamily="34" charset="-122"/>
                <a:cs typeface="Noto Sans" pitchFamily="34" charset="-120"/>
              </a:rPr>
              <a:t>时，需要平衡</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定性</a:t>
            </a:r>
            <a:r>
              <a:rPr lang="zh-CN" altLang="zh-CN" sz="1200" dirty="0">
                <a:latin typeface="微软雅黑" panose="020B0503020204020204" pitchFamily="34" charset="-122"/>
                <a:ea typeface="微软雅黑" panose="020B0503020204020204" pitchFamily="34" charset="-122"/>
                <a:cs typeface="Noto Sans" pitchFamily="34" charset="-120"/>
              </a:rPr>
              <a:t>与</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定量</a:t>
            </a:r>
            <a:r>
              <a:rPr lang="zh-CN" altLang="zh-CN" sz="1200" dirty="0">
                <a:latin typeface="微软雅黑" panose="020B0503020204020204" pitchFamily="34" charset="-122"/>
                <a:ea typeface="微软雅黑" panose="020B0503020204020204" pitchFamily="34" charset="-122"/>
                <a:cs typeface="Noto Sans" pitchFamily="34" charset="-120"/>
              </a:rPr>
              <a:t>测量、</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前置</a:t>
            </a:r>
            <a:r>
              <a:rPr lang="zh-CN" altLang="zh-CN" sz="1200" dirty="0">
                <a:latin typeface="微软雅黑" panose="020B0503020204020204" pitchFamily="34" charset="-122"/>
                <a:ea typeface="微软雅黑" panose="020B0503020204020204" pitchFamily="34" charset="-122"/>
                <a:cs typeface="Noto Sans" pitchFamily="34" charset="-120"/>
              </a:rPr>
              <a:t>和</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滞后</a:t>
            </a:r>
            <a:r>
              <a:rPr lang="zh-CN" altLang="zh-CN" sz="1200" dirty="0">
                <a:latin typeface="微软雅黑" panose="020B0503020204020204" pitchFamily="34" charset="-122"/>
                <a:ea typeface="微软雅黑" panose="020B0503020204020204" pitchFamily="34" charset="-122"/>
                <a:cs typeface="Noto Sans" pitchFamily="34" charset="-120"/>
              </a:rPr>
              <a:t>指标，以及项目的</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输入</a:t>
            </a:r>
            <a:r>
              <a:rPr lang="zh-CN" altLang="zh-CN" sz="1200" dirty="0">
                <a:latin typeface="微软雅黑" panose="020B0503020204020204" pitchFamily="34" charset="-122"/>
                <a:ea typeface="微软雅黑" panose="020B0503020204020204" pitchFamily="34" charset="-122"/>
                <a:cs typeface="Noto Sans" pitchFamily="34" charset="-120"/>
              </a:rPr>
              <a:t>与</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输出</a:t>
            </a:r>
            <a:r>
              <a:rPr lang="en-US" altLang="zh-CN" sz="1200" dirty="0">
                <a:solidFill>
                  <a:srgbClr val="FF0000"/>
                </a:solidFill>
                <a:latin typeface="微软雅黑" panose="020B0503020204020204" pitchFamily="34" charset="-122"/>
                <a:ea typeface="微软雅黑" panose="020B0503020204020204" pitchFamily="34" charset="-122"/>
                <a:cs typeface="Noto Sans" pitchFamily="34" charset="-120"/>
              </a:rPr>
              <a:t> </a:t>
            </a:r>
            <a:r>
              <a:rPr lang="en-US" altLang="zh-CN" sz="1200" dirty="0">
                <a:latin typeface="微软雅黑" panose="020B0503020204020204" pitchFamily="34" charset="-122"/>
                <a:ea typeface="微软雅黑" panose="020B0503020204020204" pitchFamily="34" charset="-122"/>
                <a:cs typeface="Noto Sans" pitchFamily="34" charset="-120"/>
              </a:rPr>
              <a:t>(2.6.4</a:t>
            </a:r>
            <a:r>
              <a:rPr lang="zh-CN" altLang="zh-CN" sz="1200" dirty="0">
                <a:latin typeface="微软雅黑" panose="020B0503020204020204" pitchFamily="34" charset="-122"/>
                <a:ea typeface="微软雅黑" panose="020B0503020204020204" pitchFamily="34" charset="-122"/>
                <a:cs typeface="Noto Sans" pitchFamily="34" charset="-120"/>
              </a:rPr>
              <a:t>节</a:t>
            </a:r>
            <a:r>
              <a:rPr lang="en-US" altLang="zh-CN" sz="1200" dirty="0">
                <a:latin typeface="微软雅黑" panose="020B0503020204020204" pitchFamily="34" charset="-122"/>
                <a:ea typeface="微软雅黑" panose="020B0503020204020204" pitchFamily="34" charset="-122"/>
                <a:cs typeface="Noto Sans" pitchFamily="34" charset="-120"/>
              </a:rPr>
              <a:t>)</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zh-CN" sz="1200" dirty="0">
                <a:latin typeface="微软雅黑" panose="020B0503020204020204" pitchFamily="34" charset="-122"/>
                <a:ea typeface="微软雅黑" panose="020B0503020204020204" pitchFamily="34" charset="-122"/>
                <a:cs typeface="Noto Sans" pitchFamily="34" charset="-120"/>
              </a:rPr>
              <a:t>测量指标需要</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收集信息</a:t>
            </a:r>
            <a:r>
              <a:rPr lang="en-US" altLang="zh-CN" sz="1200" dirty="0">
                <a:latin typeface="微软雅黑" panose="020B0503020204020204" pitchFamily="34" charset="-122"/>
                <a:ea typeface="微软雅黑" panose="020B0503020204020204" pitchFamily="34" charset="-122"/>
                <a:cs typeface="Noto Sans" pitchFamily="34" charset="-120"/>
              </a:rPr>
              <a:t>:</a:t>
            </a:r>
          </a:p>
          <a:p>
            <a:pPr>
              <a:lnSpc>
                <a:spcPct val="150000"/>
              </a:lnSpc>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rPr>
              <a:t>PM</a:t>
            </a:r>
            <a:r>
              <a:rPr lang="en-US" altLang="zh-CN" sz="1200" baseline="30000" dirty="0">
                <a:latin typeface="微软雅黑" panose="020B0503020204020204" pitchFamily="34" charset="-122"/>
                <a:ea typeface="微软雅黑" panose="020B0503020204020204" pitchFamily="34" charset="-122"/>
              </a:rPr>
              <a:t>2</a:t>
            </a:r>
            <a:r>
              <a:rPr lang="zh-CN" altLang="zh-CN" sz="1200" dirty="0">
                <a:latin typeface="微软雅黑" panose="020B0503020204020204" pitchFamily="34" charset="-122"/>
                <a:ea typeface="微软雅黑" panose="020B0503020204020204" pitchFamily="34" charset="-122"/>
                <a:cs typeface="Noto Sans" pitchFamily="34" charset="-120"/>
              </a:rPr>
              <a:t>方法论中收集的过程信息包括</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任务</a:t>
            </a:r>
            <a:r>
              <a:rPr lang="zh-CN" altLang="zh-CN" sz="1200" dirty="0">
                <a:latin typeface="微软雅黑" panose="020B0503020204020204" pitchFamily="34" charset="-122"/>
                <a:ea typeface="微软雅黑" panose="020B0503020204020204" pitchFamily="34" charset="-122"/>
                <a:cs typeface="Noto Sans" pitchFamily="34" charset="-120"/>
              </a:rPr>
              <a:t>、</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关键产出</a:t>
            </a:r>
            <a:r>
              <a:rPr lang="zh-CN" altLang="zh-CN" sz="1200" dirty="0">
                <a:latin typeface="微软雅黑" panose="020B0503020204020204" pitchFamily="34" charset="-122"/>
                <a:ea typeface="微软雅黑" panose="020B0503020204020204" pitchFamily="34" charset="-122"/>
                <a:cs typeface="Noto Sans" pitchFamily="34" charset="-120"/>
              </a:rPr>
              <a:t>、</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资源利用</a:t>
            </a:r>
            <a:r>
              <a:rPr lang="zh-CN" altLang="zh-CN" sz="1200" dirty="0">
                <a:latin typeface="微软雅黑" panose="020B0503020204020204" pitchFamily="34" charset="-122"/>
                <a:ea typeface="微软雅黑" panose="020B0503020204020204" pitchFamily="34" charset="-122"/>
                <a:cs typeface="Noto Sans" pitchFamily="34" charset="-120"/>
              </a:rPr>
              <a:t>、</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日志</a:t>
            </a:r>
            <a:r>
              <a:rPr lang="zh-CN" altLang="zh-CN" sz="1200" dirty="0">
                <a:latin typeface="微软雅黑" panose="020B0503020204020204" pitchFamily="34" charset="-122"/>
                <a:ea typeface="微软雅黑" panose="020B0503020204020204" pitchFamily="34" charset="-122"/>
                <a:cs typeface="Noto Sans" pitchFamily="34" charset="-120"/>
              </a:rPr>
              <a:t>、</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人员</a:t>
            </a:r>
            <a:r>
              <a:rPr lang="zh-CN" altLang="zh-CN" sz="1200" dirty="0">
                <a:latin typeface="微软雅黑" panose="020B0503020204020204" pitchFamily="34" charset="-122"/>
                <a:ea typeface="微软雅黑" panose="020B0503020204020204" pitchFamily="34" charset="-122"/>
                <a:cs typeface="Noto Sans" pitchFamily="34" charset="-120"/>
              </a:rPr>
              <a:t>等</a:t>
            </a:r>
            <a:r>
              <a:rPr lang="en-US" altLang="zh-CN" sz="1200" dirty="0">
                <a:latin typeface="微软雅黑" panose="020B0503020204020204" pitchFamily="34" charset="-122"/>
                <a:ea typeface="微软雅黑" panose="020B0503020204020204" pitchFamily="34" charset="-122"/>
                <a:cs typeface="Noto Sans" pitchFamily="34" charset="-120"/>
              </a:rPr>
              <a:t> (9.1</a:t>
            </a:r>
            <a:r>
              <a:rPr lang="zh-CN" altLang="zh-CN" sz="1200" dirty="0">
                <a:latin typeface="微软雅黑" panose="020B0503020204020204" pitchFamily="34" charset="-122"/>
                <a:ea typeface="微软雅黑" panose="020B0503020204020204" pitchFamily="34" charset="-122"/>
                <a:cs typeface="Noto Sans" pitchFamily="34" charset="-120"/>
              </a:rPr>
              <a:t>节</a:t>
            </a:r>
            <a:r>
              <a:rPr lang="en-US" altLang="zh-CN" sz="1200" dirty="0">
                <a:latin typeface="微软雅黑" panose="020B0503020204020204" pitchFamily="34" charset="-122"/>
                <a:ea typeface="微软雅黑" panose="020B0503020204020204" pitchFamily="34" charset="-122"/>
                <a:cs typeface="Noto Sans" pitchFamily="34" charset="-120"/>
              </a:rPr>
              <a:t>)</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cs typeface="Noto Sans" pitchFamily="34" charset="-120"/>
            </a:endParaRPr>
          </a:p>
        </p:txBody>
      </p:sp>
      <p:sp>
        <p:nvSpPr>
          <p:cNvPr id="13" name="文本框 17">
            <a:extLst>
              <a:ext uri="{FF2B5EF4-FFF2-40B4-BE49-F238E27FC236}">
                <a16:creationId xmlns:a16="http://schemas.microsoft.com/office/drawing/2014/main" id="{7D00AB58-17F2-044C-3E9C-FBFC21CF91D5}"/>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pitchFamily="34" charset="-122"/>
                <a:ea typeface="微软雅黑" panose="020B0503020204020204" pitchFamily="34" charset="-122"/>
                <a:cs typeface="思源黑体 CN Normal" panose="020B0400000000000000" charset="-122"/>
              </a:rPr>
              <a:t>5.2</a:t>
            </a:r>
          </a:p>
        </p:txBody>
      </p:sp>
    </p:spTree>
    <p:custDataLst>
      <p:tags r:id="rId1"/>
    </p:custDataLst>
    <p:extLst>
      <p:ext uri="{BB962C8B-B14F-4D97-AF65-F5344CB8AC3E}">
        <p14:creationId xmlns:p14="http://schemas.microsoft.com/office/powerpoint/2010/main" val="231895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84CAA-33FB-22B8-2C44-887901562AA4}"/>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E4911E97-6507-763B-4D77-F4261B8D9146}"/>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5E035703-A93C-DF32-03C7-317B1D0D2314}"/>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BF6A08B8-0F89-CC82-F694-EC1858BA9A64}"/>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EE04E41B-CE86-2001-1C32-31FFDCBDFE8D}"/>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BC130525-6D22-70BF-DCA9-1DB6D478EB24}"/>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64E8C4BA-28ED-5CDE-3F4C-0EF191158E7E}"/>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cs typeface="思源黑体 CN Normal" panose="020B0400000000000000" charset="-122"/>
                <a:sym typeface="+mn-ea"/>
              </a:rPr>
              <a:t>项目监控的关键要素 </a:t>
            </a:r>
            <a:r>
              <a:rPr lang="en-US" altLang="zh-CN" b="1" dirty="0">
                <a:solidFill>
                  <a:schemeClr val="bg1"/>
                </a:solidFill>
                <a:latin typeface="+mj-ea"/>
                <a:ea typeface="微软雅黑" panose="020B0503020204020204" charset="-122"/>
                <a:cs typeface="思源黑体 CN Normal" panose="020B0400000000000000" charset="-122"/>
                <a:sym typeface="+mn-ea"/>
              </a:rPr>
              <a:t>(</a:t>
            </a:r>
            <a:r>
              <a:rPr lang="zh-CN" altLang="en-US" b="1" dirty="0">
                <a:solidFill>
                  <a:schemeClr val="bg1"/>
                </a:solidFill>
                <a:latin typeface="+mj-ea"/>
                <a:ea typeface="微软雅黑" panose="020B0503020204020204" charset="-122"/>
                <a:cs typeface="思源黑体 CN Normal" panose="020B0400000000000000" charset="-122"/>
                <a:sym typeface="+mn-ea"/>
              </a:rPr>
              <a:t>续）</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51" name="Text 35">
            <a:extLst>
              <a:ext uri="{FF2B5EF4-FFF2-40B4-BE49-F238E27FC236}">
                <a16:creationId xmlns:a16="http://schemas.microsoft.com/office/drawing/2014/main" id="{AA72FA42-94A8-D732-27F4-923BA892CBD7}"/>
              </a:ext>
            </a:extLst>
          </p:cNvPr>
          <p:cNvSpPr/>
          <p:nvPr/>
        </p:nvSpPr>
        <p:spPr>
          <a:xfrm>
            <a:off x="1078707" y="1264789"/>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监控状态与影响分析</a:t>
            </a:r>
            <a:endParaRPr lang="en-US" sz="1350" dirty="0"/>
          </a:p>
        </p:txBody>
      </p:sp>
      <p:sp>
        <p:nvSpPr>
          <p:cNvPr id="26" name="Text 4">
            <a:extLst>
              <a:ext uri="{FF2B5EF4-FFF2-40B4-BE49-F238E27FC236}">
                <a16:creationId xmlns:a16="http://schemas.microsoft.com/office/drawing/2014/main" id="{A20E5118-AC0B-A71E-C234-CAEBC34EE7F8}"/>
              </a:ext>
            </a:extLst>
          </p:cNvPr>
          <p:cNvSpPr/>
          <p:nvPr/>
        </p:nvSpPr>
        <p:spPr>
          <a:xfrm>
            <a:off x="923880" y="1643754"/>
            <a:ext cx="7740060" cy="3291350"/>
          </a:xfrm>
          <a:prstGeom prst="rect">
            <a:avLst/>
          </a:prstGeom>
          <a:noFill/>
          <a:ln/>
        </p:spPr>
        <p:txBody>
          <a:bodyPr wrap="square" lIns="170053" tIns="0" rIns="0" bIns="0" rtlCol="0" anchor="ctr">
            <a:spAutoFit/>
          </a:bodyPr>
          <a:lstStyle/>
          <a:p>
            <a:pPr>
              <a:lnSpc>
                <a:spcPct val="150000"/>
              </a:lnSpc>
            </a:pPr>
            <a:r>
              <a:rPr lang="zh-CN" altLang="zh-CN" sz="1200" dirty="0">
                <a:latin typeface="微软雅黑" panose="020B0503020204020204" pitchFamily="34" charset="-122"/>
                <a:ea typeface="微软雅黑" panose="020B0503020204020204" pitchFamily="34" charset="-122"/>
                <a:cs typeface="Noto Sans" pitchFamily="34" charset="-120"/>
              </a:rPr>
              <a:t>状态和影响分析包括对</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现有、潜在</a:t>
            </a:r>
            <a:r>
              <a:rPr lang="zh-CN" altLang="zh-CN" sz="1200" dirty="0">
                <a:latin typeface="微软雅黑" panose="020B0503020204020204" pitchFamily="34" charset="-122"/>
                <a:ea typeface="微软雅黑" panose="020B0503020204020204" pitchFamily="34" charset="-122"/>
                <a:cs typeface="Noto Sans" pitchFamily="34" charset="-120"/>
              </a:rPr>
              <a:t>和</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未来状态</a:t>
            </a:r>
            <a:r>
              <a:rPr lang="zh-CN" altLang="zh-CN" sz="1200" dirty="0">
                <a:latin typeface="微软雅黑" panose="020B0503020204020204" pitchFamily="34" charset="-122"/>
                <a:ea typeface="微软雅黑" panose="020B0503020204020204" pitchFamily="34" charset="-122"/>
                <a:cs typeface="Noto Sans" pitchFamily="34" charset="-120"/>
              </a:rPr>
              <a:t>分析</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a:lnSpc>
                <a:spcPct val="150000"/>
              </a:lnSpc>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rPr>
              <a:t>PM</a:t>
            </a:r>
            <a:r>
              <a:rPr lang="en-US" altLang="zh-CN" sz="1200" baseline="30000" dirty="0">
                <a:latin typeface="微软雅黑" panose="020B0503020204020204" pitchFamily="34" charset="-122"/>
                <a:ea typeface="微软雅黑" panose="020B0503020204020204" pitchFamily="34" charset="-122"/>
              </a:rPr>
              <a:t>2</a:t>
            </a:r>
            <a:r>
              <a:rPr lang="zh-CN" altLang="zh-CN" sz="1200" dirty="0">
                <a:latin typeface="微软雅黑" panose="020B0503020204020204" pitchFamily="34" charset="-122"/>
                <a:ea typeface="微软雅黑" panose="020B0503020204020204" pitchFamily="34" charset="-122"/>
                <a:cs typeface="Noto Sans" pitchFamily="34" charset="-120"/>
              </a:rPr>
              <a:t>方法论提出监控</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项目活动</a:t>
            </a:r>
            <a:r>
              <a:rPr lang="zh-CN" altLang="zh-CN" sz="1200" dirty="0">
                <a:latin typeface="微软雅黑" panose="020B0503020204020204" pitchFamily="34" charset="-122"/>
                <a:ea typeface="微软雅黑" panose="020B0503020204020204" pitchFamily="34" charset="-122"/>
                <a:cs typeface="Noto Sans" pitchFamily="34" charset="-120"/>
              </a:rPr>
              <a:t>和</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整体项目绩效</a:t>
            </a:r>
            <a:r>
              <a:rPr lang="zh-CN" altLang="zh-CN" sz="1200" dirty="0">
                <a:latin typeface="微软雅黑" panose="020B0503020204020204" pitchFamily="34" charset="-122"/>
                <a:ea typeface="微软雅黑" panose="020B0503020204020204" pitchFamily="34" charset="-122"/>
                <a:cs typeface="Noto Sans" pitchFamily="34" charset="-120"/>
              </a:rPr>
              <a:t>，以便</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报告与控制</a:t>
            </a:r>
            <a:r>
              <a:rPr lang="zh-CN" altLang="zh-CN" sz="1200" dirty="0">
                <a:latin typeface="微软雅黑" panose="020B0503020204020204" pitchFamily="34" charset="-122"/>
                <a:ea typeface="微软雅黑" panose="020B0503020204020204" pitchFamily="34" charset="-122"/>
                <a:cs typeface="Noto Sans" pitchFamily="34" charset="-120"/>
              </a:rPr>
              <a:t>，同时实施</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纠正措施</a:t>
            </a:r>
            <a:r>
              <a:rPr lang="zh-CN" altLang="zh-CN" sz="1200" dirty="0">
                <a:latin typeface="微软雅黑" panose="020B0503020204020204" pitchFamily="34" charset="-122"/>
                <a:ea typeface="微软雅黑" panose="020B0503020204020204" pitchFamily="34" charset="-122"/>
                <a:cs typeface="Noto Sans" pitchFamily="34" charset="-120"/>
              </a:rPr>
              <a:t>，以解决现有的或潜在的</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绩效风险</a:t>
            </a:r>
            <a:r>
              <a:rPr lang="zh-CN" altLang="zh-CN" sz="1200" dirty="0">
                <a:latin typeface="微软雅黑" panose="020B0503020204020204" pitchFamily="34" charset="-122"/>
                <a:ea typeface="微软雅黑" panose="020B0503020204020204" pitchFamily="34" charset="-122"/>
                <a:cs typeface="Noto Sans" pitchFamily="34" charset="-120"/>
              </a:rPr>
              <a:t>或问题。</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a:lnSpc>
                <a:spcPct val="150000"/>
              </a:lnSpc>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Noto Sans" pitchFamily="34" charset="-120"/>
              </a:rPr>
              <a:t>PMBOK</a:t>
            </a:r>
            <a:r>
              <a:rPr lang="zh-CN" altLang="zh-CN" sz="1200" dirty="0">
                <a:latin typeface="微软雅黑" panose="020B0503020204020204" pitchFamily="34" charset="-122"/>
                <a:ea typeface="微软雅黑" panose="020B0503020204020204" pitchFamily="34" charset="-122"/>
                <a:cs typeface="Noto Sans" pitchFamily="34" charset="-120"/>
              </a:rPr>
              <a:t>指南（第</a:t>
            </a:r>
            <a:r>
              <a:rPr lang="en-US" altLang="zh-CN" sz="1200" dirty="0">
                <a:latin typeface="微软雅黑" panose="020B0503020204020204" pitchFamily="34" charset="-122"/>
                <a:ea typeface="微软雅黑" panose="020B0503020204020204" pitchFamily="34" charset="-122"/>
                <a:cs typeface="Noto Sans" pitchFamily="34" charset="-120"/>
              </a:rPr>
              <a:t>7</a:t>
            </a:r>
            <a:r>
              <a:rPr lang="zh-CN" altLang="zh-CN" sz="1200" dirty="0">
                <a:latin typeface="微软雅黑" panose="020B0503020204020204" pitchFamily="34" charset="-122"/>
                <a:ea typeface="微软雅黑" panose="020B0503020204020204" pitchFamily="34" charset="-122"/>
                <a:cs typeface="Noto Sans" pitchFamily="34" charset="-120"/>
              </a:rPr>
              <a:t>版）在测量</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绩效域中</a:t>
            </a:r>
            <a:r>
              <a:rPr lang="zh-CN" altLang="zh-CN" sz="1200" dirty="0">
                <a:latin typeface="微软雅黑" panose="020B0503020204020204" pitchFamily="34" charset="-122"/>
                <a:ea typeface="微软雅黑" panose="020B0503020204020204" pitchFamily="34" charset="-122"/>
                <a:cs typeface="Noto Sans" pitchFamily="34" charset="-120"/>
              </a:rPr>
              <a:t>提到可使用</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挣值法</a:t>
            </a:r>
            <a:r>
              <a:rPr lang="zh-CN" altLang="zh-CN" sz="1200" dirty="0">
                <a:latin typeface="微软雅黑" panose="020B0503020204020204" pitchFamily="34" charset="-122"/>
                <a:ea typeface="微软雅黑" panose="020B0503020204020204" pitchFamily="34" charset="-122"/>
                <a:cs typeface="Noto Sans" pitchFamily="34" charset="-120"/>
              </a:rPr>
              <a:t>进行</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成本与进度</a:t>
            </a:r>
            <a:r>
              <a:rPr lang="zh-CN" altLang="zh-CN" sz="1200" dirty="0">
                <a:latin typeface="微软雅黑" panose="020B0503020204020204" pitchFamily="34" charset="-122"/>
                <a:ea typeface="微软雅黑" panose="020B0503020204020204" pitchFamily="34" charset="-122"/>
                <a:cs typeface="Noto Sans" pitchFamily="34" charset="-120"/>
              </a:rPr>
              <a:t>的</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偏差</a:t>
            </a:r>
            <a:r>
              <a:rPr lang="zh-CN" altLang="zh-CN" sz="1200" dirty="0">
                <a:latin typeface="微软雅黑" panose="020B0503020204020204" pitchFamily="34" charset="-122"/>
                <a:ea typeface="微软雅黑" panose="020B0503020204020204" pitchFamily="34" charset="-122"/>
                <a:cs typeface="Noto Sans" pitchFamily="34" charset="-120"/>
              </a:rPr>
              <a:t>分析，还能通过</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预测</a:t>
            </a:r>
            <a:r>
              <a:rPr lang="zh-CN" altLang="zh-CN" sz="1200" dirty="0">
                <a:latin typeface="微软雅黑" panose="020B0503020204020204" pitchFamily="34" charset="-122"/>
                <a:ea typeface="微软雅黑" panose="020B0503020204020204" pitchFamily="34" charset="-122"/>
                <a:cs typeface="Noto Sans" pitchFamily="34" charset="-120"/>
              </a:rPr>
              <a:t>来考虑未来发生的情况，包括完工估算、完工偏差等。</a:t>
            </a: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zh-CN" sz="1200" dirty="0">
                <a:latin typeface="微软雅黑" panose="020B0503020204020204" pitchFamily="34" charset="-122"/>
                <a:ea typeface="微软雅黑" panose="020B0503020204020204" pitchFamily="34" charset="-122"/>
                <a:cs typeface="Noto Sans" pitchFamily="34" charset="-120"/>
              </a:rPr>
              <a:t>此外，还可采用</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回归分析和产量分析</a:t>
            </a:r>
            <a:r>
              <a:rPr lang="zh-CN" altLang="zh-CN" sz="1200" dirty="0">
                <a:latin typeface="微软雅黑" panose="020B0503020204020204" pitchFamily="34" charset="-122"/>
                <a:ea typeface="微软雅黑" panose="020B0503020204020204" pitchFamily="34" charset="-122"/>
                <a:cs typeface="Noto Sans" pitchFamily="34" charset="-120"/>
              </a:rPr>
              <a:t>等技术来预测</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完工绩效</a:t>
            </a:r>
            <a:r>
              <a:rPr lang="en-US" altLang="zh-CN" sz="1200" dirty="0">
                <a:latin typeface="微软雅黑" panose="020B0503020204020204" pitchFamily="34" charset="-122"/>
                <a:ea typeface="微软雅黑" panose="020B0503020204020204" pitchFamily="34" charset="-122"/>
                <a:cs typeface="Noto Sans" pitchFamily="34" charset="-120"/>
              </a:rPr>
              <a:t>:</a:t>
            </a:r>
          </a:p>
          <a:p>
            <a:pPr>
              <a:lnSpc>
                <a:spcPct val="150000"/>
              </a:lnSpc>
            </a:pPr>
            <a:endParaRPr lang="en-US" altLang="zh-CN" sz="12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Noto Sans" pitchFamily="34" charset="-120"/>
              </a:rPr>
              <a:t>类似的，</a:t>
            </a:r>
            <a:r>
              <a:rPr lang="en-US" altLang="zh-CN" sz="1200" dirty="0">
                <a:latin typeface="微软雅黑" panose="020B0503020204020204" pitchFamily="34" charset="-122"/>
                <a:ea typeface="微软雅黑" panose="020B0503020204020204" pitchFamily="34" charset="-122"/>
                <a:cs typeface="Noto Sans" pitchFamily="34" charset="-120"/>
              </a:rPr>
              <a:t>APMBOK</a:t>
            </a:r>
            <a:r>
              <a:rPr lang="zh-CN" altLang="zh-CN" sz="1200" dirty="0">
                <a:latin typeface="微软雅黑" panose="020B0503020204020204" pitchFamily="34" charset="-122"/>
                <a:ea typeface="微软雅黑" panose="020B0503020204020204" pitchFamily="34" charset="-122"/>
                <a:cs typeface="Noto Sans" pitchFamily="34" charset="-120"/>
              </a:rPr>
              <a:t>提到可以使用</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挣值分析</a:t>
            </a:r>
            <a:r>
              <a:rPr lang="zh-CN" altLang="zh-CN" sz="1200" dirty="0">
                <a:latin typeface="微软雅黑" panose="020B0503020204020204" pitchFamily="34" charset="-122"/>
                <a:ea typeface="微软雅黑" panose="020B0503020204020204" pitchFamily="34" charset="-122"/>
                <a:cs typeface="Noto Sans" pitchFamily="34" charset="-120"/>
              </a:rPr>
              <a:t>来衡量绩效，需要</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衡量基准</a:t>
            </a:r>
            <a:r>
              <a:rPr lang="zh-CN" altLang="zh-CN" sz="1200" dirty="0">
                <a:latin typeface="微软雅黑" panose="020B0503020204020204" pitchFamily="34" charset="-122"/>
                <a:ea typeface="微软雅黑" panose="020B0503020204020204" pitchFamily="34" charset="-122"/>
                <a:cs typeface="Noto Sans" pitchFamily="34" charset="-120"/>
              </a:rPr>
              <a:t>、</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实际绩效数据</a:t>
            </a:r>
            <a:r>
              <a:rPr lang="zh-CN" altLang="zh-CN" sz="1200" dirty="0">
                <a:latin typeface="微软雅黑" panose="020B0503020204020204" pitchFamily="34" charset="-122"/>
                <a:ea typeface="微软雅黑" panose="020B0503020204020204" pitchFamily="34" charset="-122"/>
                <a:cs typeface="Noto Sans" pitchFamily="34" charset="-120"/>
              </a:rPr>
              <a:t>以及对</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绩效影响</a:t>
            </a:r>
            <a:r>
              <a:rPr lang="zh-CN" altLang="zh-CN" sz="1200" dirty="0">
                <a:latin typeface="微软雅黑" panose="020B0503020204020204" pitchFamily="34" charset="-122"/>
                <a:ea typeface="微软雅黑" panose="020B0503020204020204" pitchFamily="34" charset="-122"/>
                <a:cs typeface="Noto Sans" pitchFamily="34" charset="-120"/>
              </a:rPr>
              <a:t>的评估三个要素。</a:t>
            </a:r>
            <a:endParaRPr lang="en-US" altLang="zh-CN" sz="1200" dirty="0">
              <a:latin typeface="微软雅黑" panose="020B0503020204020204" pitchFamily="34" charset="-122"/>
              <a:ea typeface="微软雅黑" panose="020B0503020204020204" pitchFamily="34" charset="-122"/>
              <a:cs typeface="Noto Sans" pitchFamily="34" charset="-120"/>
            </a:endParaRPr>
          </a:p>
        </p:txBody>
      </p:sp>
      <p:sp>
        <p:nvSpPr>
          <p:cNvPr id="9" name="文本框 17">
            <a:extLst>
              <a:ext uri="{FF2B5EF4-FFF2-40B4-BE49-F238E27FC236}">
                <a16:creationId xmlns:a16="http://schemas.microsoft.com/office/drawing/2014/main" id="{04FCEEDF-AC82-192E-7324-B975655FD78B}"/>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Tree>
    <p:custDataLst>
      <p:tags r:id="rId1"/>
    </p:custDataLst>
    <p:extLst>
      <p:ext uri="{BB962C8B-B14F-4D97-AF65-F5344CB8AC3E}">
        <p14:creationId xmlns:p14="http://schemas.microsoft.com/office/powerpoint/2010/main" val="468789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21128-5392-BD2A-3F20-BCD0DA20BF87}"/>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FE7C204B-93DE-25A1-8222-87E57A4ECF18}"/>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77F3D6D6-EE2A-0AB0-0586-70BA563EC79D}"/>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98CCE0D4-3B0C-FBD5-4CD9-11115B6458CA}"/>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E6B52F78-212A-9798-0F4E-5580C58C5839}"/>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8D284822-1A64-797D-3BCD-FB6F683D9AD8}"/>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278F909F-F95C-13B5-F4BC-9F688067A7B8}"/>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cs typeface="思源黑体 CN Normal" panose="020B0400000000000000" charset="-122"/>
                <a:sym typeface="+mn-ea"/>
              </a:rPr>
              <a:t>项目监控的技术与方法 </a:t>
            </a:r>
            <a:r>
              <a:rPr lang="en-US" altLang="zh-CN" b="1" dirty="0">
                <a:solidFill>
                  <a:schemeClr val="bg1"/>
                </a:solidFill>
                <a:latin typeface="+mj-ea"/>
                <a:ea typeface="微软雅黑" panose="020B0503020204020204" charset="-122"/>
                <a:cs typeface="思源黑体 CN Normal" panose="020B0400000000000000" charset="-122"/>
                <a:sym typeface="+mn-ea"/>
              </a:rPr>
              <a:t>(</a:t>
            </a:r>
            <a:r>
              <a:rPr lang="zh-CN" altLang="en-US" b="1" dirty="0">
                <a:solidFill>
                  <a:schemeClr val="bg1"/>
                </a:solidFill>
                <a:latin typeface="+mj-ea"/>
                <a:ea typeface="微软雅黑" panose="020B0503020204020204" charset="-122"/>
                <a:cs typeface="思源黑体 CN Normal" panose="020B0400000000000000" charset="-122"/>
                <a:sym typeface="+mn-ea"/>
              </a:rPr>
              <a:t>续）</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24" name="Text 3"/>
          <p:cNvSpPr/>
          <p:nvPr/>
        </p:nvSpPr>
        <p:spPr>
          <a:xfrm>
            <a:off x="757237" y="1355407"/>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监控基线</a:t>
            </a:r>
            <a:endParaRPr lang="en-US" sz="1350" dirty="0"/>
          </a:p>
        </p:txBody>
      </p:sp>
      <p:sp>
        <p:nvSpPr>
          <p:cNvPr id="2" name="Text 4">
            <a:extLst>
              <a:ext uri="{FF2B5EF4-FFF2-40B4-BE49-F238E27FC236}">
                <a16:creationId xmlns:a16="http://schemas.microsoft.com/office/drawing/2014/main" id="{AE330A2F-D281-E00F-1814-B1616FB583DF}"/>
              </a:ext>
            </a:extLst>
          </p:cNvPr>
          <p:cNvSpPr/>
          <p:nvPr/>
        </p:nvSpPr>
        <p:spPr>
          <a:xfrm>
            <a:off x="601979" y="1811491"/>
            <a:ext cx="8263468" cy="2769989"/>
          </a:xfrm>
          <a:prstGeom prst="rect">
            <a:avLst/>
          </a:prstGeom>
          <a:noFill/>
          <a:ln/>
        </p:spPr>
        <p:txBody>
          <a:bodyPr wrap="square" lIns="170053" tIns="0" rIns="0" bIns="0" rtlCol="0" anchor="ctr">
            <a:spAutoFit/>
          </a:bodyPr>
          <a:lstStyle/>
          <a:p>
            <a:r>
              <a:rPr lang="zh-CN" altLang="zh-CN" sz="1200" dirty="0">
                <a:latin typeface="Noto Sans" pitchFamily="34" charset="0"/>
                <a:cs typeface="Noto Sans" pitchFamily="34" charset="-120"/>
              </a:rPr>
              <a:t>由于监控都是按照</a:t>
            </a:r>
            <a:r>
              <a:rPr lang="zh-CN" altLang="zh-CN" sz="1200" dirty="0">
                <a:solidFill>
                  <a:srgbClr val="FF0000"/>
                </a:solidFill>
                <a:latin typeface="Noto Sans" pitchFamily="34" charset="0"/>
                <a:cs typeface="Noto Sans" pitchFamily="34" charset="-120"/>
              </a:rPr>
              <a:t>一定基线监测</a:t>
            </a:r>
            <a:r>
              <a:rPr lang="zh-CN" altLang="zh-CN" sz="1200" dirty="0">
                <a:latin typeface="Noto Sans" pitchFamily="34" charset="0"/>
                <a:cs typeface="Noto Sans" pitchFamily="34" charset="-120"/>
              </a:rPr>
              <a:t>和</a:t>
            </a:r>
            <a:r>
              <a:rPr lang="zh-CN" altLang="zh-CN" sz="1200" dirty="0">
                <a:solidFill>
                  <a:srgbClr val="FF0000"/>
                </a:solidFill>
                <a:latin typeface="Noto Sans" pitchFamily="34" charset="0"/>
                <a:cs typeface="Noto Sans" pitchFamily="34" charset="-120"/>
              </a:rPr>
              <a:t>控制</a:t>
            </a:r>
            <a:r>
              <a:rPr lang="zh-CN" altLang="zh-CN" sz="1200" dirty="0">
                <a:latin typeface="Noto Sans" pitchFamily="34" charset="0"/>
                <a:cs typeface="Noto Sans" pitchFamily="34" charset="-120"/>
              </a:rPr>
              <a:t>的，确定基线可使得监控</a:t>
            </a:r>
            <a:r>
              <a:rPr lang="zh-CN" altLang="zh-CN" sz="1200" dirty="0">
                <a:solidFill>
                  <a:srgbClr val="FF0000"/>
                </a:solidFill>
                <a:latin typeface="Noto Sans" pitchFamily="34" charset="0"/>
                <a:cs typeface="Noto Sans" pitchFamily="34" charset="-120"/>
              </a:rPr>
              <a:t>有据可依</a:t>
            </a:r>
            <a:r>
              <a:rPr lang="zh-CN" altLang="en-US" sz="1200" dirty="0">
                <a:latin typeface="Noto Sans" pitchFamily="34" charset="0"/>
                <a:cs typeface="Noto Sans" pitchFamily="34" charset="-120"/>
              </a:rPr>
              <a:t>：</a:t>
            </a:r>
            <a:endParaRPr lang="en-US" altLang="zh-CN" sz="1200" dirty="0">
              <a:latin typeface="Noto Sans" pitchFamily="34" charset="0"/>
              <a:cs typeface="Noto Sans" pitchFamily="34" charset="-120"/>
            </a:endParaRPr>
          </a:p>
          <a:p>
            <a:endParaRPr lang="en-US" altLang="zh-CN" sz="1200" dirty="0">
              <a:latin typeface="Noto Sans" pitchFamily="34" charset="0"/>
              <a:cs typeface="Noto Sans" pitchFamily="34" charset="-120"/>
            </a:endParaRPr>
          </a:p>
          <a:p>
            <a:pPr marL="171450" indent="-171450">
              <a:buFont typeface="Arial" panose="020B0604020202020204" pitchFamily="34" charset="0"/>
              <a:buChar char="•"/>
            </a:pPr>
            <a:r>
              <a:rPr lang="en-US" altLang="zh-CN" sz="1200" dirty="0">
                <a:latin typeface="Noto Sans" pitchFamily="34" charset="0"/>
                <a:cs typeface="Noto Sans" pitchFamily="34" charset="-120"/>
              </a:rPr>
              <a:t>BS6079</a:t>
            </a:r>
            <a:r>
              <a:rPr lang="zh-CN" altLang="zh-CN" sz="1200" dirty="0">
                <a:latin typeface="Noto Sans" pitchFamily="34" charset="0"/>
                <a:cs typeface="Noto Sans" pitchFamily="34" charset="-120"/>
              </a:rPr>
              <a:t>定义的</a:t>
            </a:r>
            <a:r>
              <a:rPr lang="zh-CN" altLang="zh-CN" sz="1200" dirty="0">
                <a:solidFill>
                  <a:srgbClr val="FF0000"/>
                </a:solidFill>
                <a:latin typeface="Noto Sans" pitchFamily="34" charset="0"/>
                <a:cs typeface="Noto Sans" pitchFamily="34" charset="-120"/>
              </a:rPr>
              <a:t>基线</a:t>
            </a:r>
            <a:r>
              <a:rPr lang="zh-CN" altLang="zh-CN" sz="1200" dirty="0">
                <a:latin typeface="Noto Sans" pitchFamily="34" charset="0"/>
                <a:cs typeface="Noto Sans" pitchFamily="34" charset="-120"/>
              </a:rPr>
              <a:t>是达成一致的参考水平，以此为依据对</a:t>
            </a:r>
            <a:r>
              <a:rPr lang="zh-CN" altLang="zh-CN" sz="1200" dirty="0">
                <a:solidFill>
                  <a:srgbClr val="FF0000"/>
                </a:solidFill>
                <a:latin typeface="Noto Sans" pitchFamily="34" charset="0"/>
                <a:cs typeface="Noto Sans" pitchFamily="34" charset="-120"/>
              </a:rPr>
              <a:t>项目</a:t>
            </a:r>
            <a:r>
              <a:rPr lang="zh-CN" altLang="zh-CN" sz="1200" dirty="0">
                <a:latin typeface="Noto Sans" pitchFamily="34" charset="0"/>
                <a:cs typeface="Noto Sans" pitchFamily="34" charset="-120"/>
              </a:rPr>
              <a:t>的</a:t>
            </a:r>
            <a:r>
              <a:rPr lang="zh-CN" altLang="zh-CN" sz="1200" dirty="0">
                <a:solidFill>
                  <a:srgbClr val="FF0000"/>
                </a:solidFill>
                <a:latin typeface="Noto Sans" pitchFamily="34" charset="0"/>
                <a:cs typeface="Noto Sans" pitchFamily="34" charset="-120"/>
              </a:rPr>
              <a:t>计划</a:t>
            </a:r>
            <a:r>
              <a:rPr lang="zh-CN" altLang="zh-CN" sz="1200" dirty="0">
                <a:latin typeface="Noto Sans" pitchFamily="34" charset="0"/>
                <a:cs typeface="Noto Sans" pitchFamily="34" charset="-120"/>
              </a:rPr>
              <a:t>或</a:t>
            </a:r>
            <a:r>
              <a:rPr lang="zh-CN" altLang="zh-CN" sz="1200" dirty="0">
                <a:solidFill>
                  <a:srgbClr val="FF0000"/>
                </a:solidFill>
                <a:latin typeface="Noto Sans" pitchFamily="34" charset="0"/>
                <a:cs typeface="Noto Sans" pitchFamily="34" charset="-120"/>
              </a:rPr>
              <a:t>产出</a:t>
            </a:r>
            <a:r>
              <a:rPr lang="zh-CN" altLang="zh-CN" sz="1200" dirty="0">
                <a:latin typeface="Noto Sans" pitchFamily="34" charset="0"/>
                <a:cs typeface="Noto Sans" pitchFamily="34" charset="-120"/>
              </a:rPr>
              <a:t>进行</a:t>
            </a:r>
            <a:r>
              <a:rPr lang="zh-CN" altLang="zh-CN" sz="1200" dirty="0">
                <a:solidFill>
                  <a:srgbClr val="FF0000"/>
                </a:solidFill>
                <a:latin typeface="Noto Sans" pitchFamily="34" charset="0"/>
                <a:cs typeface="Noto Sans" pitchFamily="34" charset="-120"/>
              </a:rPr>
              <a:t>监测</a:t>
            </a:r>
            <a:r>
              <a:rPr lang="zh-CN" altLang="zh-CN" sz="1200" dirty="0">
                <a:latin typeface="Noto Sans" pitchFamily="34" charset="0"/>
                <a:cs typeface="Noto Sans" pitchFamily="34" charset="-120"/>
              </a:rPr>
              <a:t>和</a:t>
            </a:r>
            <a:r>
              <a:rPr lang="zh-CN" altLang="zh-CN" sz="1200" dirty="0">
                <a:solidFill>
                  <a:srgbClr val="FF0000"/>
                </a:solidFill>
                <a:latin typeface="Noto Sans" pitchFamily="34" charset="0"/>
                <a:cs typeface="Noto Sans" pitchFamily="34" charset="-120"/>
              </a:rPr>
              <a:t>控制</a:t>
            </a:r>
            <a:r>
              <a:rPr lang="en-US" altLang="zh-CN" sz="1200" dirty="0">
                <a:latin typeface="Noto Sans" pitchFamily="34" charset="0"/>
                <a:cs typeface="Noto Sans" pitchFamily="34" charset="-120"/>
              </a:rPr>
              <a:t>  (3.3</a:t>
            </a:r>
            <a:r>
              <a:rPr lang="zh-CN" altLang="zh-CN" sz="1200" dirty="0">
                <a:latin typeface="Noto Sans" pitchFamily="34" charset="0"/>
                <a:cs typeface="Noto Sans" pitchFamily="34" charset="-120"/>
              </a:rPr>
              <a:t>节</a:t>
            </a:r>
            <a:r>
              <a:rPr lang="en-US" altLang="zh-CN" sz="1200" dirty="0">
                <a:latin typeface="Noto Sans" pitchFamily="34" charset="0"/>
                <a:cs typeface="Noto Sans" pitchFamily="34" charset="-120"/>
              </a:rPr>
              <a:t>)</a:t>
            </a:r>
            <a:r>
              <a:rPr lang="zh-CN" altLang="en-US" sz="1200" dirty="0">
                <a:latin typeface="Noto Sans" pitchFamily="34" charset="0"/>
                <a:cs typeface="Noto Sans" pitchFamily="34" charset="-120"/>
              </a:rPr>
              <a:t>。</a:t>
            </a:r>
            <a:endParaRPr lang="en-US" altLang="zh-CN" sz="1200" dirty="0">
              <a:latin typeface="Noto Sans" pitchFamily="34" charset="0"/>
              <a:cs typeface="Noto Sans" pitchFamily="34" charset="-120"/>
            </a:endParaRPr>
          </a:p>
          <a:p>
            <a:pPr indent="-171450">
              <a:buFont typeface="Arial" panose="020B0604020202020204" pitchFamily="34" charset="0"/>
              <a:buChar char="•"/>
            </a:pPr>
            <a:endParaRPr lang="en-US" altLang="zh-CN" sz="1200" dirty="0">
              <a:latin typeface="Noto Sans" pitchFamily="34" charset="0"/>
              <a:cs typeface="Noto Sans" pitchFamily="34" charset="-120"/>
            </a:endParaRPr>
          </a:p>
          <a:p>
            <a:r>
              <a:rPr lang="zh-CN" altLang="zh-CN" sz="1200" dirty="0">
                <a:latin typeface="Noto Sans" pitchFamily="34" charset="0"/>
                <a:cs typeface="Noto Sans" pitchFamily="34" charset="-120"/>
              </a:rPr>
              <a:t>监控的基线中也允许有一定</a:t>
            </a:r>
            <a:r>
              <a:rPr lang="zh-CN" altLang="zh-CN" sz="1200" dirty="0">
                <a:solidFill>
                  <a:srgbClr val="FF0000"/>
                </a:solidFill>
                <a:latin typeface="Noto Sans" pitchFamily="34" charset="0"/>
                <a:cs typeface="Noto Sans" pitchFamily="34" charset="-120"/>
              </a:rPr>
              <a:t>偏差</a:t>
            </a:r>
            <a:r>
              <a:rPr lang="zh-CN" altLang="zh-CN" sz="1200" dirty="0">
                <a:latin typeface="Noto Sans" pitchFamily="34" charset="0"/>
                <a:cs typeface="Noto Sans" pitchFamily="34" charset="-120"/>
              </a:rPr>
              <a:t>的</a:t>
            </a:r>
            <a:r>
              <a:rPr lang="zh-CN" altLang="en-US" sz="1200" dirty="0">
                <a:latin typeface="Noto Sans" pitchFamily="34" charset="0"/>
                <a:cs typeface="Noto Sans" pitchFamily="34" charset="-120"/>
              </a:rPr>
              <a:t>：</a:t>
            </a:r>
            <a:endParaRPr lang="en-US" altLang="zh-CN" sz="1200" dirty="0">
              <a:latin typeface="Noto Sans" pitchFamily="34" charset="0"/>
              <a:cs typeface="Noto Sans" pitchFamily="34" charset="-120"/>
            </a:endParaRPr>
          </a:p>
          <a:p>
            <a:endParaRPr lang="en-US" altLang="zh-CN" sz="1200" dirty="0">
              <a:latin typeface="Noto Sans" pitchFamily="34" charset="0"/>
              <a:cs typeface="Noto Sans" pitchFamily="34" charset="-120"/>
            </a:endParaRPr>
          </a:p>
          <a:p>
            <a:pPr marL="171450" indent="-171450">
              <a:buFont typeface="Arial" panose="020B0604020202020204" pitchFamily="34" charset="0"/>
              <a:buChar char="•"/>
            </a:pPr>
            <a:r>
              <a:rPr lang="zh-CN" altLang="zh-CN" sz="1200" dirty="0">
                <a:latin typeface="Noto Sans" pitchFamily="34" charset="0"/>
                <a:cs typeface="Noto Sans" pitchFamily="34" charset="-120"/>
              </a:rPr>
              <a:t>如</a:t>
            </a:r>
            <a:r>
              <a:rPr lang="en-US" altLang="zh-CN" sz="1200" dirty="0">
                <a:latin typeface="Noto Sans" pitchFamily="34" charset="0"/>
                <a:cs typeface="Noto Sans" pitchFamily="34" charset="-120"/>
              </a:rPr>
              <a:t>PRINCE2</a:t>
            </a:r>
            <a:r>
              <a:rPr lang="zh-CN" altLang="zh-CN" sz="1200" dirty="0">
                <a:latin typeface="Noto Sans" pitchFamily="34" charset="0"/>
                <a:cs typeface="Noto Sans" pitchFamily="34" charset="-120"/>
              </a:rPr>
              <a:t>设置了</a:t>
            </a:r>
            <a:r>
              <a:rPr lang="zh-CN" altLang="zh-CN" sz="1200" dirty="0">
                <a:solidFill>
                  <a:srgbClr val="FF0000"/>
                </a:solidFill>
                <a:latin typeface="Noto Sans" pitchFamily="34" charset="0"/>
                <a:cs typeface="Noto Sans" pitchFamily="34" charset="-120"/>
              </a:rPr>
              <a:t>容许</a:t>
            </a:r>
            <a:r>
              <a:rPr lang="zh-CN" altLang="zh-CN" sz="1200" dirty="0">
                <a:latin typeface="Noto Sans" pitchFamily="34" charset="0"/>
                <a:cs typeface="Noto Sans" pitchFamily="34" charset="-120"/>
              </a:rPr>
              <a:t>偏差，在该偏差范围内</a:t>
            </a:r>
            <a:r>
              <a:rPr lang="zh-CN" altLang="zh-CN" sz="1200" dirty="0">
                <a:solidFill>
                  <a:srgbClr val="FF0000"/>
                </a:solidFill>
                <a:latin typeface="Noto Sans" pitchFamily="34" charset="0"/>
                <a:cs typeface="Noto Sans" pitchFamily="34" charset="-120"/>
              </a:rPr>
              <a:t>不必向上级报告</a:t>
            </a:r>
            <a:r>
              <a:rPr lang="zh-CN" altLang="zh-CN" sz="1200" dirty="0">
                <a:latin typeface="Noto Sans" pitchFamily="34" charset="0"/>
                <a:cs typeface="Noto Sans" pitchFamily="34" charset="-120"/>
              </a:rPr>
              <a:t>。</a:t>
            </a:r>
            <a:endParaRPr lang="en-US" altLang="zh-CN" sz="1200" dirty="0">
              <a:latin typeface="Noto Sans" pitchFamily="34" charset="0"/>
              <a:cs typeface="Noto Sans" pitchFamily="34" charset="-120"/>
            </a:endParaRPr>
          </a:p>
          <a:p>
            <a:endParaRPr lang="en-US" altLang="zh-CN" sz="1200" dirty="0">
              <a:latin typeface="Noto Sans" pitchFamily="34" charset="0"/>
              <a:cs typeface="Noto Sans" pitchFamily="34" charset="-120"/>
            </a:endParaRPr>
          </a:p>
          <a:p>
            <a:r>
              <a:rPr lang="zh-CN" altLang="zh-CN" sz="1200" dirty="0">
                <a:latin typeface="Noto Sans" pitchFamily="34" charset="0"/>
                <a:cs typeface="Noto Sans" pitchFamily="34" charset="-120"/>
              </a:rPr>
              <a:t>基线在过程中</a:t>
            </a:r>
            <a:r>
              <a:rPr lang="zh-CN" altLang="zh-CN" sz="1200" dirty="0">
                <a:solidFill>
                  <a:srgbClr val="FF0000"/>
                </a:solidFill>
                <a:latin typeface="Noto Sans" pitchFamily="34" charset="0"/>
                <a:cs typeface="Noto Sans" pitchFamily="34" charset="-120"/>
              </a:rPr>
              <a:t>进行更新</a:t>
            </a:r>
            <a:r>
              <a:rPr lang="en-US" altLang="zh-CN" sz="1200" dirty="0">
                <a:latin typeface="Noto Sans" pitchFamily="34" charset="0"/>
                <a:cs typeface="Noto Sans" pitchFamily="34" charset="-120"/>
              </a:rPr>
              <a:t>:</a:t>
            </a:r>
          </a:p>
          <a:p>
            <a:endParaRPr lang="en-US" altLang="zh-CN" sz="1200" dirty="0">
              <a:latin typeface="Noto Sans" pitchFamily="34" charset="0"/>
              <a:cs typeface="Noto Sans" pitchFamily="34" charset="-120"/>
            </a:endParaRPr>
          </a:p>
          <a:p>
            <a:pPr marL="171450" indent="-171450">
              <a:lnSpc>
                <a:spcPct val="150000"/>
              </a:lnSpc>
              <a:buFont typeface="Arial" panose="020B0604020202020204" pitchFamily="34" charset="0"/>
              <a:buChar char="•"/>
            </a:pPr>
            <a:r>
              <a:rPr lang="zh-CN" altLang="zh-CN" sz="1200" dirty="0">
                <a:latin typeface="Noto Sans" pitchFamily="34" charset="0"/>
                <a:cs typeface="Noto Sans" pitchFamily="34" charset="-120"/>
              </a:rPr>
              <a:t>计划还包括</a:t>
            </a:r>
            <a:r>
              <a:rPr lang="zh-CN" altLang="zh-CN" sz="1200" dirty="0">
                <a:solidFill>
                  <a:srgbClr val="FF0000"/>
                </a:solidFill>
                <a:latin typeface="Noto Sans" pitchFamily="34" charset="0"/>
                <a:cs typeface="Noto Sans" pitchFamily="34" charset="-120"/>
              </a:rPr>
              <a:t>授权</a:t>
            </a:r>
            <a:r>
              <a:rPr lang="zh-CN" altLang="zh-CN" sz="1200" dirty="0">
                <a:latin typeface="Noto Sans" pitchFamily="34" charset="0"/>
                <a:cs typeface="Noto Sans" pitchFamily="34" charset="-120"/>
              </a:rPr>
              <a:t>的变更，如</a:t>
            </a:r>
            <a:r>
              <a:rPr lang="en-US" altLang="zh-CN" sz="1200" dirty="0">
                <a:latin typeface="Noto Sans" pitchFamily="34" charset="0"/>
                <a:cs typeface="Noto Sans" pitchFamily="34" charset="-120"/>
              </a:rPr>
              <a:t>ISO21502</a:t>
            </a:r>
            <a:r>
              <a:rPr lang="zh-CN" altLang="zh-CN" sz="1200" dirty="0">
                <a:latin typeface="Noto Sans" pitchFamily="34" charset="0"/>
                <a:cs typeface="Noto Sans" pitchFamily="34" charset="-120"/>
              </a:rPr>
              <a:t>中控制的目的是根据</a:t>
            </a:r>
            <a:r>
              <a:rPr lang="zh-CN" altLang="zh-CN" sz="1200" dirty="0">
                <a:solidFill>
                  <a:srgbClr val="FF0000"/>
                </a:solidFill>
                <a:latin typeface="Noto Sans" pitchFamily="34" charset="0"/>
                <a:cs typeface="Noto Sans" pitchFamily="34" charset="-120"/>
              </a:rPr>
              <a:t>商定</a:t>
            </a:r>
            <a:r>
              <a:rPr lang="zh-CN" altLang="zh-CN" sz="1200" dirty="0">
                <a:latin typeface="Noto Sans" pitchFamily="34" charset="0"/>
                <a:cs typeface="Noto Sans" pitchFamily="34" charset="-120"/>
              </a:rPr>
              <a:t>的</a:t>
            </a:r>
            <a:r>
              <a:rPr lang="zh-CN" altLang="zh-CN" sz="1200" dirty="0">
                <a:solidFill>
                  <a:srgbClr val="FF0000"/>
                </a:solidFill>
                <a:latin typeface="Noto Sans" pitchFamily="34" charset="0"/>
                <a:cs typeface="Noto Sans" pitchFamily="34" charset="-120"/>
              </a:rPr>
              <a:t>计划</a:t>
            </a:r>
            <a:r>
              <a:rPr lang="zh-CN" altLang="zh-CN" sz="1200" dirty="0">
                <a:latin typeface="Noto Sans" pitchFamily="34" charset="0"/>
                <a:cs typeface="Noto Sans" pitchFamily="34" charset="-120"/>
              </a:rPr>
              <a:t>（包括授权的变更）</a:t>
            </a:r>
            <a:r>
              <a:rPr lang="zh-CN" altLang="zh-CN" sz="1200" dirty="0">
                <a:solidFill>
                  <a:srgbClr val="FF0000"/>
                </a:solidFill>
                <a:latin typeface="Noto Sans" pitchFamily="34" charset="0"/>
                <a:cs typeface="Noto Sans" pitchFamily="34" charset="-120"/>
              </a:rPr>
              <a:t>监测</a:t>
            </a:r>
            <a:r>
              <a:rPr lang="zh-CN" altLang="zh-CN" sz="1200" dirty="0">
                <a:latin typeface="Noto Sans" pitchFamily="34" charset="0"/>
                <a:cs typeface="Noto Sans" pitchFamily="34" charset="-120"/>
              </a:rPr>
              <a:t>和</a:t>
            </a:r>
            <a:r>
              <a:rPr lang="zh-CN" altLang="zh-CN" sz="1200" dirty="0">
                <a:solidFill>
                  <a:srgbClr val="FF0000"/>
                </a:solidFill>
                <a:latin typeface="Noto Sans" pitchFamily="34" charset="0"/>
                <a:cs typeface="Noto Sans" pitchFamily="34" charset="-120"/>
              </a:rPr>
              <a:t>测量</a:t>
            </a:r>
            <a:r>
              <a:rPr lang="zh-CN" altLang="zh-CN" sz="1200" dirty="0">
                <a:latin typeface="Noto Sans" pitchFamily="34" charset="0"/>
                <a:cs typeface="Noto Sans" pitchFamily="34" charset="-120"/>
              </a:rPr>
              <a:t>项目（包括阶段和工作包）的绩效。</a:t>
            </a:r>
            <a:endParaRPr lang="en-US" altLang="zh-CN" sz="1200" dirty="0">
              <a:latin typeface="Noto Sans" pitchFamily="34" charset="0"/>
              <a:cs typeface="Noto Sans" pitchFamily="34" charset="-120"/>
            </a:endParaRPr>
          </a:p>
          <a:p>
            <a:pPr marL="171450" indent="-171450">
              <a:buFont typeface="Arial" panose="020B0604020202020204" pitchFamily="34" charset="0"/>
              <a:buChar char="•"/>
            </a:pPr>
            <a:endParaRPr lang="en-US" altLang="zh-CN" sz="1200" dirty="0">
              <a:latin typeface="Noto Sans" pitchFamily="34" charset="0"/>
              <a:cs typeface="Noto Sans" pitchFamily="34" charset="-120"/>
            </a:endParaRPr>
          </a:p>
          <a:p>
            <a:pPr marL="171450" indent="-171450">
              <a:buFont typeface="Arial" panose="020B0604020202020204" pitchFamily="34" charset="0"/>
              <a:buChar char="•"/>
            </a:pPr>
            <a:r>
              <a:rPr lang="en-US" altLang="zh-CN" sz="1200" dirty="0">
                <a:latin typeface="Noto Sans" pitchFamily="34" charset="0"/>
                <a:cs typeface="Noto Sans" pitchFamily="34" charset="-120"/>
              </a:rPr>
              <a:t>ISO21502</a:t>
            </a:r>
            <a:r>
              <a:rPr lang="zh-CN" altLang="zh-CN" sz="1200" dirty="0">
                <a:latin typeface="Noto Sans" pitchFamily="34" charset="0"/>
                <a:cs typeface="Noto Sans" pitchFamily="34" charset="-120"/>
              </a:rPr>
              <a:t>是根据商定的计划监测和衡量</a:t>
            </a:r>
            <a:r>
              <a:rPr lang="zh-CN" altLang="zh-CN" sz="1200" dirty="0">
                <a:solidFill>
                  <a:srgbClr val="FF0000"/>
                </a:solidFill>
                <a:latin typeface="Noto Sans" pitchFamily="34" charset="0"/>
                <a:cs typeface="Noto Sans" pitchFamily="34" charset="-120"/>
              </a:rPr>
              <a:t>绩效</a:t>
            </a:r>
            <a:r>
              <a:rPr lang="zh-CN" altLang="zh-CN" sz="1200" dirty="0">
                <a:latin typeface="Noto Sans" pitchFamily="34" charset="0"/>
                <a:cs typeface="Noto Sans" pitchFamily="34" charset="-120"/>
              </a:rPr>
              <a:t>。</a:t>
            </a:r>
            <a:r>
              <a:rPr lang="en-US" altLang="zh-CN" sz="1200" dirty="0">
                <a:latin typeface="Noto Sans" pitchFamily="34" charset="0"/>
                <a:cs typeface="Noto Sans" pitchFamily="34" charset="-120"/>
              </a:rPr>
              <a:t>PM2</a:t>
            </a:r>
            <a:r>
              <a:rPr lang="zh-CN" altLang="zh-CN" sz="1200" dirty="0">
                <a:latin typeface="Noto Sans" pitchFamily="34" charset="0"/>
                <a:cs typeface="Noto Sans" pitchFamily="34" charset="-120"/>
              </a:rPr>
              <a:t>方法论采用</a:t>
            </a:r>
            <a:r>
              <a:rPr lang="zh-CN" altLang="zh-CN" sz="1200" dirty="0">
                <a:solidFill>
                  <a:srgbClr val="FF0000"/>
                </a:solidFill>
                <a:latin typeface="Noto Sans" pitchFamily="34" charset="0"/>
                <a:cs typeface="Noto Sans" pitchFamily="34" charset="-120"/>
              </a:rPr>
              <a:t>检查清单</a:t>
            </a:r>
            <a:r>
              <a:rPr lang="zh-CN" altLang="zh-CN" sz="1200" dirty="0">
                <a:latin typeface="Noto Sans" pitchFamily="34" charset="0"/>
                <a:cs typeface="Noto Sans" pitchFamily="34" charset="-120"/>
              </a:rPr>
              <a:t>的方式来辅助</a:t>
            </a:r>
            <a:r>
              <a:rPr lang="zh-CN" altLang="zh-CN" sz="1200" dirty="0">
                <a:solidFill>
                  <a:srgbClr val="FF0000"/>
                </a:solidFill>
                <a:latin typeface="Noto Sans" pitchFamily="34" charset="0"/>
                <a:cs typeface="Noto Sans" pitchFamily="34" charset="-120"/>
              </a:rPr>
              <a:t>监测</a:t>
            </a:r>
            <a:r>
              <a:rPr lang="zh-CN" altLang="zh-CN" sz="1200" dirty="0">
                <a:latin typeface="Noto Sans" pitchFamily="34" charset="0"/>
                <a:cs typeface="Noto Sans" pitchFamily="34" charset="-120"/>
              </a:rPr>
              <a:t>。</a:t>
            </a:r>
            <a:endParaRPr lang="en-US" altLang="zh-CN" sz="1200" dirty="0">
              <a:latin typeface="Noto Sans" pitchFamily="34" charset="0"/>
              <a:cs typeface="Noto Sans" pitchFamily="34" charset="-120"/>
            </a:endParaRPr>
          </a:p>
        </p:txBody>
      </p:sp>
      <p:sp>
        <p:nvSpPr>
          <p:cNvPr id="11" name="文本框 17">
            <a:extLst>
              <a:ext uri="{FF2B5EF4-FFF2-40B4-BE49-F238E27FC236}">
                <a16:creationId xmlns:a16="http://schemas.microsoft.com/office/drawing/2014/main" id="{8EDD7B78-3E5D-C0A8-F8FE-63C1CB8DA210}"/>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Tree>
    <p:custDataLst>
      <p:tags r:id="rId1"/>
    </p:custDataLst>
    <p:extLst>
      <p:ext uri="{BB962C8B-B14F-4D97-AF65-F5344CB8AC3E}">
        <p14:creationId xmlns:p14="http://schemas.microsoft.com/office/powerpoint/2010/main" val="15121485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21063-1D51-72DA-C81F-02DCEF4A5E56}"/>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3E531896-91A8-36EA-54EB-85E5C6792657}"/>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E5608278-2B72-9A9F-6E06-3C9F73957963}"/>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FB0F6BE9-FBE1-F089-CF8B-EF0076B10F1A}"/>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0F95B923-7A5C-5119-F365-8D648472AA5E}"/>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0C161FF9-FD45-13EB-75E8-CBB8E54AAD22}"/>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445EA762-8F00-F0B9-902C-8BBE260626A7}"/>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cs typeface="思源黑体 CN Normal" panose="020B0400000000000000" charset="-122"/>
                <a:sym typeface="+mn-ea"/>
              </a:rPr>
              <a:t>项目监控的技术与方法 </a:t>
            </a:r>
            <a:r>
              <a:rPr lang="en-US" altLang="zh-CN" b="1" dirty="0">
                <a:solidFill>
                  <a:schemeClr val="bg1"/>
                </a:solidFill>
                <a:latin typeface="+mj-ea"/>
                <a:ea typeface="微软雅黑" panose="020B0503020204020204" charset="-122"/>
                <a:cs typeface="思源黑体 CN Normal" panose="020B0400000000000000" charset="-122"/>
                <a:sym typeface="+mn-ea"/>
              </a:rPr>
              <a:t>(</a:t>
            </a:r>
            <a:r>
              <a:rPr lang="zh-CN" altLang="en-US" b="1" dirty="0">
                <a:solidFill>
                  <a:schemeClr val="bg1"/>
                </a:solidFill>
                <a:latin typeface="+mj-ea"/>
                <a:ea typeface="微软雅黑" panose="020B0503020204020204" charset="-122"/>
                <a:cs typeface="思源黑体 CN Normal" panose="020B0400000000000000" charset="-122"/>
                <a:sym typeface="+mn-ea"/>
              </a:rPr>
              <a:t>续）</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9" name="Text 16">
            <a:extLst>
              <a:ext uri="{FF2B5EF4-FFF2-40B4-BE49-F238E27FC236}">
                <a16:creationId xmlns:a16="http://schemas.microsoft.com/office/drawing/2014/main" id="{54288545-C26D-0551-00F8-D2BB0B959817}"/>
              </a:ext>
            </a:extLst>
          </p:cNvPr>
          <p:cNvSpPr/>
          <p:nvPr/>
        </p:nvSpPr>
        <p:spPr>
          <a:xfrm>
            <a:off x="973455" y="1826315"/>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控制措施与方式</a:t>
            </a:r>
            <a:endParaRPr lang="en-US" sz="1350" dirty="0"/>
          </a:p>
        </p:txBody>
      </p:sp>
      <p:sp>
        <p:nvSpPr>
          <p:cNvPr id="10" name="Text 4">
            <a:extLst>
              <a:ext uri="{FF2B5EF4-FFF2-40B4-BE49-F238E27FC236}">
                <a16:creationId xmlns:a16="http://schemas.microsoft.com/office/drawing/2014/main" id="{4B2BB3CE-9613-1FE8-9B59-25619DCCF109}"/>
              </a:ext>
            </a:extLst>
          </p:cNvPr>
          <p:cNvSpPr/>
          <p:nvPr/>
        </p:nvSpPr>
        <p:spPr>
          <a:xfrm>
            <a:off x="3193938" y="2571750"/>
            <a:ext cx="3814763" cy="923330"/>
          </a:xfrm>
          <a:prstGeom prst="rect">
            <a:avLst/>
          </a:prstGeom>
          <a:noFill/>
          <a:ln/>
        </p:spPr>
        <p:txBody>
          <a:bodyPr wrap="square" lIns="170053" tIns="0" rIns="0" bIns="0" rtlCol="0" anchor="ctr">
            <a:spAutoFit/>
          </a:bodyPr>
          <a:lstStyle/>
          <a:p>
            <a:r>
              <a:rPr lang="zh-CN" altLang="zh-CN" sz="1200" dirty="0">
                <a:latin typeface="Noto Sans" pitchFamily="34" charset="0"/>
                <a:cs typeface="Noto Sans" pitchFamily="34" charset="-120"/>
              </a:rPr>
              <a:t>面对</a:t>
            </a:r>
            <a:r>
              <a:rPr lang="zh-CN" altLang="zh-CN" sz="1200" dirty="0">
                <a:solidFill>
                  <a:srgbClr val="FF0000"/>
                </a:solidFill>
                <a:latin typeface="Noto Sans" pitchFamily="34" charset="0"/>
                <a:cs typeface="Noto Sans" pitchFamily="34" charset="-120"/>
              </a:rPr>
              <a:t>偏差</a:t>
            </a:r>
            <a:r>
              <a:rPr lang="zh-CN" altLang="zh-CN" sz="1200" dirty="0">
                <a:latin typeface="Noto Sans" pitchFamily="34" charset="0"/>
                <a:cs typeface="Noto Sans" pitchFamily="34" charset="-120"/>
              </a:rPr>
              <a:t>和问题，需要进行处理。偏差可分为</a:t>
            </a:r>
            <a:r>
              <a:rPr lang="zh-CN" altLang="en-US" sz="1200" dirty="0">
                <a:latin typeface="Noto Sans" pitchFamily="34" charset="0"/>
                <a:cs typeface="Noto Sans" pitchFamily="34" charset="-120"/>
              </a:rPr>
              <a:t>：</a:t>
            </a:r>
            <a:endParaRPr lang="en-US" altLang="zh-CN" sz="1200" dirty="0">
              <a:latin typeface="Noto Sans" pitchFamily="34" charset="0"/>
              <a:cs typeface="Noto Sans" pitchFamily="34" charset="-120"/>
            </a:endParaRPr>
          </a:p>
          <a:p>
            <a:endParaRPr lang="en-US" altLang="zh-CN" sz="1200" dirty="0">
              <a:latin typeface="Noto Sans" pitchFamily="34" charset="0"/>
              <a:cs typeface="Noto Sans" pitchFamily="34" charset="-120"/>
            </a:endParaRPr>
          </a:p>
          <a:p>
            <a:pPr marL="628650" lvl="1" indent="-171450">
              <a:buFont typeface="Arial" panose="020B0604020202020204" pitchFamily="34" charset="0"/>
              <a:buChar char="•"/>
            </a:pPr>
            <a:r>
              <a:rPr lang="zh-CN" altLang="zh-CN" sz="1200" dirty="0">
                <a:latin typeface="Noto Sans" pitchFamily="34" charset="0"/>
                <a:cs typeface="Noto Sans" pitchFamily="34" charset="-120"/>
              </a:rPr>
              <a:t>可接受偏差</a:t>
            </a:r>
            <a:r>
              <a:rPr lang="zh-CN" altLang="en-US" sz="1200" dirty="0">
                <a:latin typeface="Noto Sans" pitchFamily="34" charset="0"/>
                <a:cs typeface="Noto Sans" pitchFamily="34" charset="-120"/>
              </a:rPr>
              <a:t>。</a:t>
            </a:r>
            <a:endParaRPr lang="en-US" altLang="zh-CN" sz="1200" dirty="0">
              <a:latin typeface="Noto Sans" pitchFamily="34" charset="0"/>
              <a:cs typeface="Noto Sans" pitchFamily="34" charset="-120"/>
            </a:endParaRPr>
          </a:p>
          <a:p>
            <a:pPr lvl="1"/>
            <a:endParaRPr lang="en-US" altLang="zh-CN" sz="1200" dirty="0">
              <a:latin typeface="Noto Sans" pitchFamily="34" charset="0"/>
              <a:cs typeface="Noto Sans" pitchFamily="34" charset="-120"/>
            </a:endParaRPr>
          </a:p>
          <a:p>
            <a:pPr marL="628650" lvl="1" indent="-171450">
              <a:buFont typeface="Arial" panose="020B0604020202020204" pitchFamily="34" charset="0"/>
              <a:buChar char="•"/>
            </a:pPr>
            <a:r>
              <a:rPr lang="zh-CN" altLang="zh-CN" sz="1200" dirty="0">
                <a:latin typeface="Noto Sans" pitchFamily="34" charset="0"/>
                <a:cs typeface="Noto Sans" pitchFamily="34" charset="-120"/>
              </a:rPr>
              <a:t>不可接受偏差。</a:t>
            </a:r>
          </a:p>
        </p:txBody>
      </p:sp>
      <p:sp>
        <p:nvSpPr>
          <p:cNvPr id="11" name="文本框 17">
            <a:extLst>
              <a:ext uri="{FF2B5EF4-FFF2-40B4-BE49-F238E27FC236}">
                <a16:creationId xmlns:a16="http://schemas.microsoft.com/office/drawing/2014/main" id="{95402D93-69C3-9153-A732-9969FA4F2DC6}"/>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Tree>
    <p:custDataLst>
      <p:tags r:id="rId1"/>
    </p:custDataLst>
    <p:extLst>
      <p:ext uri="{BB962C8B-B14F-4D97-AF65-F5344CB8AC3E}">
        <p14:creationId xmlns:p14="http://schemas.microsoft.com/office/powerpoint/2010/main" val="2452223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1E596-2879-8833-2FFE-12A52DBE489F}"/>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DAFA9156-7F14-64F6-1311-39F2431FB896}"/>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E467EBFC-2E01-977E-B98F-DB5BFA0B0749}"/>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210CB4DD-CBAE-3C65-524E-714B8B77FFC6}"/>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ED0ABFE5-E680-1CDF-438D-491312C2EE96}"/>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B3CC9146-075B-628F-2130-6B09CBCB9DB7}"/>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8542C846-9180-4DD9-83A8-21D67DDD5AA1}"/>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cs typeface="思源黑体 CN Normal" panose="020B0400000000000000" charset="-122"/>
                <a:sym typeface="+mn-ea"/>
              </a:rPr>
              <a:t>项目监控的技术与方法 </a:t>
            </a:r>
            <a:r>
              <a:rPr lang="en-US" altLang="zh-CN" b="1" dirty="0">
                <a:solidFill>
                  <a:schemeClr val="bg1"/>
                </a:solidFill>
                <a:latin typeface="+mj-ea"/>
                <a:ea typeface="微软雅黑" panose="020B0503020204020204" charset="-122"/>
                <a:cs typeface="思源黑体 CN Normal" panose="020B0400000000000000" charset="-122"/>
                <a:sym typeface="+mn-ea"/>
              </a:rPr>
              <a:t>(</a:t>
            </a:r>
            <a:r>
              <a:rPr lang="zh-CN" altLang="en-US" b="1" dirty="0">
                <a:solidFill>
                  <a:schemeClr val="bg1"/>
                </a:solidFill>
                <a:latin typeface="+mj-ea"/>
                <a:ea typeface="微软雅黑" panose="020B0503020204020204" charset="-122"/>
                <a:cs typeface="思源黑体 CN Normal" panose="020B0400000000000000" charset="-122"/>
                <a:sym typeface="+mn-ea"/>
              </a:rPr>
              <a:t>续</a:t>
            </a:r>
            <a:r>
              <a:rPr lang="en-US" altLang="zh-CN" b="1" dirty="0">
                <a:solidFill>
                  <a:schemeClr val="bg1"/>
                </a:solidFill>
                <a:latin typeface="+mj-ea"/>
                <a:ea typeface="微软雅黑" panose="020B0503020204020204" charset="-122"/>
                <a:cs typeface="思源黑体 CN Normal" panose="020B0400000000000000" charset="-122"/>
                <a:sym typeface="+mn-ea"/>
              </a:rPr>
              <a:t>)</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2" name="Text 30"/>
          <p:cNvSpPr/>
          <p:nvPr/>
        </p:nvSpPr>
        <p:spPr>
          <a:xfrm>
            <a:off x="1147763" y="1922373"/>
            <a:ext cx="940292" cy="207749"/>
          </a:xfrm>
          <a:prstGeom prst="rect">
            <a:avLst/>
          </a:prstGeom>
          <a:noFill/>
          <a:ln/>
        </p:spPr>
        <p:txBody>
          <a:bodyPr wrap="squar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itchFamily="34" charset="-120"/>
              </a:rPr>
              <a:t>多层级监控</a:t>
            </a:r>
            <a:endParaRPr lang="en-US" sz="1350" dirty="0">
              <a:latin typeface="微软雅黑" panose="020B0503020204020204" pitchFamily="34" charset="-122"/>
              <a:ea typeface="微软雅黑" panose="020B0503020204020204" pitchFamily="34" charset="-122"/>
            </a:endParaRPr>
          </a:p>
        </p:txBody>
      </p:sp>
      <p:pic>
        <p:nvPicPr>
          <p:cNvPr id="19" name="Image 11" descr="preencoded.png"/>
          <p:cNvPicPr>
            <a:picLocks noChangeAspect="1"/>
          </p:cNvPicPr>
          <p:nvPr/>
        </p:nvPicPr>
        <p:blipFill>
          <a:blip r:embed="rId9"/>
          <a:stretch>
            <a:fillRect/>
          </a:stretch>
        </p:blipFill>
        <p:spPr>
          <a:xfrm>
            <a:off x="1481137" y="2506659"/>
            <a:ext cx="155200" cy="142875"/>
          </a:xfrm>
          <a:prstGeom prst="rect">
            <a:avLst/>
          </a:prstGeom>
        </p:spPr>
      </p:pic>
      <p:sp>
        <p:nvSpPr>
          <p:cNvPr id="20" name="Text 31"/>
          <p:cNvSpPr/>
          <p:nvPr/>
        </p:nvSpPr>
        <p:spPr>
          <a:xfrm>
            <a:off x="1731357" y="2485191"/>
            <a:ext cx="3524354" cy="184666"/>
          </a:xfrm>
          <a:prstGeom prst="rect">
            <a:avLst/>
          </a:prstGeom>
          <a:noFill/>
          <a:ln/>
        </p:spPr>
        <p:txBody>
          <a:bodyPr wrap="square" lIns="0" tIns="0" rIns="0" bIns="0" rtlCol="0" anchor="ctr">
            <a:spAutoFit/>
          </a:bodyPr>
          <a:lstStyle/>
          <a:p>
            <a:r>
              <a:rPr lang="zh-CN" altLang="zh-CN" sz="1200" dirty="0">
                <a:latin typeface="微软雅黑" panose="020B0503020204020204" pitchFamily="34" charset="-122"/>
                <a:ea typeface="微软雅黑" panose="020B0503020204020204" pitchFamily="34" charset="-122"/>
                <a:cs typeface="Noto Sans" pitchFamily="34" charset="-120"/>
              </a:rPr>
              <a:t>监控需要</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一定范围</a:t>
            </a:r>
            <a:r>
              <a:rPr lang="zh-CN" altLang="zh-CN" sz="1200" dirty="0">
                <a:latin typeface="微软雅黑" panose="020B0503020204020204" pitchFamily="34" charset="-122"/>
                <a:ea typeface="微软雅黑" panose="020B0503020204020204" pitchFamily="34" charset="-122"/>
                <a:cs typeface="Noto Sans" pitchFamily="34" charset="-120"/>
              </a:rPr>
              <a:t>的</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授权</a:t>
            </a:r>
            <a:r>
              <a:rPr lang="zh-CN" altLang="zh-CN" sz="1200" dirty="0">
                <a:latin typeface="微软雅黑" panose="020B0503020204020204" pitchFamily="34" charset="-122"/>
                <a:ea typeface="微软雅黑" panose="020B0503020204020204" pitchFamily="34" charset="-122"/>
                <a:cs typeface="Noto Sans" pitchFamily="34" charset="-120"/>
              </a:rPr>
              <a:t>，进而形成</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多层级</a:t>
            </a:r>
            <a:r>
              <a:rPr lang="zh-CN" altLang="zh-CN" sz="1200" dirty="0">
                <a:latin typeface="微软雅黑" panose="020B0503020204020204" pitchFamily="34" charset="-122"/>
                <a:ea typeface="微软雅黑" panose="020B0503020204020204" pitchFamily="34" charset="-122"/>
                <a:cs typeface="Noto Sans" pitchFamily="34" charset="-120"/>
              </a:rPr>
              <a:t>的监督</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21" name="Image 12" descr="preencoded.png"/>
          <p:cNvPicPr>
            <a:picLocks noChangeAspect="1"/>
          </p:cNvPicPr>
          <p:nvPr/>
        </p:nvPicPr>
        <p:blipFill>
          <a:blip r:embed="rId9"/>
          <a:stretch>
            <a:fillRect/>
          </a:stretch>
        </p:blipFill>
        <p:spPr>
          <a:xfrm>
            <a:off x="1481137" y="2963824"/>
            <a:ext cx="155200" cy="142875"/>
          </a:xfrm>
          <a:prstGeom prst="rect">
            <a:avLst/>
          </a:prstGeom>
        </p:spPr>
      </p:pic>
      <p:sp>
        <p:nvSpPr>
          <p:cNvPr id="22" name="Text 32"/>
          <p:cNvSpPr/>
          <p:nvPr/>
        </p:nvSpPr>
        <p:spPr>
          <a:xfrm>
            <a:off x="1731357" y="2896911"/>
            <a:ext cx="6722549" cy="244362"/>
          </a:xfrm>
          <a:prstGeom prst="rect">
            <a:avLst/>
          </a:prstGeom>
          <a:noFill/>
          <a:ln/>
        </p:spPr>
        <p:txBody>
          <a:bodyPr wrap="square" lIns="0" tIns="0" rIns="0" bIns="0" rtlCol="0" anchor="ctr">
            <a:spAutoFit/>
          </a:bodyPr>
          <a:lstStyle/>
          <a:p>
            <a:pPr>
              <a:lnSpc>
                <a:spcPct val="150000"/>
              </a:lnSpc>
            </a:pPr>
            <a:r>
              <a:rPr lang="zh-CN" altLang="zh-CN" sz="1200" dirty="0">
                <a:latin typeface="微软雅黑" panose="020B0503020204020204" pitchFamily="34" charset="-122"/>
                <a:ea typeface="微软雅黑" panose="020B0503020204020204" pitchFamily="34" charset="-122"/>
                <a:cs typeface="Noto Sans" pitchFamily="34" charset="-120"/>
              </a:rPr>
              <a:t>项目经理作为</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监控的责任主体</a:t>
            </a:r>
            <a:r>
              <a:rPr lang="zh-CN" altLang="zh-CN" sz="1200" dirty="0">
                <a:latin typeface="微软雅黑" panose="020B0503020204020204" pitchFamily="34" charset="-122"/>
                <a:ea typeface="微软雅黑" panose="020B0503020204020204" pitchFamily="34" charset="-122"/>
                <a:cs typeface="Noto Sans" pitchFamily="34" charset="-120"/>
              </a:rPr>
              <a:t>，同时也涉及</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不同层级的责任</a:t>
            </a:r>
            <a:r>
              <a:rPr lang="zh-CN" altLang="zh-CN" sz="1200" dirty="0">
                <a:latin typeface="微软雅黑" panose="020B0503020204020204" pitchFamily="34" charset="-122"/>
                <a:ea typeface="微软雅黑" panose="020B0503020204020204" pitchFamily="34" charset="-122"/>
                <a:cs typeface="Noto Sans" pitchFamily="34" charset="-120"/>
              </a:rPr>
              <a:t>和</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权力分配</a:t>
            </a:r>
            <a:r>
              <a:rPr lang="zh-CN" altLang="zh-CN" sz="1200" dirty="0">
                <a:latin typeface="微软雅黑" panose="020B0503020204020204" pitchFamily="34" charset="-122"/>
                <a:ea typeface="微软雅黑" panose="020B0503020204020204" pitchFamily="34" charset="-122"/>
                <a:cs typeface="Noto Sans" pitchFamily="34" charset="-120"/>
              </a:rPr>
              <a:t>，以及</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权力使用的监督</a:t>
            </a:r>
            <a:r>
              <a:rPr lang="zh-CN" altLang="zh-CN"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cs typeface="Noto Sans" pitchFamily="34" charset="-120"/>
            </a:endParaRPr>
          </a:p>
        </p:txBody>
      </p:sp>
      <p:sp>
        <p:nvSpPr>
          <p:cNvPr id="23" name="文本框 22">
            <a:extLst>
              <a:ext uri="{FF2B5EF4-FFF2-40B4-BE49-F238E27FC236}">
                <a16:creationId xmlns:a16="http://schemas.microsoft.com/office/drawing/2014/main" id="{2B2AEA30-08D0-DA46-E7AD-F328E10BF3A1}"/>
              </a:ext>
            </a:extLst>
          </p:cNvPr>
          <p:cNvSpPr txBox="1"/>
          <p:nvPr/>
        </p:nvSpPr>
        <p:spPr>
          <a:xfrm>
            <a:off x="1668493" y="3351123"/>
            <a:ext cx="6722549" cy="33669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rPr>
              <a:t>PM</a:t>
            </a:r>
            <a:r>
              <a:rPr lang="en-US" altLang="zh-CN" sz="1200" baseline="30000" dirty="0">
                <a:latin typeface="微软雅黑" panose="020B0503020204020204" pitchFamily="34" charset="-122"/>
                <a:ea typeface="微软雅黑" panose="020B0503020204020204" pitchFamily="34" charset="-122"/>
              </a:rPr>
              <a:t>2</a:t>
            </a:r>
            <a:r>
              <a:rPr lang="zh-CN" altLang="zh-CN" sz="1200" dirty="0">
                <a:latin typeface="微软雅黑" panose="020B0503020204020204" pitchFamily="34" charset="-122"/>
                <a:ea typeface="微软雅黑" panose="020B0503020204020204" pitchFamily="34" charset="-122"/>
                <a:cs typeface="Noto Sans" pitchFamily="34" charset="-120"/>
              </a:rPr>
              <a:t>方法论提到由</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项目经理</a:t>
            </a:r>
            <a:r>
              <a:rPr lang="zh-CN" altLang="zh-CN" sz="1200" dirty="0">
                <a:latin typeface="微软雅黑" panose="020B0503020204020204" pitchFamily="34" charset="-122"/>
                <a:ea typeface="微软雅黑" panose="020B0503020204020204" pitchFamily="34" charset="-122"/>
                <a:cs typeface="Noto Sans" pitchFamily="34" charset="-120"/>
              </a:rPr>
              <a:t>管理</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项目利益相关者</a:t>
            </a:r>
            <a:r>
              <a:rPr lang="zh-CN" altLang="zh-CN" sz="1200" dirty="0">
                <a:latin typeface="微软雅黑" panose="020B0503020204020204" pitchFamily="34" charset="-122"/>
                <a:ea typeface="微软雅黑" panose="020B0503020204020204" pitchFamily="34" charset="-122"/>
                <a:cs typeface="Noto Sans" pitchFamily="34" charset="-120"/>
              </a:rPr>
              <a:t>，</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业务经理</a:t>
            </a:r>
            <a:r>
              <a:rPr lang="zh-CN" altLang="zh-CN" sz="1200" dirty="0">
                <a:latin typeface="微软雅黑" panose="020B0503020204020204" pitchFamily="34" charset="-122"/>
                <a:ea typeface="微软雅黑" panose="020B0503020204020204" pitchFamily="34" charset="-122"/>
                <a:cs typeface="Noto Sans" pitchFamily="34" charset="-120"/>
              </a:rPr>
              <a:t>协助</a:t>
            </a:r>
            <a:r>
              <a:rPr lang="zh-CN" altLang="zh-CN" sz="1200" dirty="0">
                <a:solidFill>
                  <a:srgbClr val="FF0000"/>
                </a:solidFill>
                <a:latin typeface="微软雅黑" panose="020B0503020204020204" pitchFamily="34" charset="-122"/>
                <a:ea typeface="微软雅黑" panose="020B0503020204020204" pitchFamily="34" charset="-122"/>
                <a:cs typeface="Noto Sans" pitchFamily="34" charset="-120"/>
              </a:rPr>
              <a:t>项目经理</a:t>
            </a:r>
            <a:r>
              <a:rPr lang="zh-CN" altLang="zh-CN" sz="1200" dirty="0">
                <a:latin typeface="微软雅黑" panose="020B0503020204020204" pitchFamily="34" charset="-122"/>
                <a:ea typeface="微软雅黑" panose="020B0503020204020204" pitchFamily="34" charset="-122"/>
                <a:cs typeface="Noto Sans" pitchFamily="34" charset="-120"/>
              </a:rPr>
              <a:t>进行管理。</a:t>
            </a:r>
            <a:endParaRPr lang="zh-CN" altLang="en-US" sz="1200" dirty="0">
              <a:latin typeface="微软雅黑" panose="020B0503020204020204" pitchFamily="34" charset="-122"/>
              <a:ea typeface="微软雅黑" panose="020B0503020204020204" pitchFamily="34" charset="-122"/>
              <a:cs typeface="Noto Sans" pitchFamily="34" charset="-120"/>
            </a:endParaRPr>
          </a:p>
        </p:txBody>
      </p:sp>
      <p:sp>
        <p:nvSpPr>
          <p:cNvPr id="9" name="文本框 17">
            <a:extLst>
              <a:ext uri="{FF2B5EF4-FFF2-40B4-BE49-F238E27FC236}">
                <a16:creationId xmlns:a16="http://schemas.microsoft.com/office/drawing/2014/main" id="{2051D2E2-EA16-9A90-4FBE-FD86A60B9769}"/>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Tree>
    <p:custDataLst>
      <p:tags r:id="rId1"/>
    </p:custDataLst>
    <p:extLst>
      <p:ext uri="{BB962C8B-B14F-4D97-AF65-F5344CB8AC3E}">
        <p14:creationId xmlns:p14="http://schemas.microsoft.com/office/powerpoint/2010/main" val="11784861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B4A86-1330-AEEA-6A24-2539EC1B4535}"/>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D55F7C8A-A5A4-78A1-DAAF-2E299CD42D3B}"/>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B4ED5DE8-B065-1395-D2EF-74FF1F13AAEC}"/>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B7511E90-A531-B723-E150-B3DD17AFF6BB}"/>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5CB9AA8C-3632-F0FB-48D3-C43651AFADC6}"/>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890658B0-97C7-DBF9-E5A0-2A65987BA030}"/>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828AA942-8D5B-90E8-C033-B702599FCC79}"/>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cs typeface="思源黑体 CN Normal" panose="020B0400000000000000" charset="-122"/>
                <a:sym typeface="+mn-ea"/>
              </a:rPr>
              <a:t>项目监控的技术与方法 </a:t>
            </a:r>
            <a:r>
              <a:rPr lang="en-US" altLang="zh-CN" b="1" dirty="0">
                <a:solidFill>
                  <a:schemeClr val="bg1"/>
                </a:solidFill>
                <a:latin typeface="+mj-ea"/>
                <a:ea typeface="微软雅黑" panose="020B0503020204020204" charset="-122"/>
                <a:cs typeface="思源黑体 CN Normal" panose="020B0400000000000000" charset="-122"/>
                <a:sym typeface="+mn-ea"/>
              </a:rPr>
              <a:t>(</a:t>
            </a:r>
            <a:r>
              <a:rPr lang="zh-CN" altLang="en-US" b="1" dirty="0">
                <a:solidFill>
                  <a:schemeClr val="bg1"/>
                </a:solidFill>
                <a:latin typeface="+mj-ea"/>
                <a:ea typeface="微软雅黑" panose="020B0503020204020204" charset="-122"/>
                <a:cs typeface="思源黑体 CN Normal" panose="020B0400000000000000" charset="-122"/>
                <a:sym typeface="+mn-ea"/>
              </a:rPr>
              <a:t>续</a:t>
            </a:r>
            <a:r>
              <a:rPr lang="en-US" altLang="zh-CN" b="1" dirty="0">
                <a:solidFill>
                  <a:schemeClr val="bg1"/>
                </a:solidFill>
                <a:latin typeface="+mj-ea"/>
                <a:ea typeface="微软雅黑" panose="020B0503020204020204" charset="-122"/>
                <a:cs typeface="思源黑体 CN Normal" panose="020B0400000000000000" charset="-122"/>
                <a:sym typeface="+mn-ea"/>
              </a:rPr>
              <a:t>)</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13" name="Text 34">
            <a:extLst>
              <a:ext uri="{FF2B5EF4-FFF2-40B4-BE49-F238E27FC236}">
                <a16:creationId xmlns:a16="http://schemas.microsoft.com/office/drawing/2014/main" id="{5D529102-4E13-F4C0-E734-F82FF3E2C7F7}"/>
              </a:ext>
            </a:extLst>
          </p:cNvPr>
          <p:cNvSpPr/>
          <p:nvPr/>
        </p:nvSpPr>
        <p:spPr>
          <a:xfrm>
            <a:off x="2939847" y="1620586"/>
            <a:ext cx="1211870"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itchFamily="34" charset="-120"/>
              </a:rPr>
              <a:t>监控工具与技术</a:t>
            </a:r>
            <a:endParaRPr lang="en-US" sz="1350" dirty="0">
              <a:latin typeface="微软雅黑" panose="020B0503020204020204" pitchFamily="34" charset="-122"/>
              <a:ea typeface="微软雅黑" panose="020B0503020204020204" pitchFamily="34" charset="-122"/>
            </a:endParaRPr>
          </a:p>
        </p:txBody>
      </p:sp>
      <p:pic>
        <p:nvPicPr>
          <p:cNvPr id="14" name="Image 13" descr="preencoded.png">
            <a:extLst>
              <a:ext uri="{FF2B5EF4-FFF2-40B4-BE49-F238E27FC236}">
                <a16:creationId xmlns:a16="http://schemas.microsoft.com/office/drawing/2014/main" id="{D43B2E3F-700A-CCEF-4B8C-AC0B67D3F4D8}"/>
              </a:ext>
            </a:extLst>
          </p:cNvPr>
          <p:cNvPicPr>
            <a:picLocks noChangeAspect="1"/>
          </p:cNvPicPr>
          <p:nvPr/>
        </p:nvPicPr>
        <p:blipFill>
          <a:blip r:embed="rId9"/>
          <a:stretch>
            <a:fillRect/>
          </a:stretch>
        </p:blipFill>
        <p:spPr>
          <a:xfrm>
            <a:off x="2939847" y="2124872"/>
            <a:ext cx="142875" cy="142875"/>
          </a:xfrm>
          <a:prstGeom prst="rect">
            <a:avLst/>
          </a:prstGeom>
        </p:spPr>
      </p:pic>
      <p:sp>
        <p:nvSpPr>
          <p:cNvPr id="51" name="Text 35">
            <a:extLst>
              <a:ext uri="{FF2B5EF4-FFF2-40B4-BE49-F238E27FC236}">
                <a16:creationId xmlns:a16="http://schemas.microsoft.com/office/drawing/2014/main" id="{1E58C92B-FFC2-29D0-B83D-678A022F33E3}"/>
              </a:ext>
            </a:extLst>
          </p:cNvPr>
          <p:cNvSpPr/>
          <p:nvPr/>
        </p:nvSpPr>
        <p:spPr>
          <a:xfrm>
            <a:off x="3189878" y="2110227"/>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挣值管理</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52" name="Text 36">
            <a:extLst>
              <a:ext uri="{FF2B5EF4-FFF2-40B4-BE49-F238E27FC236}">
                <a16:creationId xmlns:a16="http://schemas.microsoft.com/office/drawing/2014/main" id="{B1DEE73B-3D56-AB2C-20CD-06FDCE380AAC}"/>
              </a:ext>
            </a:extLst>
          </p:cNvPr>
          <p:cNvSpPr/>
          <p:nvPr/>
        </p:nvSpPr>
        <p:spPr>
          <a:xfrm>
            <a:off x="3797238" y="2110227"/>
            <a:ext cx="2616101"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整合范围、进度和成本的监控技术</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53" name="Image 14" descr="preencoded.png">
            <a:extLst>
              <a:ext uri="{FF2B5EF4-FFF2-40B4-BE49-F238E27FC236}">
                <a16:creationId xmlns:a16="http://schemas.microsoft.com/office/drawing/2014/main" id="{7C0D8ADC-F34D-CB2E-EFCA-19EA188B938F}"/>
              </a:ext>
            </a:extLst>
          </p:cNvPr>
          <p:cNvPicPr>
            <a:picLocks noChangeAspect="1"/>
          </p:cNvPicPr>
          <p:nvPr/>
        </p:nvPicPr>
        <p:blipFill>
          <a:blip r:embed="rId9"/>
          <a:stretch>
            <a:fillRect/>
          </a:stretch>
        </p:blipFill>
        <p:spPr>
          <a:xfrm>
            <a:off x="2939847" y="2505166"/>
            <a:ext cx="142875" cy="142875"/>
          </a:xfrm>
          <a:prstGeom prst="rect">
            <a:avLst/>
          </a:prstGeom>
        </p:spPr>
      </p:pic>
      <p:sp>
        <p:nvSpPr>
          <p:cNvPr id="54" name="Text 37">
            <a:extLst>
              <a:ext uri="{FF2B5EF4-FFF2-40B4-BE49-F238E27FC236}">
                <a16:creationId xmlns:a16="http://schemas.microsoft.com/office/drawing/2014/main" id="{523909CC-ACAE-63A0-09CD-68D2BB3D9262}"/>
              </a:ext>
            </a:extLst>
          </p:cNvPr>
          <p:cNvSpPr/>
          <p:nvPr/>
        </p:nvSpPr>
        <p:spPr>
          <a:xfrm>
            <a:off x="3189878" y="2490521"/>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趋势分析</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55" name="Text 38">
            <a:extLst>
              <a:ext uri="{FF2B5EF4-FFF2-40B4-BE49-F238E27FC236}">
                <a16:creationId xmlns:a16="http://schemas.microsoft.com/office/drawing/2014/main" id="{EFDF7925-DA15-8E94-D6C9-D2B3C00B960A}"/>
              </a:ext>
            </a:extLst>
          </p:cNvPr>
          <p:cNvSpPr/>
          <p:nvPr/>
        </p:nvSpPr>
        <p:spPr>
          <a:xfrm>
            <a:off x="3779308" y="2490521"/>
            <a:ext cx="2462213"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分析项目绩效随时间的变化趋势</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56" name="Image 15" descr="preencoded.png">
            <a:extLst>
              <a:ext uri="{FF2B5EF4-FFF2-40B4-BE49-F238E27FC236}">
                <a16:creationId xmlns:a16="http://schemas.microsoft.com/office/drawing/2014/main" id="{98C7DFD2-D8B0-2577-9CDD-A7B2462B8D2E}"/>
              </a:ext>
            </a:extLst>
          </p:cNvPr>
          <p:cNvPicPr>
            <a:picLocks noChangeAspect="1"/>
          </p:cNvPicPr>
          <p:nvPr/>
        </p:nvPicPr>
        <p:blipFill>
          <a:blip r:embed="rId9"/>
          <a:stretch>
            <a:fillRect/>
          </a:stretch>
        </p:blipFill>
        <p:spPr>
          <a:xfrm>
            <a:off x="2939847" y="2892411"/>
            <a:ext cx="142875" cy="142875"/>
          </a:xfrm>
          <a:prstGeom prst="rect">
            <a:avLst/>
          </a:prstGeom>
        </p:spPr>
      </p:pic>
      <p:sp>
        <p:nvSpPr>
          <p:cNvPr id="57" name="Text 39">
            <a:extLst>
              <a:ext uri="{FF2B5EF4-FFF2-40B4-BE49-F238E27FC236}">
                <a16:creationId xmlns:a16="http://schemas.microsoft.com/office/drawing/2014/main" id="{86244297-42C8-FE12-EE16-B217026B7BB4}"/>
              </a:ext>
            </a:extLst>
          </p:cNvPr>
          <p:cNvSpPr/>
          <p:nvPr/>
        </p:nvSpPr>
        <p:spPr>
          <a:xfrm>
            <a:off x="3189878" y="2877766"/>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偏差分析</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58" name="Text 40">
            <a:extLst>
              <a:ext uri="{FF2B5EF4-FFF2-40B4-BE49-F238E27FC236}">
                <a16:creationId xmlns:a16="http://schemas.microsoft.com/office/drawing/2014/main" id="{181DB946-2170-D41D-984A-932673DC3D1A}"/>
              </a:ext>
            </a:extLst>
          </p:cNvPr>
          <p:cNvSpPr/>
          <p:nvPr/>
        </p:nvSpPr>
        <p:spPr>
          <a:xfrm>
            <a:off x="3788273" y="2877766"/>
            <a:ext cx="2462213"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比较实际绩效与计划绩效的差异</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15" name="Image 16" descr="preencoded.png">
            <a:extLst>
              <a:ext uri="{FF2B5EF4-FFF2-40B4-BE49-F238E27FC236}">
                <a16:creationId xmlns:a16="http://schemas.microsoft.com/office/drawing/2014/main" id="{B118DB33-C56E-1E74-ED15-8770AAA4C183}"/>
              </a:ext>
            </a:extLst>
          </p:cNvPr>
          <p:cNvPicPr>
            <a:picLocks noChangeAspect="1"/>
          </p:cNvPicPr>
          <p:nvPr/>
        </p:nvPicPr>
        <p:blipFill>
          <a:blip r:embed="rId9"/>
          <a:stretch>
            <a:fillRect/>
          </a:stretch>
        </p:blipFill>
        <p:spPr>
          <a:xfrm>
            <a:off x="2943469" y="3255630"/>
            <a:ext cx="142875" cy="142875"/>
          </a:xfrm>
          <a:prstGeom prst="rect">
            <a:avLst/>
          </a:prstGeom>
        </p:spPr>
      </p:pic>
      <p:sp>
        <p:nvSpPr>
          <p:cNvPr id="60" name="Text 41">
            <a:extLst>
              <a:ext uri="{FF2B5EF4-FFF2-40B4-BE49-F238E27FC236}">
                <a16:creationId xmlns:a16="http://schemas.microsoft.com/office/drawing/2014/main" id="{30F80B6B-0382-5E7C-87D3-78043E0300CE}"/>
              </a:ext>
            </a:extLst>
          </p:cNvPr>
          <p:cNvSpPr/>
          <p:nvPr/>
        </p:nvSpPr>
        <p:spPr>
          <a:xfrm>
            <a:off x="3193500" y="3240985"/>
            <a:ext cx="923330"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关键路径分析</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61" name="Text 42">
            <a:extLst>
              <a:ext uri="{FF2B5EF4-FFF2-40B4-BE49-F238E27FC236}">
                <a16:creationId xmlns:a16="http://schemas.microsoft.com/office/drawing/2014/main" id="{72003C5F-6259-D6AB-D0FA-7A2E5DE2E3AC}"/>
              </a:ext>
            </a:extLst>
          </p:cNvPr>
          <p:cNvSpPr/>
          <p:nvPr/>
        </p:nvSpPr>
        <p:spPr>
          <a:xfrm>
            <a:off x="4116830" y="3232020"/>
            <a:ext cx="2154436"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监控项目关键路径上的活动</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62" name="Image 17" descr="preencoded.png">
            <a:extLst>
              <a:ext uri="{FF2B5EF4-FFF2-40B4-BE49-F238E27FC236}">
                <a16:creationId xmlns:a16="http://schemas.microsoft.com/office/drawing/2014/main" id="{BCE1D981-C321-8CC9-C9FB-00A65E5A7258}"/>
              </a:ext>
            </a:extLst>
          </p:cNvPr>
          <p:cNvPicPr>
            <a:picLocks noChangeAspect="1"/>
          </p:cNvPicPr>
          <p:nvPr/>
        </p:nvPicPr>
        <p:blipFill>
          <a:blip r:embed="rId9"/>
          <a:stretch>
            <a:fillRect/>
          </a:stretch>
        </p:blipFill>
        <p:spPr>
          <a:xfrm>
            <a:off x="2932456" y="3621409"/>
            <a:ext cx="142875" cy="142875"/>
          </a:xfrm>
          <a:prstGeom prst="rect">
            <a:avLst/>
          </a:prstGeom>
        </p:spPr>
      </p:pic>
      <p:sp>
        <p:nvSpPr>
          <p:cNvPr id="63" name="Text 43">
            <a:extLst>
              <a:ext uri="{FF2B5EF4-FFF2-40B4-BE49-F238E27FC236}">
                <a16:creationId xmlns:a16="http://schemas.microsoft.com/office/drawing/2014/main" id="{7F46D60A-38A0-8D40-245D-94594DBBAFDC}"/>
              </a:ext>
            </a:extLst>
          </p:cNvPr>
          <p:cNvSpPr/>
          <p:nvPr/>
        </p:nvSpPr>
        <p:spPr>
          <a:xfrm>
            <a:off x="3182487" y="3606764"/>
            <a:ext cx="1231106"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项目管理信息系统</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64" name="Text 44">
            <a:extLst>
              <a:ext uri="{FF2B5EF4-FFF2-40B4-BE49-F238E27FC236}">
                <a16:creationId xmlns:a16="http://schemas.microsoft.com/office/drawing/2014/main" id="{B91D2AD9-CF13-C3B3-EB97-C1E09F4EAFC9}"/>
              </a:ext>
            </a:extLst>
          </p:cNvPr>
          <p:cNvSpPr/>
          <p:nvPr/>
        </p:nvSpPr>
        <p:spPr>
          <a:xfrm>
            <a:off x="4395140" y="3597799"/>
            <a:ext cx="2616101"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支持数据收集、分析和报告的工具</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65" name="Image 18" descr="preencoded.png">
            <a:extLst>
              <a:ext uri="{FF2B5EF4-FFF2-40B4-BE49-F238E27FC236}">
                <a16:creationId xmlns:a16="http://schemas.microsoft.com/office/drawing/2014/main" id="{DB2B93B8-F755-4911-2D6F-2EFB2ED56C14}"/>
              </a:ext>
            </a:extLst>
          </p:cNvPr>
          <p:cNvPicPr>
            <a:picLocks noChangeAspect="1"/>
          </p:cNvPicPr>
          <p:nvPr/>
        </p:nvPicPr>
        <p:blipFill>
          <a:blip r:embed="rId9"/>
          <a:stretch>
            <a:fillRect/>
          </a:stretch>
        </p:blipFill>
        <p:spPr>
          <a:xfrm>
            <a:off x="2943944" y="3987058"/>
            <a:ext cx="142875" cy="142875"/>
          </a:xfrm>
          <a:prstGeom prst="rect">
            <a:avLst/>
          </a:prstGeom>
        </p:spPr>
      </p:pic>
      <p:sp>
        <p:nvSpPr>
          <p:cNvPr id="66" name="Text 45">
            <a:extLst>
              <a:ext uri="{FF2B5EF4-FFF2-40B4-BE49-F238E27FC236}">
                <a16:creationId xmlns:a16="http://schemas.microsoft.com/office/drawing/2014/main" id="{2DE2696A-661F-91BC-DA0F-59E66D040581}"/>
              </a:ext>
            </a:extLst>
          </p:cNvPr>
          <p:cNvSpPr/>
          <p:nvPr/>
        </p:nvSpPr>
        <p:spPr>
          <a:xfrm>
            <a:off x="3193975" y="3972413"/>
            <a:ext cx="461665"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仪表盘</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16" name="Text 46">
            <a:extLst>
              <a:ext uri="{FF2B5EF4-FFF2-40B4-BE49-F238E27FC236}">
                <a16:creationId xmlns:a16="http://schemas.microsoft.com/office/drawing/2014/main" id="{DB7F0DFA-58E7-4296-9C77-88F4977B84D7}"/>
              </a:ext>
            </a:extLst>
          </p:cNvPr>
          <p:cNvSpPr/>
          <p:nvPr/>
        </p:nvSpPr>
        <p:spPr>
          <a:xfrm>
            <a:off x="3640530" y="3972413"/>
            <a:ext cx="2616101"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直观显示项目状态和关键绩效指标</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sp>
        <p:nvSpPr>
          <p:cNvPr id="9" name="文本框 17">
            <a:extLst>
              <a:ext uri="{FF2B5EF4-FFF2-40B4-BE49-F238E27FC236}">
                <a16:creationId xmlns:a16="http://schemas.microsoft.com/office/drawing/2014/main" id="{E633158A-8F5C-2C4B-18DA-72B8CC8D2597}"/>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5.2</a:t>
            </a:r>
          </a:p>
        </p:txBody>
      </p:sp>
    </p:spTree>
    <p:custDataLst>
      <p:tags r:id="rId1"/>
    </p:custDataLst>
    <p:extLst>
      <p:ext uri="{BB962C8B-B14F-4D97-AF65-F5344CB8AC3E}">
        <p14:creationId xmlns:p14="http://schemas.microsoft.com/office/powerpoint/2010/main" val="3456437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
          <p:cNvPicPr>
            <a:picLocks noChangeAspect="1"/>
          </p:cNvPicPr>
          <p:nvPr/>
        </p:nvPicPr>
        <p:blipFill>
          <a:blip r:embed="rId13"/>
          <a:srcRect t="9498" b="6285"/>
          <a:stretch>
            <a:fillRect/>
          </a:stretch>
        </p:blipFill>
        <p:spPr>
          <a:xfrm>
            <a:off x="-8572" y="0"/>
            <a:ext cx="9160669" cy="5143500"/>
          </a:xfrm>
          <a:prstGeom prst="rect">
            <a:avLst/>
          </a:prstGeom>
        </p:spPr>
      </p:pic>
      <p:sp>
        <p:nvSpPr>
          <p:cNvPr id="2" name="矩形 1"/>
          <p:cNvSpPr/>
          <p:nvPr>
            <p:custDataLst>
              <p:tags r:id="rId2"/>
            </p:custDataLst>
          </p:nvPr>
        </p:nvSpPr>
        <p:spPr>
          <a:xfrm>
            <a:off x="-8097" y="-476"/>
            <a:ext cx="9160193" cy="5143976"/>
          </a:xfrm>
          <a:prstGeom prst="rect">
            <a:avLst/>
          </a:prstGeom>
          <a:solidFill>
            <a:schemeClr val="accent1">
              <a:lumMod val="40000"/>
              <a:lumOff val="6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zh-CN" altLang="en-US" sz="1013">
              <a:solidFill>
                <a:schemeClr val="lt1"/>
              </a:solidFill>
              <a:cs typeface="思源黑体 CN Normal" panose="020B0400000000000000" charset="-122"/>
            </a:endParaRPr>
          </a:p>
        </p:txBody>
      </p:sp>
      <p:sp>
        <p:nvSpPr>
          <p:cNvPr id="9" name="单圆角矩形 8"/>
          <p:cNvSpPr/>
          <p:nvPr>
            <p:custDataLst>
              <p:tags r:id="rId3"/>
            </p:custDataLst>
          </p:nvPr>
        </p:nvSpPr>
        <p:spPr>
          <a:xfrm>
            <a:off x="0" y="1857375"/>
            <a:ext cx="9144000" cy="1431608"/>
          </a:xfrm>
          <a:prstGeom prst="round1Rect">
            <a:avLst>
              <a:gd name="adj" fmla="val 0"/>
            </a:avLst>
          </a:prstGeom>
          <a:solidFill>
            <a:srgbClr val="5F85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zh-CN" altLang="en-US" sz="1013">
              <a:solidFill>
                <a:schemeClr val="lt1"/>
              </a:solidFill>
              <a:cs typeface="思源黑体 CN Normal" panose="020B0400000000000000" charset="-122"/>
            </a:endParaRPr>
          </a:p>
        </p:txBody>
      </p:sp>
      <p:sp>
        <p:nvSpPr>
          <p:cNvPr id="5" name="单圆角矩形 4"/>
          <p:cNvSpPr/>
          <p:nvPr>
            <p:custDataLst>
              <p:tags r:id="rId4"/>
            </p:custDataLst>
          </p:nvPr>
        </p:nvSpPr>
        <p:spPr>
          <a:xfrm>
            <a:off x="169546" y="1857375"/>
            <a:ext cx="5305901" cy="1431608"/>
          </a:xfrm>
          <a:prstGeom prst="round1Rect">
            <a:avLst>
              <a:gd name="adj" fmla="val 0"/>
            </a:avLst>
          </a:prstGeom>
          <a:solidFill>
            <a:srgbClr val="5159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zh-CN" altLang="en-US" sz="1013">
              <a:solidFill>
                <a:schemeClr val="lt1"/>
              </a:solidFill>
              <a:cs typeface="思源黑体 CN Normal" panose="020B0400000000000000" charset="-122"/>
            </a:endParaRPr>
          </a:p>
        </p:txBody>
      </p:sp>
      <p:pic>
        <p:nvPicPr>
          <p:cNvPr id="3" name="图片 2" descr="底图-04"/>
          <p:cNvPicPr>
            <a:picLocks noChangeAspect="1"/>
          </p:cNvPicPr>
          <p:nvPr>
            <p:custDataLst>
              <p:tags r:id="rId5"/>
            </p:custDataLst>
          </p:nvPr>
        </p:nvPicPr>
        <p:blipFill>
          <a:blip r:embed="rId14"/>
          <a:srcRect r="4676"/>
          <a:stretch>
            <a:fillRect/>
          </a:stretch>
        </p:blipFill>
        <p:spPr>
          <a:xfrm>
            <a:off x="267176" y="2155031"/>
            <a:ext cx="5204460" cy="1234440"/>
          </a:xfrm>
          <a:prstGeom prst="rect">
            <a:avLst/>
          </a:prstGeom>
        </p:spPr>
      </p:pic>
      <p:cxnSp>
        <p:nvCxnSpPr>
          <p:cNvPr id="7" name="直接连接符 6"/>
          <p:cNvCxnSpPr/>
          <p:nvPr>
            <p:custDataLst>
              <p:tags r:id="rId6"/>
            </p:custDataLst>
          </p:nvPr>
        </p:nvCxnSpPr>
        <p:spPr>
          <a:xfrm>
            <a:off x="1481853" y="2623185"/>
            <a:ext cx="1198721" cy="0"/>
          </a:xfrm>
          <a:prstGeom prst="line">
            <a:avLst/>
          </a:prstGeom>
          <a:ln w="63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17"/>
          <p:cNvSpPr txBox="1"/>
          <p:nvPr/>
        </p:nvSpPr>
        <p:spPr>
          <a:xfrm>
            <a:off x="1410653" y="2174411"/>
            <a:ext cx="2905238" cy="415498"/>
          </a:xfrm>
          <a:prstGeom prst="rect">
            <a:avLst/>
          </a:prstGeom>
          <a:noFill/>
          <a:ln w="9525">
            <a:noFill/>
          </a:ln>
        </p:spPr>
        <p:txBody>
          <a:bodyPr wrap="square" lIns="91440" tIns="45720" rIns="91440" bIns="45720" anchor="ctr" anchorCtr="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fontAlgn="ctr"/>
            <a:r>
              <a:rPr lang="zh-CN" altLang="en-US" sz="2100" b="1">
                <a:solidFill>
                  <a:schemeClr val="bg1"/>
                </a:solidFill>
                <a:latin typeface="微软雅黑"/>
                <a:ea typeface="微软雅黑"/>
                <a:cs typeface="思源黑体 CN Normal" panose="020B0400000000000000" charset="-122"/>
              </a:rPr>
              <a:t>项目组织与关键角色</a:t>
            </a:r>
          </a:p>
        </p:txBody>
      </p:sp>
      <p:sp>
        <p:nvSpPr>
          <p:cNvPr id="13" name="文本框 17"/>
          <p:cNvSpPr txBox="1"/>
          <p:nvPr>
            <p:custDataLst>
              <p:tags r:id="rId7"/>
            </p:custDataLst>
          </p:nvPr>
        </p:nvSpPr>
        <p:spPr>
          <a:xfrm>
            <a:off x="169545" y="2322867"/>
            <a:ext cx="1367790" cy="600164"/>
          </a:xfrm>
          <a:prstGeom prst="rect">
            <a:avLst/>
          </a:prstGeom>
          <a:noFill/>
          <a:ln w="9525">
            <a:noFill/>
          </a:ln>
        </p:spPr>
        <p:txBody>
          <a:bodyPr wrap="square" lIns="91440" tIns="45720" rIns="91440" bIns="45720" anchor="ctr" anchorCtr="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fontAlgn="ctr"/>
            <a:r>
              <a:rPr lang="zh-CN" altLang="en-US" sz="3300" b="1">
                <a:solidFill>
                  <a:schemeClr val="bg1"/>
                </a:solidFill>
                <a:latin typeface="微软雅黑"/>
                <a:ea typeface="微软雅黑"/>
                <a:cs typeface="思源黑体 CN Normal" panose="020B0400000000000000" charset="-122"/>
              </a:rPr>
              <a:t>章节6</a:t>
            </a:r>
            <a:endParaRPr lang="en-US" altLang="zh-CN" sz="3300" b="1">
              <a:solidFill>
                <a:schemeClr val="bg1"/>
              </a:solidFill>
              <a:latin typeface="微软雅黑" panose="020B0503020204020204" charset="-122"/>
              <a:ea typeface="微软雅黑" panose="020B0503020204020204" charset="-122"/>
              <a:cs typeface="思源黑体 CN Normal" panose="020B0400000000000000" charset="-122"/>
            </a:endParaRPr>
          </a:p>
        </p:txBody>
      </p:sp>
      <p:pic>
        <p:nvPicPr>
          <p:cNvPr id="11" name="图片 10" descr="6"/>
          <p:cNvPicPr>
            <a:picLocks noChangeAspect="1"/>
          </p:cNvPicPr>
          <p:nvPr>
            <p:custDataLst>
              <p:tags r:id="rId8"/>
            </p:custDataLst>
          </p:nvPr>
        </p:nvPicPr>
        <p:blipFill>
          <a:blip r:embed="rId13"/>
          <a:srcRect l="16441" r="16441"/>
          <a:stretch>
            <a:fillRect/>
          </a:stretch>
        </p:blipFill>
        <p:spPr>
          <a:xfrm>
            <a:off x="5471549" y="1220952"/>
            <a:ext cx="2700000" cy="2700000"/>
          </a:xfrm>
          <a:prstGeom prst="rect">
            <a:avLst/>
          </a:prstGeom>
        </p:spPr>
      </p:pic>
      <p:pic>
        <p:nvPicPr>
          <p:cNvPr id="14" name="图片 13" descr="校标、校名-透空2"/>
          <p:cNvPicPr>
            <a:picLocks noChangeAspect="1"/>
          </p:cNvPicPr>
          <p:nvPr userDrawn="1">
            <p:custDataLst>
              <p:tags r:id="rId9"/>
            </p:custDataLst>
          </p:nvPr>
        </p:nvPicPr>
        <p:blipFill>
          <a:blip r:embed="rId15"/>
          <a:stretch>
            <a:fillRect/>
          </a:stretch>
        </p:blipFill>
        <p:spPr>
          <a:xfrm>
            <a:off x="231458" y="293847"/>
            <a:ext cx="1080000" cy="345977"/>
          </a:xfrm>
          <a:prstGeom prst="rect">
            <a:avLst/>
          </a:prstGeom>
          <a:noFill/>
          <a:effectLst>
            <a:outerShdw blurRad="12700" dist="25400" dir="2700000" sx="99000" sy="99000" algn="tl" rotWithShape="0">
              <a:prstClr val="black">
                <a:alpha val="25000"/>
              </a:prstClr>
            </a:outerShdw>
          </a:effectLst>
        </p:spPr>
      </p:pic>
      <p:pic>
        <p:nvPicPr>
          <p:cNvPr id="15" name="图片 14" descr="底图-11"/>
          <p:cNvPicPr>
            <a:picLocks noChangeAspect="1"/>
          </p:cNvPicPr>
          <p:nvPr>
            <p:custDataLst>
              <p:tags r:id="rId10"/>
            </p:custDataLst>
          </p:nvPr>
        </p:nvPicPr>
        <p:blipFill>
          <a:blip r:embed="rId16"/>
          <a:stretch>
            <a:fillRect/>
          </a:stretch>
        </p:blipFill>
        <p:spPr>
          <a:xfrm>
            <a:off x="6452711" y="172403"/>
            <a:ext cx="1403033" cy="588645"/>
          </a:xfrm>
          <a:prstGeom prst="rect">
            <a:avLst/>
          </a:prstGeom>
          <a:effectLst>
            <a:outerShdw blurRad="50800" dist="12700" dir="2700000" algn="tl" rotWithShape="0">
              <a:prstClr val="black">
                <a:alpha val="40000"/>
              </a:prstClr>
            </a:outerShdw>
          </a:effectLst>
        </p:spPr>
      </p:pic>
      <p:pic>
        <p:nvPicPr>
          <p:cNvPr id="16" name="图片 15" descr="未标题-2_画板 1"/>
          <p:cNvPicPr>
            <a:picLocks noChangeAspect="1"/>
          </p:cNvPicPr>
          <p:nvPr>
            <p:custDataLst>
              <p:tags r:id="rId11"/>
            </p:custDataLst>
          </p:nvPr>
        </p:nvPicPr>
        <p:blipFill>
          <a:blip r:embed="rId17"/>
          <a:stretch>
            <a:fillRect/>
          </a:stretch>
        </p:blipFill>
        <p:spPr>
          <a:xfrm>
            <a:off x="7660957" y="272415"/>
            <a:ext cx="1403033" cy="423863"/>
          </a:xfrm>
          <a:prstGeom prst="rect">
            <a:avLst/>
          </a:prstGeom>
          <a:effectLst>
            <a:outerShdw blurRad="50800" dist="12700" dir="2700000" algn="tl" rotWithShape="0">
              <a:prstClr val="black">
                <a:alpha val="40000"/>
              </a:prstClr>
            </a:outerShdw>
          </a:effectLst>
        </p:spPr>
      </p:pic>
    </p:spTree>
    <p:custDataLst>
      <p:tags r:id="rId1"/>
    </p:custDataLst>
    <p:extLst>
      <p:ext uri="{BB962C8B-B14F-4D97-AF65-F5344CB8AC3E}">
        <p14:creationId xmlns:p14="http://schemas.microsoft.com/office/powerpoint/2010/main" val="6693769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B0E28-2434-5B49-64D7-6F760C481031}"/>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1D60DE7D-20A5-7715-F3A8-860A600E1813}"/>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9B1DB149-4AF0-4490-D20C-A5657050808E}"/>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59F2F704-0181-B84B-D643-DF9434EA02A1}"/>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843FC05C-6A0A-7D85-76E8-195068252F0B}"/>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7619FDE4-6425-9AA2-8FA7-0091D3CBC0A7}"/>
              </a:ext>
            </a:extLst>
          </p:cNvPr>
          <p:cNvPicPr>
            <a:picLocks noChangeAspect="1"/>
          </p:cNvPicPr>
          <p:nvPr>
            <p:custDataLst>
              <p:tags r:id="rId4"/>
            </p:custDataLst>
          </p:nvPr>
        </p:nvPicPr>
        <p:blipFill>
          <a:blip r:embed="rId7">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95AC8CCB-18F8-4831-DA8A-4C9FB52E1408}"/>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mj-ea"/>
                <a:cs typeface="微软雅黑" panose="020B0503020204020204" charset="-122"/>
                <a:sym typeface="+mn-ea"/>
              </a:rPr>
              <a:t>第六章概述</a:t>
            </a:r>
            <a:endParaRPr lang="zh-CN" altLang="en-US" b="1" dirty="0">
              <a:solidFill>
                <a:schemeClr val="bg1"/>
              </a:solidFill>
              <a:latin typeface="微软雅黑" panose="020B0503020204020204" charset="-122"/>
              <a:ea typeface="微软雅黑" panose="020B0503020204020204" charset="-122"/>
              <a:cs typeface="思源黑体 CN Normal" panose="020B0400000000000000" charset="-122"/>
              <a:sym typeface="+mn-ea"/>
            </a:endParaRPr>
          </a:p>
        </p:txBody>
      </p:sp>
      <p:sp>
        <p:nvSpPr>
          <p:cNvPr id="15" name="Text 3">
            <a:extLst>
              <a:ext uri="{FF2B5EF4-FFF2-40B4-BE49-F238E27FC236}">
                <a16:creationId xmlns:a16="http://schemas.microsoft.com/office/drawing/2014/main" id="{3653A7AD-0908-EF53-5BBE-4588F8998716}"/>
              </a:ext>
            </a:extLst>
          </p:cNvPr>
          <p:cNvSpPr/>
          <p:nvPr/>
        </p:nvSpPr>
        <p:spPr>
          <a:xfrm>
            <a:off x="987299" y="1200501"/>
            <a:ext cx="1179658" cy="207749"/>
          </a:xfrm>
          <a:prstGeom prst="rect">
            <a:avLst/>
          </a:prstGeom>
          <a:noFill/>
          <a:ln/>
        </p:spPr>
        <p:txBody>
          <a:bodyPr wrap="squar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itchFamily="34" charset="-120"/>
              </a:rPr>
              <a:t>章节内容简介</a:t>
            </a:r>
            <a:endParaRPr lang="en-US" sz="1350" dirty="0">
              <a:latin typeface="微软雅黑" panose="020B0503020204020204" pitchFamily="34" charset="-122"/>
              <a:ea typeface="微软雅黑" panose="020B0503020204020204" pitchFamily="34" charset="-122"/>
            </a:endParaRPr>
          </a:p>
        </p:txBody>
      </p:sp>
      <p:sp>
        <p:nvSpPr>
          <p:cNvPr id="24" name="Text 12">
            <a:extLst>
              <a:ext uri="{FF2B5EF4-FFF2-40B4-BE49-F238E27FC236}">
                <a16:creationId xmlns:a16="http://schemas.microsoft.com/office/drawing/2014/main" id="{0799BF82-50CF-879A-E237-438E20C5E03B}"/>
              </a:ext>
            </a:extLst>
          </p:cNvPr>
          <p:cNvSpPr/>
          <p:nvPr/>
        </p:nvSpPr>
        <p:spPr>
          <a:xfrm>
            <a:off x="987299" y="2788344"/>
            <a:ext cx="1316304" cy="207749"/>
          </a:xfrm>
          <a:prstGeom prst="rect">
            <a:avLst/>
          </a:prstGeom>
          <a:noFill/>
          <a:ln/>
        </p:spPr>
        <p:txBody>
          <a:bodyPr wrap="squar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itchFamily="34" charset="-120"/>
              </a:rPr>
              <a:t>主要知识点概览</a:t>
            </a:r>
            <a:endParaRPr lang="en-US" sz="1350" dirty="0">
              <a:latin typeface="微软雅黑" panose="020B0503020204020204" pitchFamily="34" charset="-122"/>
              <a:ea typeface="微软雅黑" panose="020B0503020204020204" pitchFamily="34" charset="-122"/>
            </a:endParaRPr>
          </a:p>
        </p:txBody>
      </p:sp>
      <p:sp>
        <p:nvSpPr>
          <p:cNvPr id="34" name="Text 18">
            <a:extLst>
              <a:ext uri="{FF2B5EF4-FFF2-40B4-BE49-F238E27FC236}">
                <a16:creationId xmlns:a16="http://schemas.microsoft.com/office/drawing/2014/main" id="{6AA8869B-87B0-D728-0DE4-CE16E8BD48B1}"/>
              </a:ext>
            </a:extLst>
          </p:cNvPr>
          <p:cNvSpPr/>
          <p:nvPr/>
        </p:nvSpPr>
        <p:spPr>
          <a:xfrm>
            <a:off x="5245283" y="1200501"/>
            <a:ext cx="1238091" cy="207749"/>
          </a:xfrm>
          <a:prstGeom prst="rect">
            <a:avLst/>
          </a:prstGeom>
          <a:noFill/>
          <a:ln/>
        </p:spPr>
        <p:txBody>
          <a:bodyPr wrap="square" lIns="0" tIns="0" rIns="0" bIns="0" rtlCol="0" anchor="ctr">
            <a:spAutoFit/>
          </a:bodyPr>
          <a:lstStyle/>
          <a:p>
            <a:pPr marL="0" indent="0">
              <a:buNone/>
            </a:pPr>
            <a:r>
              <a:rPr lang="en-US" sz="1350" b="1" dirty="0" err="1">
                <a:solidFill>
                  <a:srgbClr val="0066CC"/>
                </a:solidFill>
                <a:latin typeface="微软雅黑" panose="020B0503020204020204" pitchFamily="34" charset="-122"/>
                <a:ea typeface="微软雅黑" panose="020B0503020204020204" pitchFamily="34" charset="-122"/>
                <a:cs typeface="Noto Sans" pitchFamily="34" charset="-120"/>
              </a:rPr>
              <a:t>知识体系覆盖</a:t>
            </a:r>
            <a:endParaRPr lang="en-US" sz="1350" dirty="0">
              <a:latin typeface="微软雅黑" panose="020B0503020204020204" pitchFamily="34" charset="-122"/>
              <a:ea typeface="微软雅黑" panose="020B0503020204020204" pitchFamily="34" charset="-122"/>
            </a:endParaRPr>
          </a:p>
        </p:txBody>
      </p:sp>
      <p:pic>
        <p:nvPicPr>
          <p:cNvPr id="35" name="Image 5" descr="preencoded.png">
            <a:extLst>
              <a:ext uri="{FF2B5EF4-FFF2-40B4-BE49-F238E27FC236}">
                <a16:creationId xmlns:a16="http://schemas.microsoft.com/office/drawing/2014/main" id="{0B4BED18-1197-262D-F734-D618A3500D65}"/>
              </a:ext>
            </a:extLst>
          </p:cNvPr>
          <p:cNvPicPr>
            <a:picLocks noChangeAspect="1"/>
          </p:cNvPicPr>
          <p:nvPr/>
        </p:nvPicPr>
        <p:blipFill>
          <a:blip r:embed="rId8"/>
          <a:stretch>
            <a:fillRect/>
          </a:stretch>
        </p:blipFill>
        <p:spPr>
          <a:xfrm>
            <a:off x="5263143" y="1607948"/>
            <a:ext cx="121693" cy="142875"/>
          </a:xfrm>
          <a:prstGeom prst="rect">
            <a:avLst/>
          </a:prstGeom>
        </p:spPr>
      </p:pic>
      <p:sp>
        <p:nvSpPr>
          <p:cNvPr id="36" name="Text 19">
            <a:extLst>
              <a:ext uri="{FF2B5EF4-FFF2-40B4-BE49-F238E27FC236}">
                <a16:creationId xmlns:a16="http://schemas.microsoft.com/office/drawing/2014/main" id="{458D3E19-20B7-2E2B-CF8A-417A284EB405}"/>
              </a:ext>
            </a:extLst>
          </p:cNvPr>
          <p:cNvSpPr/>
          <p:nvPr/>
        </p:nvSpPr>
        <p:spPr>
          <a:xfrm>
            <a:off x="5505733" y="1596224"/>
            <a:ext cx="2062889" cy="1523494"/>
          </a:xfrm>
          <a:prstGeom prst="rect">
            <a:avLst/>
          </a:prstGeom>
          <a:noFill/>
          <a:ln/>
        </p:spPr>
        <p:txBody>
          <a:bodyPr wrap="square" lIns="0" tIns="0" rIns="0" bIns="0" rtlCol="0" anchor="ctr">
            <a:spAutoFit/>
          </a:bodyPr>
          <a:lstStyle/>
          <a:p>
            <a:pPr marL="0" indent="0">
              <a:buNone/>
            </a:pPr>
            <a:r>
              <a:rPr lang="en-US" sz="1100" dirty="0" err="1">
                <a:solidFill>
                  <a:schemeClr val="tx2"/>
                </a:solidFill>
                <a:latin typeface="微软雅黑" panose="020B0503020204020204" pitchFamily="34" charset="-122"/>
                <a:ea typeface="微软雅黑" panose="020B0503020204020204" pitchFamily="34" charset="-122"/>
                <a:cs typeface="Noto Sans" pitchFamily="34" charset="-120"/>
              </a:rPr>
              <a:t>PMBOK指南</a:t>
            </a:r>
            <a:r>
              <a:rPr lang="en-US" sz="1100" dirty="0">
                <a:solidFill>
                  <a:schemeClr val="tx2"/>
                </a:solidFill>
                <a:latin typeface="微软雅黑" panose="020B0503020204020204" pitchFamily="34" charset="-122"/>
                <a:ea typeface="微软雅黑" panose="020B0503020204020204" pitchFamily="34" charset="-122"/>
                <a:cs typeface="Noto Sans" pitchFamily="34" charset="-120"/>
              </a:rPr>
              <a:t> (第6版与第7版)</a:t>
            </a:r>
          </a:p>
          <a:p>
            <a:pPr marL="0" indent="0">
              <a:buNone/>
            </a:pPr>
            <a:endParaRPr lang="en-US" sz="1100" dirty="0">
              <a:solidFill>
                <a:schemeClr val="tx2"/>
              </a:solidFill>
              <a:latin typeface="微软雅黑" panose="020B0503020204020204" pitchFamily="34" charset="-122"/>
              <a:ea typeface="微软雅黑" panose="020B0503020204020204" pitchFamily="34" charset="-122"/>
              <a:cs typeface="Noto Sans" pitchFamily="34" charset="-120"/>
            </a:endParaRPr>
          </a:p>
          <a:p>
            <a:r>
              <a:rPr lang="en-US" altLang="zh-CN" sz="1100" dirty="0">
                <a:solidFill>
                  <a:schemeClr val="tx2"/>
                </a:solidFill>
                <a:latin typeface="微软雅黑" panose="020B0503020204020204" pitchFamily="34" charset="-122"/>
                <a:ea typeface="微软雅黑" panose="020B0503020204020204" pitchFamily="34" charset="-122"/>
                <a:cs typeface="Noto Sans" pitchFamily="34" charset="-120"/>
              </a:rPr>
              <a:t>ISO21502国际标准</a:t>
            </a:r>
            <a:endParaRPr lang="en-US" altLang="zh-CN" sz="1100" dirty="0">
              <a:solidFill>
                <a:schemeClr val="tx2"/>
              </a:solidFill>
              <a:latin typeface="微软雅黑" panose="020B0503020204020204" pitchFamily="34" charset="-122"/>
              <a:ea typeface="微软雅黑" panose="020B0503020204020204" pitchFamily="34" charset="-122"/>
            </a:endParaRPr>
          </a:p>
          <a:p>
            <a:pPr marL="0" indent="0">
              <a:buNone/>
            </a:pPr>
            <a:endParaRPr lang="en-US" sz="1100" dirty="0">
              <a:solidFill>
                <a:schemeClr val="tx2"/>
              </a:solidFill>
              <a:latin typeface="微软雅黑" panose="020B0503020204020204" pitchFamily="34" charset="-122"/>
              <a:ea typeface="微软雅黑" panose="020B0503020204020204" pitchFamily="34" charset="-122"/>
            </a:endParaRPr>
          </a:p>
          <a:p>
            <a:r>
              <a:rPr lang="en-US" altLang="zh-CN" sz="1100" dirty="0">
                <a:solidFill>
                  <a:schemeClr val="tx2"/>
                </a:solidFill>
                <a:latin typeface="微软雅黑" panose="020B0503020204020204" pitchFamily="34" charset="-122"/>
                <a:ea typeface="微软雅黑" panose="020B0503020204020204" pitchFamily="34" charset="-122"/>
              </a:rPr>
              <a:t>PM</a:t>
            </a:r>
            <a:r>
              <a:rPr lang="en-US" altLang="zh-CN" sz="1100" baseline="30000" dirty="0">
                <a:solidFill>
                  <a:schemeClr val="tx2"/>
                </a:solidFill>
                <a:latin typeface="微软雅黑" panose="020B0503020204020204" pitchFamily="34" charset="-122"/>
                <a:ea typeface="微软雅黑" panose="020B0503020204020204" pitchFamily="34" charset="-122"/>
              </a:rPr>
              <a:t>2 </a:t>
            </a:r>
            <a:r>
              <a:rPr lang="en-US" altLang="zh-CN" sz="1100" dirty="0" err="1">
                <a:solidFill>
                  <a:schemeClr val="tx2"/>
                </a:solidFill>
                <a:latin typeface="微软雅黑" panose="020B0503020204020204" pitchFamily="34" charset="-122"/>
                <a:ea typeface="微软雅黑" panose="020B0503020204020204" pitchFamily="34" charset="-122"/>
                <a:cs typeface="Noto Sans" pitchFamily="34" charset="-120"/>
              </a:rPr>
              <a:t>方法论</a:t>
            </a:r>
            <a:endParaRPr lang="en-US" altLang="zh-CN" sz="1100" dirty="0">
              <a:solidFill>
                <a:schemeClr val="tx2"/>
              </a:solidFill>
              <a:latin typeface="微软雅黑" panose="020B0503020204020204" pitchFamily="34" charset="-122"/>
              <a:ea typeface="微软雅黑" panose="020B0503020204020204" pitchFamily="34" charset="-122"/>
            </a:endParaRPr>
          </a:p>
          <a:p>
            <a:pPr marL="0" indent="0">
              <a:buNone/>
            </a:pPr>
            <a:endParaRPr lang="en-US" sz="1100" dirty="0">
              <a:solidFill>
                <a:schemeClr val="tx2"/>
              </a:solidFill>
              <a:latin typeface="微软雅黑" panose="020B0503020204020204" pitchFamily="34" charset="-122"/>
              <a:ea typeface="微软雅黑" panose="020B0503020204020204" pitchFamily="34" charset="-122"/>
            </a:endParaRPr>
          </a:p>
          <a:p>
            <a:r>
              <a:rPr lang="en-US" altLang="zh-CN" sz="1100" dirty="0">
                <a:solidFill>
                  <a:schemeClr val="tx2"/>
                </a:solidFill>
                <a:latin typeface="微软雅黑" panose="020B0503020204020204" pitchFamily="34" charset="-122"/>
                <a:ea typeface="微软雅黑" panose="020B0503020204020204" pitchFamily="34" charset="-122"/>
                <a:cs typeface="Noto Sans" pitchFamily="34" charset="-120"/>
              </a:rPr>
              <a:t>PRINCE2 (第6版与第7版)</a:t>
            </a:r>
            <a:endParaRPr lang="en-US" altLang="zh-CN" sz="1100" dirty="0">
              <a:solidFill>
                <a:schemeClr val="tx2"/>
              </a:solidFill>
              <a:latin typeface="微软雅黑" panose="020B0503020204020204" pitchFamily="34" charset="-122"/>
              <a:ea typeface="微软雅黑" panose="020B0503020204020204" pitchFamily="34" charset="-122"/>
            </a:endParaRPr>
          </a:p>
          <a:p>
            <a:pPr marL="0" indent="0">
              <a:buNone/>
            </a:pPr>
            <a:endParaRPr lang="en-US" sz="1100" dirty="0">
              <a:solidFill>
                <a:schemeClr val="tx2"/>
              </a:solidFill>
              <a:latin typeface="微软雅黑" panose="020B0503020204020204" pitchFamily="34" charset="-122"/>
              <a:ea typeface="微软雅黑" panose="020B0503020204020204" pitchFamily="34" charset="-122"/>
            </a:endParaRPr>
          </a:p>
          <a:p>
            <a:r>
              <a:rPr lang="en-US" altLang="zh-CN" sz="1100" dirty="0">
                <a:solidFill>
                  <a:schemeClr val="tx2"/>
                </a:solidFill>
                <a:latin typeface="微软雅黑" panose="020B0503020204020204" pitchFamily="34" charset="-122"/>
                <a:ea typeface="微软雅黑" panose="020B0503020204020204" pitchFamily="34" charset="-122"/>
                <a:cs typeface="Noto Sans" pitchFamily="34" charset="-120"/>
              </a:rPr>
              <a:t>APMBOK、ICB4.0、BS6079</a:t>
            </a:r>
            <a:endParaRPr lang="en-US" altLang="zh-CN" sz="1100" dirty="0">
              <a:solidFill>
                <a:schemeClr val="tx2"/>
              </a:solidFill>
              <a:latin typeface="微软雅黑" panose="020B0503020204020204" pitchFamily="34" charset="-122"/>
              <a:ea typeface="微软雅黑" panose="020B0503020204020204" pitchFamily="34" charset="-122"/>
            </a:endParaRPr>
          </a:p>
        </p:txBody>
      </p:sp>
      <p:pic>
        <p:nvPicPr>
          <p:cNvPr id="37" name="Image 6" descr="preencoded.png">
            <a:extLst>
              <a:ext uri="{FF2B5EF4-FFF2-40B4-BE49-F238E27FC236}">
                <a16:creationId xmlns:a16="http://schemas.microsoft.com/office/drawing/2014/main" id="{C9A44006-2DCD-144B-AC8D-E8D13A6DFABE}"/>
              </a:ext>
            </a:extLst>
          </p:cNvPr>
          <p:cNvPicPr>
            <a:picLocks noChangeAspect="1"/>
          </p:cNvPicPr>
          <p:nvPr/>
        </p:nvPicPr>
        <p:blipFill>
          <a:blip r:embed="rId8"/>
          <a:stretch>
            <a:fillRect/>
          </a:stretch>
        </p:blipFill>
        <p:spPr>
          <a:xfrm>
            <a:off x="5263143" y="1970052"/>
            <a:ext cx="121693" cy="142875"/>
          </a:xfrm>
          <a:prstGeom prst="rect">
            <a:avLst/>
          </a:prstGeom>
        </p:spPr>
      </p:pic>
      <p:pic>
        <p:nvPicPr>
          <p:cNvPr id="40" name="Image 7" descr="preencoded.png">
            <a:extLst>
              <a:ext uri="{FF2B5EF4-FFF2-40B4-BE49-F238E27FC236}">
                <a16:creationId xmlns:a16="http://schemas.microsoft.com/office/drawing/2014/main" id="{415B1D3F-4F19-A47A-C726-F0B3FB451763}"/>
              </a:ext>
            </a:extLst>
          </p:cNvPr>
          <p:cNvPicPr>
            <a:picLocks noChangeAspect="1"/>
          </p:cNvPicPr>
          <p:nvPr/>
        </p:nvPicPr>
        <p:blipFill>
          <a:blip r:embed="rId8"/>
          <a:stretch>
            <a:fillRect/>
          </a:stretch>
        </p:blipFill>
        <p:spPr>
          <a:xfrm>
            <a:off x="5263143" y="2285821"/>
            <a:ext cx="121693" cy="142875"/>
          </a:xfrm>
          <a:prstGeom prst="rect">
            <a:avLst/>
          </a:prstGeom>
        </p:spPr>
      </p:pic>
      <p:pic>
        <p:nvPicPr>
          <p:cNvPr id="44" name="Image 8" descr="preencoded.png">
            <a:extLst>
              <a:ext uri="{FF2B5EF4-FFF2-40B4-BE49-F238E27FC236}">
                <a16:creationId xmlns:a16="http://schemas.microsoft.com/office/drawing/2014/main" id="{24B015F0-BA5D-AF8A-9780-74DD87015EAC}"/>
              </a:ext>
            </a:extLst>
          </p:cNvPr>
          <p:cNvPicPr>
            <a:picLocks noChangeAspect="1"/>
          </p:cNvPicPr>
          <p:nvPr/>
        </p:nvPicPr>
        <p:blipFill>
          <a:blip r:embed="rId8"/>
          <a:stretch>
            <a:fillRect/>
          </a:stretch>
        </p:blipFill>
        <p:spPr>
          <a:xfrm>
            <a:off x="5263143" y="2618737"/>
            <a:ext cx="121693" cy="142875"/>
          </a:xfrm>
          <a:prstGeom prst="rect">
            <a:avLst/>
          </a:prstGeom>
        </p:spPr>
      </p:pic>
      <p:pic>
        <p:nvPicPr>
          <p:cNvPr id="46" name="Image 9" descr="preencoded.png">
            <a:extLst>
              <a:ext uri="{FF2B5EF4-FFF2-40B4-BE49-F238E27FC236}">
                <a16:creationId xmlns:a16="http://schemas.microsoft.com/office/drawing/2014/main" id="{D5B6CD7D-2095-D819-D4E3-0BDD8CA186DE}"/>
              </a:ext>
            </a:extLst>
          </p:cNvPr>
          <p:cNvPicPr>
            <a:picLocks noChangeAspect="1"/>
          </p:cNvPicPr>
          <p:nvPr/>
        </p:nvPicPr>
        <p:blipFill>
          <a:blip r:embed="rId8"/>
          <a:stretch>
            <a:fillRect/>
          </a:stretch>
        </p:blipFill>
        <p:spPr>
          <a:xfrm>
            <a:off x="5263143" y="2951628"/>
            <a:ext cx="121693" cy="142875"/>
          </a:xfrm>
          <a:prstGeom prst="rect">
            <a:avLst/>
          </a:prstGeom>
        </p:spPr>
      </p:pic>
      <p:sp>
        <p:nvSpPr>
          <p:cNvPr id="48" name="Text 23">
            <a:extLst>
              <a:ext uri="{FF2B5EF4-FFF2-40B4-BE49-F238E27FC236}">
                <a16:creationId xmlns:a16="http://schemas.microsoft.com/office/drawing/2014/main" id="{BEF67055-AD47-6BAD-1FA3-8538FCF0E39D}"/>
              </a:ext>
            </a:extLst>
          </p:cNvPr>
          <p:cNvSpPr/>
          <p:nvPr/>
        </p:nvSpPr>
        <p:spPr>
          <a:xfrm>
            <a:off x="5495315" y="2859191"/>
            <a:ext cx="45719" cy="169277"/>
          </a:xfrm>
          <a:prstGeom prst="rect">
            <a:avLst/>
          </a:prstGeom>
          <a:noFill/>
          <a:ln/>
        </p:spPr>
        <p:txBody>
          <a:bodyPr wrap="square" lIns="0" tIns="0" rIns="0" bIns="0" rtlCol="0" anchor="ctr">
            <a:spAutoFit/>
          </a:bodyPr>
          <a:lstStyle/>
          <a:p>
            <a:pPr marL="0" indent="0">
              <a:buNone/>
            </a:pPr>
            <a:endParaRPr lang="en-US" sz="1100" dirty="0">
              <a:solidFill>
                <a:schemeClr val="tx2"/>
              </a:solidFill>
              <a:latin typeface="微软雅黑" panose="020B0503020204020204" pitchFamily="34" charset="-122"/>
              <a:ea typeface="微软雅黑" panose="020B0503020204020204" pitchFamily="34" charset="-122"/>
            </a:endParaRPr>
          </a:p>
        </p:txBody>
      </p:sp>
      <p:sp>
        <p:nvSpPr>
          <p:cNvPr id="52" name="Text 25">
            <a:extLst>
              <a:ext uri="{FF2B5EF4-FFF2-40B4-BE49-F238E27FC236}">
                <a16:creationId xmlns:a16="http://schemas.microsoft.com/office/drawing/2014/main" id="{48B3E9AA-82D9-1FD4-09BA-65333C901FC1}"/>
              </a:ext>
            </a:extLst>
          </p:cNvPr>
          <p:cNvSpPr/>
          <p:nvPr/>
        </p:nvSpPr>
        <p:spPr>
          <a:xfrm>
            <a:off x="5233957" y="3338947"/>
            <a:ext cx="1005805" cy="207749"/>
          </a:xfrm>
          <a:prstGeom prst="rect">
            <a:avLst/>
          </a:prstGeom>
          <a:noFill/>
          <a:ln/>
        </p:spPr>
        <p:txBody>
          <a:bodyPr wrap="square" lIns="0" tIns="0" rIns="0" bIns="0" rtlCol="0" anchor="ctr">
            <a:spAutoFit/>
          </a:bodyPr>
          <a:lstStyle/>
          <a:p>
            <a:pPr marL="0" indent="0">
              <a:buNone/>
            </a:pPr>
            <a:r>
              <a:rPr lang="en-US" sz="1350" b="1" dirty="0" err="1">
                <a:solidFill>
                  <a:srgbClr val="0066CC"/>
                </a:solidFill>
                <a:latin typeface="微软雅黑" panose="020B0503020204020204" pitchFamily="34" charset="-122"/>
                <a:ea typeface="微软雅黑" panose="020B0503020204020204" pitchFamily="34" charset="-122"/>
                <a:cs typeface="Noto Sans" pitchFamily="34" charset="-120"/>
              </a:rPr>
              <a:t>学习目标</a:t>
            </a:r>
            <a:endParaRPr lang="en-US" sz="1350" dirty="0">
              <a:latin typeface="微软雅黑" panose="020B0503020204020204" pitchFamily="34" charset="-122"/>
              <a:ea typeface="微软雅黑" panose="020B0503020204020204" pitchFamily="34" charset="-122"/>
            </a:endParaRPr>
          </a:p>
        </p:txBody>
      </p:sp>
      <p:pic>
        <p:nvPicPr>
          <p:cNvPr id="57" name="Image 10" descr="preencoded.png">
            <a:extLst>
              <a:ext uri="{FF2B5EF4-FFF2-40B4-BE49-F238E27FC236}">
                <a16:creationId xmlns:a16="http://schemas.microsoft.com/office/drawing/2014/main" id="{D3B331B6-263C-B3EA-A2EF-C3AAC1A8896C}"/>
              </a:ext>
            </a:extLst>
          </p:cNvPr>
          <p:cNvPicPr>
            <a:picLocks noChangeAspect="1"/>
          </p:cNvPicPr>
          <p:nvPr/>
        </p:nvPicPr>
        <p:blipFill>
          <a:blip r:embed="rId9"/>
          <a:stretch>
            <a:fillRect/>
          </a:stretch>
        </p:blipFill>
        <p:spPr>
          <a:xfrm>
            <a:off x="5245284" y="3755636"/>
            <a:ext cx="139077" cy="142875"/>
          </a:xfrm>
          <a:prstGeom prst="rect">
            <a:avLst/>
          </a:prstGeom>
        </p:spPr>
      </p:pic>
      <p:pic>
        <p:nvPicPr>
          <p:cNvPr id="61" name="Image 11" descr="preencoded.png">
            <a:extLst>
              <a:ext uri="{FF2B5EF4-FFF2-40B4-BE49-F238E27FC236}">
                <a16:creationId xmlns:a16="http://schemas.microsoft.com/office/drawing/2014/main" id="{B99D3640-4882-2BE8-E4D7-AF3613E8176F}"/>
              </a:ext>
            </a:extLst>
          </p:cNvPr>
          <p:cNvPicPr>
            <a:picLocks noChangeAspect="1"/>
          </p:cNvPicPr>
          <p:nvPr/>
        </p:nvPicPr>
        <p:blipFill>
          <a:blip r:embed="rId9"/>
          <a:stretch>
            <a:fillRect/>
          </a:stretch>
        </p:blipFill>
        <p:spPr>
          <a:xfrm>
            <a:off x="5245284" y="4063815"/>
            <a:ext cx="139077" cy="142875"/>
          </a:xfrm>
          <a:prstGeom prst="rect">
            <a:avLst/>
          </a:prstGeom>
        </p:spPr>
      </p:pic>
      <p:pic>
        <p:nvPicPr>
          <p:cNvPr id="63" name="Image 12" descr="preencoded.png">
            <a:extLst>
              <a:ext uri="{FF2B5EF4-FFF2-40B4-BE49-F238E27FC236}">
                <a16:creationId xmlns:a16="http://schemas.microsoft.com/office/drawing/2014/main" id="{A2617D54-276B-6AA4-44EB-4FB83B1A7302}"/>
              </a:ext>
            </a:extLst>
          </p:cNvPr>
          <p:cNvPicPr>
            <a:picLocks noChangeAspect="1"/>
          </p:cNvPicPr>
          <p:nvPr/>
        </p:nvPicPr>
        <p:blipFill>
          <a:blip r:embed="rId9"/>
          <a:stretch>
            <a:fillRect/>
          </a:stretch>
        </p:blipFill>
        <p:spPr>
          <a:xfrm>
            <a:off x="5245284" y="4382990"/>
            <a:ext cx="139077" cy="142875"/>
          </a:xfrm>
          <a:prstGeom prst="rect">
            <a:avLst/>
          </a:prstGeom>
        </p:spPr>
      </p:pic>
      <p:pic>
        <p:nvPicPr>
          <p:cNvPr id="65" name="Image 13" descr="preencoded.png">
            <a:extLst>
              <a:ext uri="{FF2B5EF4-FFF2-40B4-BE49-F238E27FC236}">
                <a16:creationId xmlns:a16="http://schemas.microsoft.com/office/drawing/2014/main" id="{266EFEB0-826E-7F78-52E2-281267E9B8C4}"/>
              </a:ext>
            </a:extLst>
          </p:cNvPr>
          <p:cNvPicPr>
            <a:picLocks noChangeAspect="1"/>
          </p:cNvPicPr>
          <p:nvPr/>
        </p:nvPicPr>
        <p:blipFill>
          <a:blip r:embed="rId9"/>
          <a:stretch>
            <a:fillRect/>
          </a:stretch>
        </p:blipFill>
        <p:spPr>
          <a:xfrm>
            <a:off x="5237005" y="4730275"/>
            <a:ext cx="139077" cy="142875"/>
          </a:xfrm>
          <a:prstGeom prst="rect">
            <a:avLst/>
          </a:prstGeom>
        </p:spPr>
      </p:pic>
      <p:sp>
        <p:nvSpPr>
          <p:cNvPr id="9" name="Text 4">
            <a:extLst>
              <a:ext uri="{FF2B5EF4-FFF2-40B4-BE49-F238E27FC236}">
                <a16:creationId xmlns:a16="http://schemas.microsoft.com/office/drawing/2014/main" id="{4AF12B40-F77F-D0AE-5942-14DFE0494068}"/>
              </a:ext>
            </a:extLst>
          </p:cNvPr>
          <p:cNvSpPr/>
          <p:nvPr/>
        </p:nvSpPr>
        <p:spPr>
          <a:xfrm>
            <a:off x="987299" y="1493663"/>
            <a:ext cx="3939590" cy="964623"/>
          </a:xfrm>
          <a:prstGeom prst="rect">
            <a:avLst/>
          </a:prstGeom>
          <a:noFill/>
          <a:ln/>
        </p:spPr>
        <p:txBody>
          <a:bodyPr wrap="square" lIns="0" tIns="0" rIns="0" bIns="0" rtlCol="0" anchor="ctr">
            <a:spAutoFit/>
          </a:bodyPr>
          <a:lstStyle/>
          <a:p>
            <a:pPr>
              <a:lnSpc>
                <a:spcPct val="200000"/>
              </a:lnSpc>
            </a:pPr>
            <a:r>
              <a:rPr lang="en-US" sz="1100" dirty="0">
                <a:latin typeface="微软雅黑" panose="020B0503020204020204" pitchFamily="34" charset="-122"/>
                <a:ea typeface="微软雅黑" panose="020B0503020204020204" pitchFamily="34" charset="-122"/>
                <a:cs typeface="Noto Sans" pitchFamily="34" charset="-120"/>
              </a:rPr>
              <a:t>第</a:t>
            </a:r>
            <a:r>
              <a:rPr lang="zh-CN" altLang="en-US" sz="1100" dirty="0">
                <a:latin typeface="微软雅黑" panose="020B0503020204020204" pitchFamily="34" charset="-122"/>
                <a:ea typeface="微软雅黑" panose="020B0503020204020204" pitchFamily="34" charset="-122"/>
                <a:cs typeface="Noto Sans" pitchFamily="34" charset="-120"/>
              </a:rPr>
              <a:t>六</a:t>
            </a:r>
            <a:r>
              <a:rPr lang="en-US" sz="1100" dirty="0">
                <a:latin typeface="微软雅黑" panose="020B0503020204020204" pitchFamily="34" charset="-122"/>
                <a:ea typeface="微软雅黑" panose="020B0503020204020204" pitchFamily="34" charset="-122"/>
                <a:cs typeface="Noto Sans" pitchFamily="34" charset="-120"/>
              </a:rPr>
              <a:t>章《</a:t>
            </a:r>
            <a:r>
              <a:rPr lang="zh-CN" altLang="en-US" sz="1100" dirty="0">
                <a:latin typeface="微软雅黑" panose="020B0503020204020204" pitchFamily="34" charset="-122"/>
                <a:ea typeface="微软雅黑" panose="020B0503020204020204" pitchFamily="34" charset="-122"/>
                <a:cs typeface="Noto Sans" pitchFamily="34" charset="-120"/>
              </a:rPr>
              <a:t>项目组织与关键角色</a:t>
            </a:r>
            <a:r>
              <a:rPr lang="en-US" sz="1100" dirty="0">
                <a:latin typeface="微软雅黑" panose="020B0503020204020204" pitchFamily="34" charset="-122"/>
                <a:ea typeface="微软雅黑" panose="020B0503020204020204" pitchFamily="34" charset="-122"/>
                <a:cs typeface="Noto Sans" pitchFamily="34" charset="-120"/>
              </a:rPr>
              <a:t>》</a:t>
            </a:r>
            <a:r>
              <a:rPr lang="en-US" sz="1100" dirty="0" err="1">
                <a:latin typeface="微软雅黑" panose="020B0503020204020204" pitchFamily="34" charset="-122"/>
                <a:ea typeface="微软雅黑" panose="020B0503020204020204" pitchFamily="34" charset="-122"/>
                <a:cs typeface="Noto Sans" pitchFamily="34" charset="-120"/>
              </a:rPr>
              <a:t>主要从</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项目治理</a:t>
            </a:r>
            <a:r>
              <a:rPr lang="zh-CN" altLang="en-US"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项目组织 </a:t>
            </a:r>
            <a:r>
              <a:rPr lang="zh-CN" altLang="en-US" sz="1100" dirty="0">
                <a:latin typeface="微软雅黑" panose="020B0503020204020204" pitchFamily="34" charset="-122"/>
                <a:ea typeface="微软雅黑" panose="020B0503020204020204" pitchFamily="34" charset="-122"/>
                <a:cs typeface="Noto Sans" pitchFamily="34" charset="-120"/>
              </a:rPr>
              <a:t>和 </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项目关键角色</a:t>
            </a:r>
            <a:r>
              <a:rPr lang="zh-CN" altLang="en-US" sz="1100" dirty="0">
                <a:latin typeface="微软雅黑" panose="020B0503020204020204" pitchFamily="34" charset="-122"/>
                <a:ea typeface="微软雅黑" panose="020B0503020204020204" pitchFamily="34" charset="-122"/>
                <a:cs typeface="Noto Sans" pitchFamily="34" charset="-120"/>
              </a:rPr>
              <a:t>三个方面进行介绍，</a:t>
            </a:r>
            <a:r>
              <a:rPr lang="en-US" altLang="zh-CN" sz="1100" dirty="0">
                <a:latin typeface="微软雅黑" panose="020B0503020204020204" pitchFamily="34" charset="-122"/>
                <a:ea typeface="微软雅黑" panose="020B0503020204020204" pitchFamily="34" charset="-122"/>
                <a:cs typeface="Noto Sans" pitchFamily="34" charset="-120"/>
              </a:rPr>
              <a:t> </a:t>
            </a:r>
            <a:r>
              <a:rPr lang="en-US" altLang="zh-CN" sz="1100" dirty="0" err="1">
                <a:latin typeface="微软雅黑" panose="020B0503020204020204" pitchFamily="34" charset="-122"/>
                <a:ea typeface="微软雅黑" panose="020B0503020204020204" pitchFamily="34" charset="-122"/>
                <a:cs typeface="Noto Sans" pitchFamily="34" charset="-120"/>
              </a:rPr>
              <a:t>系统梳理了不同项目管理知识体系对这</a:t>
            </a:r>
            <a:r>
              <a:rPr lang="zh-CN" altLang="en-US" sz="1100" dirty="0">
                <a:latin typeface="微软雅黑" panose="020B0503020204020204" pitchFamily="34" charset="-122"/>
                <a:ea typeface="微软雅黑" panose="020B0503020204020204" pitchFamily="34" charset="-122"/>
                <a:cs typeface="Noto Sans" pitchFamily="34" charset="-120"/>
              </a:rPr>
              <a:t>些</a:t>
            </a:r>
            <a:r>
              <a:rPr lang="en-US" altLang="zh-CN" sz="1100" dirty="0" err="1">
                <a:latin typeface="微软雅黑" panose="020B0503020204020204" pitchFamily="34" charset="-122"/>
                <a:ea typeface="微软雅黑" panose="020B0503020204020204" pitchFamily="34" charset="-122"/>
                <a:cs typeface="Noto Sans" pitchFamily="34" charset="-120"/>
              </a:rPr>
              <a:t>核心环节的定义、内涵和实践方法</a:t>
            </a:r>
            <a:r>
              <a:rPr lang="en-US" altLang="zh-CN"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endParaRPr>
          </a:p>
        </p:txBody>
      </p:sp>
      <p:sp>
        <p:nvSpPr>
          <p:cNvPr id="10" name="Text 4">
            <a:extLst>
              <a:ext uri="{FF2B5EF4-FFF2-40B4-BE49-F238E27FC236}">
                <a16:creationId xmlns:a16="http://schemas.microsoft.com/office/drawing/2014/main" id="{837FCB07-3B9D-C6A6-FEA8-CE24786E5BA2}"/>
              </a:ext>
            </a:extLst>
          </p:cNvPr>
          <p:cNvSpPr/>
          <p:nvPr/>
        </p:nvSpPr>
        <p:spPr>
          <a:xfrm>
            <a:off x="987299" y="3191077"/>
            <a:ext cx="3834873" cy="2001445"/>
          </a:xfrm>
          <a:prstGeom prst="rect">
            <a:avLst/>
          </a:prstGeom>
          <a:noFill/>
          <a:ln/>
        </p:spPr>
        <p:txBody>
          <a:bodyPr wrap="square" lIns="0" tIns="0" rIns="0" bIns="0" rtlCol="0" anchor="ctr">
            <a:spAutoFit/>
          </a:bodyPr>
          <a:lstStyle/>
          <a:p>
            <a:pPr marL="171450" indent="-171450">
              <a:lnSpc>
                <a:spcPct val="150000"/>
              </a:lnSpc>
              <a:buFont typeface="Arial" panose="020B0604020202020204" pitchFamily="34" charset="0"/>
              <a:buChar char="•"/>
            </a:pPr>
            <a:r>
              <a:rPr lang="en-US" altLang="zh-CN" sz="1100" dirty="0" err="1">
                <a:latin typeface="微软雅黑" panose="020B0503020204020204" pitchFamily="34" charset="-122"/>
                <a:ea typeface="微软雅黑" panose="020B0503020204020204" pitchFamily="34" charset="-122"/>
                <a:cs typeface="Noto Sans" pitchFamily="34" charset="-120"/>
              </a:rPr>
              <a:t>项目治理的概念、内涵与多元视角</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100" dirty="0" err="1">
                <a:latin typeface="微软雅黑" panose="020B0503020204020204" pitchFamily="34" charset="-122"/>
                <a:ea typeface="微软雅黑" panose="020B0503020204020204" pitchFamily="34" charset="-122"/>
                <a:cs typeface="Noto Sans" pitchFamily="34" charset="-120"/>
              </a:rPr>
              <a:t>项目组织的层级结构与类型</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100" dirty="0" err="1">
                <a:latin typeface="微软雅黑" panose="020B0503020204020204" pitchFamily="34" charset="-122"/>
                <a:ea typeface="微软雅黑" panose="020B0503020204020204" pitchFamily="34" charset="-122"/>
                <a:cs typeface="Noto Sans" pitchFamily="34" charset="-120"/>
              </a:rPr>
              <a:t>项目关键角色的职责与权力来源</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171450" indent="-171450">
              <a:lnSpc>
                <a:spcPct val="150000"/>
              </a:lnSpc>
              <a:buFont typeface="Arial" panose="020B0604020202020204" pitchFamily="34" charset="0"/>
              <a:buChar char="•"/>
            </a:pPr>
            <a:r>
              <a:rPr lang="en-US" altLang="zh-CN" sz="1100" dirty="0" err="1">
                <a:latin typeface="微软雅黑" panose="020B0503020204020204" pitchFamily="34" charset="-122"/>
                <a:ea typeface="微软雅黑" panose="020B0503020204020204" pitchFamily="34" charset="-122"/>
                <a:cs typeface="Noto Sans" pitchFamily="34" charset="-120"/>
              </a:rPr>
              <a:t>项目经理的能力模型与领导力</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endParaRPr lang="en-US" altLang="zh-CN" sz="1100" dirty="0">
              <a:latin typeface="微软雅黑" panose="020B0503020204020204" pitchFamily="34" charset="-122"/>
              <a:ea typeface="微软雅黑" panose="020B0503020204020204" pitchFamily="34" charset="-122"/>
              <a:cs typeface="Noto Sans" pitchFamily="34" charset="-120"/>
            </a:endParaRPr>
          </a:p>
        </p:txBody>
      </p:sp>
      <p:sp>
        <p:nvSpPr>
          <p:cNvPr id="3" name="Text 26">
            <a:extLst>
              <a:ext uri="{FF2B5EF4-FFF2-40B4-BE49-F238E27FC236}">
                <a16:creationId xmlns:a16="http://schemas.microsoft.com/office/drawing/2014/main" id="{6790FD27-05BA-A9B9-783B-148C9E32109C}"/>
              </a:ext>
            </a:extLst>
          </p:cNvPr>
          <p:cNvSpPr/>
          <p:nvPr/>
        </p:nvSpPr>
        <p:spPr>
          <a:xfrm>
            <a:off x="5495314" y="3730816"/>
            <a:ext cx="3411220" cy="1184940"/>
          </a:xfrm>
          <a:prstGeom prst="rect">
            <a:avLst/>
          </a:prstGeom>
          <a:noFill/>
          <a:ln/>
        </p:spPr>
        <p:txBody>
          <a:bodyPr wrap="square" lIns="0" tIns="0" rIns="0" bIns="0" rtlCol="0" anchor="ctr">
            <a:spAutoFit/>
          </a:bodyPr>
          <a:lstStyle/>
          <a:p>
            <a:r>
              <a:rPr lang="en-US" sz="1100" dirty="0" err="1">
                <a:latin typeface="微软雅黑" panose="020B0503020204020204" pitchFamily="34" charset="-122"/>
                <a:ea typeface="微软雅黑" panose="020B0503020204020204" pitchFamily="34" charset="-122"/>
                <a:cs typeface="Noto Sans" pitchFamily="34" charset="-120"/>
              </a:rPr>
              <a:t>理解不同知识体系对</a:t>
            </a:r>
            <a:r>
              <a:rPr lang="zh-CN" altLang="en-US" sz="1100" dirty="0">
                <a:latin typeface="微软雅黑" panose="020B0503020204020204" pitchFamily="34" charset="-122"/>
                <a:ea typeface="微软雅黑" panose="020B0503020204020204" pitchFamily="34" charset="-122"/>
                <a:cs typeface="Noto Sans" pitchFamily="34" charset="-120"/>
              </a:rPr>
              <a:t>项目组织与关键角色</a:t>
            </a:r>
            <a:r>
              <a:rPr lang="en-US" sz="1100" dirty="0" err="1">
                <a:latin typeface="微软雅黑" panose="020B0503020204020204" pitchFamily="34" charset="-122"/>
                <a:ea typeface="微软雅黑" panose="020B0503020204020204" pitchFamily="34" charset="-122"/>
                <a:cs typeface="Noto Sans" pitchFamily="34" charset="-120"/>
              </a:rPr>
              <a:t>的定义与内涵</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marL="0" indent="0">
              <a:buNone/>
            </a:pPr>
            <a:endParaRPr lang="en-US" sz="1100" dirty="0">
              <a:latin typeface="微软雅黑" panose="020B0503020204020204" pitchFamily="34" charset="-122"/>
              <a:ea typeface="微软雅黑" panose="020B0503020204020204" pitchFamily="34" charset="-122"/>
              <a:cs typeface="Noto Sans" pitchFamily="34" charset="-120"/>
            </a:endParaRPr>
          </a:p>
          <a:p>
            <a:r>
              <a:rPr lang="en-US" altLang="zh-CN" sz="1100" dirty="0" err="1">
                <a:latin typeface="微软雅黑" panose="020B0503020204020204" pitchFamily="34" charset="-122"/>
                <a:ea typeface="微软雅黑" panose="020B0503020204020204" pitchFamily="34" charset="-122"/>
                <a:cs typeface="Noto Sans" pitchFamily="34" charset="-120"/>
              </a:rPr>
              <a:t>掌握项目</a:t>
            </a:r>
            <a:r>
              <a:rPr lang="zh-CN" altLang="en-US" sz="1100" dirty="0">
                <a:latin typeface="微软雅黑" panose="020B0503020204020204" pitchFamily="34" charset="-122"/>
                <a:ea typeface="微软雅黑" panose="020B0503020204020204" pitchFamily="34" charset="-122"/>
                <a:cs typeface="Noto Sans" pitchFamily="34" charset="-120"/>
              </a:rPr>
              <a:t>组织</a:t>
            </a:r>
            <a:r>
              <a:rPr lang="en-US" altLang="zh-CN" sz="1100" dirty="0">
                <a:latin typeface="微软雅黑" panose="020B0503020204020204" pitchFamily="34" charset="-122"/>
                <a:ea typeface="微软雅黑" panose="020B0503020204020204" pitchFamily="34" charset="-122"/>
                <a:cs typeface="Noto Sans" pitchFamily="34" charset="-120"/>
              </a:rPr>
              <a:t>与</a:t>
            </a:r>
            <a:r>
              <a:rPr lang="zh-CN" altLang="en-US" sz="1100" dirty="0">
                <a:latin typeface="微软雅黑" panose="020B0503020204020204" pitchFamily="34" charset="-122"/>
                <a:ea typeface="微软雅黑" panose="020B0503020204020204" pitchFamily="34" charset="-122"/>
                <a:cs typeface="Noto Sans" pitchFamily="34" charset="-120"/>
              </a:rPr>
              <a:t>角色</a:t>
            </a:r>
            <a:r>
              <a:rPr lang="en-US" altLang="zh-CN" sz="1100" dirty="0" err="1">
                <a:latin typeface="微软雅黑" panose="020B0503020204020204" pitchFamily="34" charset="-122"/>
                <a:ea typeface="微软雅黑" panose="020B0503020204020204" pitchFamily="34" charset="-122"/>
                <a:cs typeface="Noto Sans" pitchFamily="34" charset="-120"/>
              </a:rPr>
              <a:t>的关键要素与技术方法</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endParaRPr>
          </a:p>
          <a:p>
            <a:pPr marL="0" indent="0">
              <a:buNone/>
            </a:pPr>
            <a:endParaRPr lang="en-US" sz="1100" dirty="0">
              <a:latin typeface="微软雅黑" panose="020B0503020204020204" pitchFamily="34" charset="-122"/>
              <a:ea typeface="微软雅黑" panose="020B0503020204020204" pitchFamily="34" charset="-122"/>
            </a:endParaRPr>
          </a:p>
          <a:p>
            <a:r>
              <a:rPr lang="en-US" altLang="zh-CN" sz="1100" dirty="0" err="1">
                <a:latin typeface="微软雅黑" panose="020B0503020204020204" pitchFamily="34" charset="-122"/>
                <a:ea typeface="微软雅黑" panose="020B0503020204020204" pitchFamily="34" charset="-122"/>
                <a:cs typeface="Noto Sans" pitchFamily="34" charset="-120"/>
              </a:rPr>
              <a:t>比较分析不同知识体系的异同点与应用场景</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endParaRPr>
          </a:p>
          <a:p>
            <a:pPr marL="0" indent="0">
              <a:buNone/>
            </a:pPr>
            <a:endParaRPr lang="en-US" sz="1100" dirty="0">
              <a:latin typeface="微软雅黑" panose="020B0503020204020204" pitchFamily="34" charset="-122"/>
              <a:ea typeface="微软雅黑" panose="020B0503020204020204" pitchFamily="34" charset="-122"/>
            </a:endParaRPr>
          </a:p>
          <a:p>
            <a:r>
              <a:rPr lang="en-US" altLang="zh-CN" sz="1100" dirty="0" err="1">
                <a:latin typeface="微软雅黑" panose="020B0503020204020204" pitchFamily="34" charset="-122"/>
                <a:ea typeface="微软雅黑" panose="020B0503020204020204" pitchFamily="34" charset="-122"/>
                <a:cs typeface="Noto Sans" pitchFamily="34" charset="-120"/>
              </a:rPr>
              <a:t>探讨</a:t>
            </a:r>
            <a:r>
              <a:rPr lang="zh-CN" altLang="en-US" sz="1100" dirty="0">
                <a:latin typeface="微软雅黑" panose="020B0503020204020204" pitchFamily="34" charset="-122"/>
                <a:ea typeface="微软雅黑" panose="020B0503020204020204" pitchFamily="34" charset="-122"/>
                <a:cs typeface="Noto Sans" pitchFamily="34" charset="-120"/>
              </a:rPr>
              <a:t>项目组织与关键角色中</a:t>
            </a:r>
            <a:r>
              <a:rPr lang="en-US" altLang="zh-CN" sz="1100" dirty="0" err="1">
                <a:latin typeface="微软雅黑" panose="020B0503020204020204" pitchFamily="34" charset="-122"/>
                <a:ea typeface="微软雅黑" panose="020B0503020204020204" pitchFamily="34" charset="-122"/>
                <a:cs typeface="Noto Sans" pitchFamily="34" charset="-120"/>
              </a:rPr>
              <a:t>的理论与实践差距</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en-US" altLang="zh-CN" sz="1100"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8632072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E7258-4DC5-99AA-8A83-2D347A2C47E9}"/>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F65FD24A-5AC2-7ECD-17FD-191BA04D1198}"/>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0E040CD4-87C6-84D0-80A1-2E3770E45DD5}"/>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4F285826-137F-DE20-C30A-21857B38A386}"/>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4A78BF5C-BF6C-2CC5-54F6-6AB37B828EFA}"/>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585B349B-636E-6DD3-1894-51B2D6D2C8BE}"/>
              </a:ext>
            </a:extLst>
          </p:cNvPr>
          <p:cNvPicPr>
            <a:picLocks noChangeAspect="1"/>
          </p:cNvPicPr>
          <p:nvPr>
            <p:custDataLst>
              <p:tags r:id="rId4"/>
            </p:custDataLst>
          </p:nvPr>
        </p:nvPicPr>
        <p:blipFill>
          <a:blip r:embed="rId7">
            <a:alphaModFix amt="54000"/>
          </a:blip>
          <a:stretch>
            <a:fillRect/>
          </a:stretch>
        </p:blipFill>
        <p:spPr>
          <a:xfrm>
            <a:off x="7643813" y="137160"/>
            <a:ext cx="1584960" cy="611505"/>
          </a:xfrm>
          <a:prstGeom prst="rect">
            <a:avLst/>
          </a:prstGeom>
        </p:spPr>
      </p:pic>
      <p:sp>
        <p:nvSpPr>
          <p:cNvPr id="2" name="矩形: 圆角 1">
            <a:extLst>
              <a:ext uri="{FF2B5EF4-FFF2-40B4-BE49-F238E27FC236}">
                <a16:creationId xmlns:a16="http://schemas.microsoft.com/office/drawing/2014/main" id="{407CB47C-ADD6-7525-FF3B-6197675563B3}"/>
              </a:ext>
            </a:extLst>
          </p:cNvPr>
          <p:cNvSpPr/>
          <p:nvPr/>
        </p:nvSpPr>
        <p:spPr>
          <a:xfrm>
            <a:off x="2916576" y="791401"/>
            <a:ext cx="2535840" cy="466662"/>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Noto Sans"/>
                <a:ea typeface="Microsoft YaHei"/>
                <a:cs typeface="Noto Sans"/>
              </a:rPr>
              <a:t>第六章 项目组织与关键角色</a:t>
            </a:r>
          </a:p>
        </p:txBody>
      </p:sp>
      <p:sp>
        <p:nvSpPr>
          <p:cNvPr id="3" name="左大括号 2">
            <a:extLst>
              <a:ext uri="{FF2B5EF4-FFF2-40B4-BE49-F238E27FC236}">
                <a16:creationId xmlns:a16="http://schemas.microsoft.com/office/drawing/2014/main" id="{32ACD96C-4C72-354B-AEE4-3EF5897E9BDB}"/>
              </a:ext>
            </a:extLst>
          </p:cNvPr>
          <p:cNvSpPr/>
          <p:nvPr/>
        </p:nvSpPr>
        <p:spPr>
          <a:xfrm rot="5400000">
            <a:off x="4097636" y="-880054"/>
            <a:ext cx="183200" cy="4434981"/>
          </a:xfrm>
          <a:prstGeom prst="leftBrace">
            <a:avLst/>
          </a:pr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 name="矩形: 圆角 9">
            <a:extLst>
              <a:ext uri="{FF2B5EF4-FFF2-40B4-BE49-F238E27FC236}">
                <a16:creationId xmlns:a16="http://schemas.microsoft.com/office/drawing/2014/main" id="{A76E1512-A418-86A8-8BB8-2CF3230F43AE}"/>
              </a:ext>
            </a:extLst>
          </p:cNvPr>
          <p:cNvSpPr/>
          <p:nvPr/>
        </p:nvSpPr>
        <p:spPr>
          <a:xfrm>
            <a:off x="1439773" y="1429036"/>
            <a:ext cx="1063943" cy="414402"/>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项目治理</a:t>
            </a:r>
          </a:p>
        </p:txBody>
      </p:sp>
      <p:sp>
        <p:nvSpPr>
          <p:cNvPr id="11" name="矩形: 圆角 10">
            <a:extLst>
              <a:ext uri="{FF2B5EF4-FFF2-40B4-BE49-F238E27FC236}">
                <a16:creationId xmlns:a16="http://schemas.microsoft.com/office/drawing/2014/main" id="{09B673CD-4395-80FB-600C-E5D5851ED481}"/>
              </a:ext>
            </a:extLst>
          </p:cNvPr>
          <p:cNvSpPr/>
          <p:nvPr/>
        </p:nvSpPr>
        <p:spPr>
          <a:xfrm>
            <a:off x="5874753" y="1438141"/>
            <a:ext cx="1063943" cy="414402"/>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项目组织</a:t>
            </a:r>
          </a:p>
        </p:txBody>
      </p:sp>
      <p:cxnSp>
        <p:nvCxnSpPr>
          <p:cNvPr id="15" name="直接连接符 14">
            <a:extLst>
              <a:ext uri="{FF2B5EF4-FFF2-40B4-BE49-F238E27FC236}">
                <a16:creationId xmlns:a16="http://schemas.microsoft.com/office/drawing/2014/main" id="{C87445E4-600A-750C-4701-0EBD84397568}"/>
              </a:ext>
            </a:extLst>
          </p:cNvPr>
          <p:cNvCxnSpPr>
            <a:cxnSpLocks/>
          </p:cNvCxnSpPr>
          <p:nvPr/>
        </p:nvCxnSpPr>
        <p:spPr>
          <a:xfrm>
            <a:off x="1971745" y="1835818"/>
            <a:ext cx="6892" cy="328533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2BF84A7D-618C-0FDA-4D3C-9564C545BBD2}"/>
              </a:ext>
            </a:extLst>
          </p:cNvPr>
          <p:cNvSpPr txBox="1"/>
          <p:nvPr/>
        </p:nvSpPr>
        <p:spPr>
          <a:xfrm>
            <a:off x="1969741" y="1885528"/>
            <a:ext cx="2795857" cy="3231654"/>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制度支持约束、责任权力监督。</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组织系统治理、项目层面治理。</a:t>
            </a:r>
            <a:endParaRPr lang="en-US" altLang="zh-CN" sz="1200" dirty="0">
              <a:latin typeface="微软雅黑" panose="020B0503020204020204" pitchFamily="34" charset="-122"/>
              <a:ea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组织治理系统、治理框架要素。</a:t>
            </a:r>
            <a:endParaRPr lang="en-US" altLang="zh-CN" sz="1200" dirty="0">
              <a:latin typeface="微软雅黑" panose="020B0503020204020204" pitchFamily="34" charset="-122"/>
              <a:ea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治理结构流程、关键能力指标。</a:t>
            </a:r>
            <a:endParaRPr lang="en-US" altLang="zh-CN" sz="1200" dirty="0">
              <a:latin typeface="微软雅黑" panose="020B0503020204020204" pitchFamily="34" charset="-122"/>
              <a:ea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治理定义、商业计划基础。</a:t>
            </a:r>
            <a:endParaRPr lang="en-US" altLang="zh-CN" sz="1200" dirty="0">
              <a:latin typeface="微软雅黑" panose="020B0503020204020204" pitchFamily="34" charset="-122"/>
              <a:ea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项目组织治理、三层级责任。</a:t>
            </a:r>
            <a:endParaRPr lang="en-US" altLang="zh-CN" sz="1200" dirty="0">
              <a:latin typeface="微软雅黑" panose="020B0503020204020204" pitchFamily="34" charset="-122"/>
              <a:ea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治理机构。</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治理原则、治理要求。</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治理框架、治理维度。</a:t>
            </a:r>
          </a:p>
        </p:txBody>
      </p:sp>
      <p:sp>
        <p:nvSpPr>
          <p:cNvPr id="26" name="文本框 25">
            <a:extLst>
              <a:ext uri="{FF2B5EF4-FFF2-40B4-BE49-F238E27FC236}">
                <a16:creationId xmlns:a16="http://schemas.microsoft.com/office/drawing/2014/main" id="{996E5E43-F2C8-66D6-9BED-D17FFF0A6B0A}"/>
              </a:ext>
            </a:extLst>
          </p:cNvPr>
          <p:cNvSpPr txBox="1"/>
          <p:nvPr/>
        </p:nvSpPr>
        <p:spPr>
          <a:xfrm>
            <a:off x="6421238" y="1889499"/>
            <a:ext cx="2730383" cy="3231654"/>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组织运行环境、项目干系人管理。</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团队原则、干系人原则。</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明确角色职责原则、组织主题。</a:t>
            </a:r>
          </a:p>
          <a:p>
            <a:r>
              <a:rPr lang="zh-CN" altLang="en-US" sz="1200" dirty="0">
                <a:latin typeface="微软雅黑" panose="020B0503020204020204" pitchFamily="34" charset="-122"/>
                <a:ea typeface="微软雅黑" panose="020B0503020204020204" pitchFamily="34" charset="-122"/>
              </a:rPr>
              <a:t>项目管理结构、组织角色。</a:t>
            </a: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人员核心要素、项目生态系统。</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组织生态系统、五步骤组织设计发展。</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五层结构、责任分配矩阵。</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临时性结构、角色责任权力。</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人和行为、基本角色。</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组织角色、组织类型。</a:t>
            </a:r>
          </a:p>
        </p:txBody>
      </p:sp>
      <p:sp>
        <p:nvSpPr>
          <p:cNvPr id="29" name="文本框 28">
            <a:extLst>
              <a:ext uri="{FF2B5EF4-FFF2-40B4-BE49-F238E27FC236}">
                <a16:creationId xmlns:a16="http://schemas.microsoft.com/office/drawing/2014/main" id="{1EE9F00C-53FF-D0CA-36AB-64E10CC75B7C}"/>
              </a:ext>
            </a:extLst>
          </p:cNvPr>
          <p:cNvSpPr txBox="1"/>
          <p:nvPr/>
        </p:nvSpPr>
        <p:spPr>
          <a:xfrm>
            <a:off x="4780111" y="1897948"/>
            <a:ext cx="1682592" cy="3231654"/>
          </a:xfrm>
          <a:prstGeom prst="rect">
            <a:avLst/>
          </a:prstGeom>
          <a:noFill/>
        </p:spPr>
        <p:txBody>
          <a:bodyPr wrap="square">
            <a:spAutoFit/>
          </a:bodyPr>
          <a:lstStyle/>
          <a:p>
            <a:pPr algn="r"/>
            <a:r>
              <a:rPr lang="en-US" altLang="zh-CN" sz="1200" dirty="0">
                <a:latin typeface="微软雅黑" panose="020B0503020204020204" pitchFamily="34" charset="-122"/>
                <a:ea typeface="微软雅黑" panose="020B0503020204020204" pitchFamily="34" charset="-122"/>
              </a:rPr>
              <a:t>PMBOK</a:t>
            </a:r>
            <a:r>
              <a:rPr lang="zh-CN" altLang="en-US" sz="1200" dirty="0">
                <a:latin typeface="微软雅黑" panose="020B0503020204020204" pitchFamily="34" charset="-122"/>
                <a:ea typeface="微软雅黑" panose="020B0503020204020204" pitchFamily="34" charset="-122"/>
              </a:rPr>
              <a:t>指南第</a:t>
            </a: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版：</a:t>
            </a: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PMBOK</a:t>
            </a:r>
            <a:r>
              <a:rPr lang="zh-CN" altLang="en-US" sz="1200" dirty="0">
                <a:latin typeface="微软雅黑" panose="020B0503020204020204" pitchFamily="34" charset="-122"/>
                <a:ea typeface="微软雅黑" panose="020B0503020204020204" pitchFamily="34" charset="-122"/>
              </a:rPr>
              <a:t>指南第</a:t>
            </a:r>
            <a:r>
              <a:rPr lang="en-US" altLang="zh-CN" sz="1200" dirty="0">
                <a:latin typeface="微软雅黑" panose="020B0503020204020204" pitchFamily="34" charset="-122"/>
                <a:ea typeface="微软雅黑" panose="020B0503020204020204" pitchFamily="34" charset="-122"/>
              </a:rPr>
              <a:t>7</a:t>
            </a:r>
            <a:r>
              <a:rPr lang="zh-CN" altLang="en-US" sz="1200" dirty="0">
                <a:latin typeface="微软雅黑" panose="020B0503020204020204" pitchFamily="34" charset="-122"/>
                <a:ea typeface="微软雅黑" panose="020B0503020204020204" pitchFamily="34" charset="-122"/>
              </a:rPr>
              <a:t>版：</a:t>
            </a: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a:t>
            </a:r>
          </a:p>
          <a:p>
            <a:pPr algn="r"/>
            <a:r>
              <a:rPr lang="en-US" altLang="zh-CN" sz="1200" dirty="0">
                <a:latin typeface="微软雅黑" panose="020B0503020204020204" pitchFamily="34" charset="-122"/>
                <a:ea typeface="微软雅黑" panose="020B0503020204020204" pitchFamily="34" charset="-122"/>
              </a:rPr>
              <a:t>       PRINCE2</a:t>
            </a:r>
            <a:r>
              <a:rPr lang="zh-CN" altLang="en-US" sz="1200" dirty="0">
                <a:latin typeface="微软雅黑" panose="020B0503020204020204" pitchFamily="34" charset="-122"/>
                <a:ea typeface="微软雅黑" panose="020B0503020204020204" pitchFamily="34" charset="-122"/>
              </a:rPr>
              <a:t>第</a:t>
            </a: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版：</a:t>
            </a: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PRINCE2</a:t>
            </a:r>
            <a:r>
              <a:rPr lang="zh-CN" altLang="en-US" sz="1200" dirty="0">
                <a:latin typeface="微软雅黑" panose="020B0503020204020204" pitchFamily="34" charset="-122"/>
                <a:ea typeface="微软雅黑" panose="020B0503020204020204" pitchFamily="34" charset="-122"/>
              </a:rPr>
              <a:t>第</a:t>
            </a:r>
            <a:r>
              <a:rPr lang="en-US" altLang="zh-CN" sz="1200" dirty="0">
                <a:latin typeface="微软雅黑" panose="020B0503020204020204" pitchFamily="34" charset="-122"/>
                <a:ea typeface="微软雅黑" panose="020B0503020204020204" pitchFamily="34" charset="-122"/>
              </a:rPr>
              <a:t>7</a:t>
            </a:r>
            <a:r>
              <a:rPr lang="zh-CN" altLang="en-US" sz="1200" dirty="0">
                <a:latin typeface="微软雅黑" panose="020B0503020204020204" pitchFamily="34" charset="-122"/>
                <a:ea typeface="微软雅黑" panose="020B0503020204020204" pitchFamily="34" charset="-122"/>
              </a:rPr>
              <a:t>版：</a:t>
            </a:r>
            <a:r>
              <a:rPr lang="en-US" altLang="zh-CN" sz="1200" dirty="0">
                <a:latin typeface="微软雅黑" panose="020B0503020204020204" pitchFamily="34" charset="-122"/>
                <a:ea typeface="微软雅黑" panose="020B0503020204020204" pitchFamily="34" charset="-122"/>
              </a:rPr>
              <a:t>          </a:t>
            </a:r>
          </a:p>
          <a:p>
            <a:pPr algn="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PM</a:t>
            </a:r>
            <a:r>
              <a:rPr lang="en-US" altLang="zh-CN" sz="1200" baseline="300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方法论：</a:t>
            </a: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ISO21502</a:t>
            </a:r>
            <a:r>
              <a:rPr lang="zh-CN" altLang="en-US"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APMBOK</a:t>
            </a:r>
            <a:r>
              <a:rPr lang="zh-CN" altLang="en-US"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p>
            <a:pPr algn="r"/>
            <a:endParaRPr lang="zh-CN" altLang="en-US"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BS6079</a:t>
            </a:r>
            <a:r>
              <a:rPr lang="zh-CN" altLang="en-US" sz="1200" dirty="0">
                <a:latin typeface="微软雅黑" panose="020B0503020204020204" pitchFamily="34" charset="-122"/>
                <a:ea typeface="微软雅黑" panose="020B0503020204020204" pitchFamily="34" charset="-122"/>
              </a:rPr>
              <a:t>：</a:t>
            </a:r>
          </a:p>
        </p:txBody>
      </p:sp>
      <p:sp>
        <p:nvSpPr>
          <p:cNvPr id="9" name="文本框 8">
            <a:extLst>
              <a:ext uri="{FF2B5EF4-FFF2-40B4-BE49-F238E27FC236}">
                <a16:creationId xmlns:a16="http://schemas.microsoft.com/office/drawing/2014/main" id="{EECC1484-93AA-154E-281B-5BF92F8C5F45}"/>
              </a:ext>
            </a:extLst>
          </p:cNvPr>
          <p:cNvSpPr txBox="1"/>
          <p:nvPr>
            <p:custDataLst>
              <p:tags r:id="rId5"/>
            </p:custDataLst>
          </p:nvPr>
        </p:nvSpPr>
        <p:spPr>
          <a:xfrm>
            <a:off x="1147763" y="238125"/>
            <a:ext cx="3143250" cy="369332"/>
          </a:xfrm>
          <a:prstGeom prst="rect">
            <a:avLst/>
          </a:prstGeom>
          <a:noFill/>
        </p:spPr>
        <p:txBody>
          <a:bodyPr wrap="square" lIns="91440" tIns="45720" rIns="91440" bIns="45720" rtlCol="0" anchor="t">
            <a:spAutoFit/>
          </a:bodyPr>
          <a:lstStyle/>
          <a:p>
            <a:r>
              <a:rPr lang="zh-CN" altLang="en-US" b="1" dirty="0">
                <a:solidFill>
                  <a:schemeClr val="bg1"/>
                </a:solidFill>
                <a:latin typeface="微软雅黑" panose="020B0503020204020204" pitchFamily="34" charset="-122"/>
                <a:ea typeface="微软雅黑" panose="020B0503020204020204" pitchFamily="34" charset="-122"/>
                <a:sym typeface="+mn-ea"/>
              </a:rPr>
              <a:t>第六章思维导图 </a:t>
            </a:r>
            <a:r>
              <a:rPr lang="en-US" altLang="zh-CN" b="1" dirty="0">
                <a:solidFill>
                  <a:schemeClr val="bg1"/>
                </a:solidFill>
                <a:latin typeface="微软雅黑" panose="020B0503020204020204" pitchFamily="34" charset="-122"/>
                <a:ea typeface="微软雅黑" panose="020B0503020204020204" pitchFamily="34" charset="-122"/>
                <a:sym typeface="+mn-ea"/>
              </a:rPr>
              <a:t>(</a:t>
            </a:r>
            <a:r>
              <a:rPr lang="zh-CN" altLang="en-US" b="1" dirty="0">
                <a:solidFill>
                  <a:schemeClr val="bg1"/>
                </a:solidFill>
                <a:latin typeface="微软雅黑" panose="020B0503020204020204" pitchFamily="34" charset="-122"/>
                <a:ea typeface="微软雅黑" panose="020B0503020204020204" pitchFamily="34" charset="-122"/>
                <a:sym typeface="+mn-ea"/>
              </a:rPr>
              <a:t>续)</a:t>
            </a:r>
          </a:p>
        </p:txBody>
      </p:sp>
      <p:sp>
        <p:nvSpPr>
          <p:cNvPr id="20" name="文本框 19">
            <a:extLst>
              <a:ext uri="{FF2B5EF4-FFF2-40B4-BE49-F238E27FC236}">
                <a16:creationId xmlns:a16="http://schemas.microsoft.com/office/drawing/2014/main" id="{3B5CB0C5-DF4F-3211-FA38-06AC11570E02}"/>
              </a:ext>
            </a:extLst>
          </p:cNvPr>
          <p:cNvSpPr txBox="1"/>
          <p:nvPr/>
        </p:nvSpPr>
        <p:spPr>
          <a:xfrm>
            <a:off x="-245120" y="1876711"/>
            <a:ext cx="2223757" cy="3231654"/>
          </a:xfrm>
          <a:prstGeom prst="rect">
            <a:avLst/>
          </a:prstGeom>
          <a:noFill/>
        </p:spPr>
        <p:txBody>
          <a:bodyPr wrap="square">
            <a:spAutoFit/>
          </a:bodyPr>
          <a:lstStyle/>
          <a:p>
            <a:pPr lvl="1" algn="r"/>
            <a:r>
              <a:rPr lang="zh-CN" altLang="en-US" sz="1200" dirty="0">
                <a:latin typeface="微软雅黑" panose="020B0503020204020204" pitchFamily="34" charset="-122"/>
                <a:ea typeface="微软雅黑" panose="020B0503020204020204" pitchFamily="34" charset="-122"/>
              </a:rPr>
              <a:t>     治理概念 </a:t>
            </a:r>
            <a:r>
              <a:rPr lang="en-US" altLang="zh-CN" sz="1200" dirty="0">
                <a:latin typeface="微软雅黑" panose="020B0503020204020204" pitchFamily="34" charset="-122"/>
                <a:ea typeface="微软雅黑" panose="020B0503020204020204" pitchFamily="34" charset="-122"/>
              </a:rPr>
              <a:t>:</a:t>
            </a:r>
          </a:p>
          <a:p>
            <a:pPr lvl="1"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PMBOK</a:t>
            </a:r>
            <a:r>
              <a:rPr lang="zh-CN" altLang="en-US" sz="1200" dirty="0">
                <a:latin typeface="微软雅黑" panose="020B0503020204020204" pitchFamily="34" charset="-122"/>
                <a:ea typeface="微软雅黑" panose="020B0503020204020204" pitchFamily="34" charset="-122"/>
              </a:rPr>
              <a:t>指南第</a:t>
            </a: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版 </a:t>
            </a:r>
            <a:r>
              <a:rPr lang="en-US" altLang="zh-CN" sz="1200" dirty="0">
                <a:latin typeface="微软雅黑" panose="020B0503020204020204" pitchFamily="34" charset="-122"/>
                <a:ea typeface="微软雅黑" panose="020B0503020204020204" pitchFamily="34" charset="-122"/>
              </a:rPr>
              <a:t>:</a:t>
            </a: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PMBOK</a:t>
            </a:r>
            <a:r>
              <a:rPr lang="zh-CN" altLang="en-US" sz="1200" dirty="0">
                <a:latin typeface="微软雅黑" panose="020B0503020204020204" pitchFamily="34" charset="-122"/>
                <a:ea typeface="微软雅黑" panose="020B0503020204020204" pitchFamily="34" charset="-122"/>
              </a:rPr>
              <a:t>指南第</a:t>
            </a:r>
            <a:r>
              <a:rPr lang="en-US" altLang="zh-CN" sz="1200" dirty="0">
                <a:latin typeface="微软雅黑" panose="020B0503020204020204" pitchFamily="34" charset="-122"/>
                <a:ea typeface="微软雅黑" panose="020B0503020204020204" pitchFamily="34" charset="-122"/>
              </a:rPr>
              <a:t>7</a:t>
            </a:r>
            <a:r>
              <a:rPr lang="zh-CN" altLang="en-US" sz="1200" dirty="0">
                <a:latin typeface="微软雅黑" panose="020B0503020204020204" pitchFamily="34" charset="-122"/>
                <a:ea typeface="微软雅黑" panose="020B0503020204020204" pitchFamily="34" charset="-122"/>
              </a:rPr>
              <a:t>版 </a:t>
            </a:r>
            <a:r>
              <a:rPr lang="en-US" altLang="zh-CN" sz="1200" dirty="0">
                <a:latin typeface="微软雅黑" panose="020B0503020204020204" pitchFamily="34" charset="-122"/>
                <a:ea typeface="微软雅黑" panose="020B0503020204020204" pitchFamily="34" charset="-122"/>
              </a:rPr>
              <a:t>: </a:t>
            </a: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ICB4.0 :</a:t>
            </a:r>
          </a:p>
          <a:p>
            <a:pPr algn="r"/>
            <a:r>
              <a:rPr lang="en-US" altLang="zh-CN" sz="1200" dirty="0">
                <a:latin typeface="微软雅黑" panose="020B0503020204020204" pitchFamily="34" charset="-122"/>
                <a:ea typeface="微软雅黑" panose="020B0503020204020204" pitchFamily="34" charset="-122"/>
              </a:rPr>
              <a:t>          </a:t>
            </a:r>
          </a:p>
          <a:p>
            <a:pPr lvl="1" algn="r"/>
            <a:r>
              <a:rPr lang="en-US" altLang="zh-CN" sz="1200" dirty="0">
                <a:latin typeface="微软雅黑" panose="020B0503020204020204" pitchFamily="34" charset="-122"/>
                <a:ea typeface="微软雅黑" panose="020B0503020204020204" pitchFamily="34" charset="-122"/>
              </a:rPr>
              <a:t>   ISO21502 :</a:t>
            </a:r>
          </a:p>
          <a:p>
            <a:pPr lvl="1" algn="r"/>
            <a:r>
              <a:rPr lang="en-US" altLang="zh-CN" sz="1200" dirty="0">
                <a:latin typeface="微软雅黑" panose="020B0503020204020204" pitchFamily="34" charset="-122"/>
                <a:ea typeface="微软雅黑" panose="020B0503020204020204" pitchFamily="34" charset="-122"/>
              </a:rPr>
              <a:t> </a:t>
            </a:r>
          </a:p>
          <a:p>
            <a:r>
              <a:rPr lang="en-US" altLang="zh-CN" sz="1200" dirty="0">
                <a:latin typeface="微软雅黑" panose="020B0503020204020204" pitchFamily="34" charset="-122"/>
                <a:ea typeface="微软雅黑" panose="020B0503020204020204" pitchFamily="34" charset="-122"/>
              </a:rPr>
              <a:t>                             PRINCE2 :</a:t>
            </a:r>
          </a:p>
          <a:p>
            <a:pPr algn="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			PM</a:t>
            </a:r>
            <a:r>
              <a:rPr lang="en-US" altLang="zh-CN" sz="1200" baseline="300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方法论 </a:t>
            </a:r>
            <a:r>
              <a:rPr lang="en-US" altLang="zh-CN" sz="1200" dirty="0">
                <a:latin typeface="微软雅黑" panose="020B0503020204020204" pitchFamily="34" charset="-122"/>
                <a:ea typeface="微软雅黑" panose="020B0503020204020204" pitchFamily="34" charset="-122"/>
              </a:rPr>
              <a:t>:</a:t>
            </a:r>
          </a:p>
          <a:p>
            <a:r>
              <a:rPr lang="en-US" altLang="zh-CN" sz="1200" dirty="0">
                <a:latin typeface="微软雅黑" panose="020B0503020204020204" pitchFamily="34" charset="-122"/>
                <a:ea typeface="微软雅黑" panose="020B0503020204020204" pitchFamily="34" charset="-122"/>
              </a:rPr>
              <a:t>                      </a:t>
            </a:r>
          </a:p>
          <a:p>
            <a:pPr algn="r"/>
            <a:r>
              <a:rPr lang="en-US" altLang="zh-CN" sz="1200" dirty="0">
                <a:latin typeface="微软雅黑" panose="020B0503020204020204" pitchFamily="34" charset="-122"/>
                <a:ea typeface="微软雅黑" panose="020B0503020204020204" pitchFamily="34" charset="-122"/>
              </a:rPr>
              <a:t>APMBOK :    </a:t>
            </a:r>
          </a:p>
          <a:p>
            <a:pPr algn="r"/>
            <a:r>
              <a:rPr lang="en-US" altLang="zh-CN" sz="1200" dirty="0">
                <a:latin typeface="微软雅黑" panose="020B0503020204020204" pitchFamily="34" charset="-122"/>
                <a:ea typeface="微软雅黑" panose="020B0503020204020204" pitchFamily="34" charset="-122"/>
              </a:rPr>
              <a:t>                       </a:t>
            </a:r>
          </a:p>
          <a:p>
            <a:pPr algn="r"/>
            <a:r>
              <a:rPr lang="en-US" altLang="zh-CN" sz="1200" dirty="0">
                <a:latin typeface="微软雅黑" panose="020B0503020204020204" pitchFamily="34" charset="-122"/>
                <a:ea typeface="微软雅黑" panose="020B0503020204020204" pitchFamily="34" charset="-122"/>
              </a:rPr>
              <a:t>  BS6079 :</a:t>
            </a:r>
            <a:endParaRPr lang="zh-CN" altLang="en-US" sz="1200" dirty="0">
              <a:latin typeface="微软雅黑" panose="020B0503020204020204" pitchFamily="34" charset="-122"/>
              <a:ea typeface="微软雅黑" panose="020B0503020204020204" pitchFamily="34" charset="-122"/>
            </a:endParaRPr>
          </a:p>
        </p:txBody>
      </p:sp>
      <p:cxnSp>
        <p:nvCxnSpPr>
          <p:cNvPr id="22" name="直接连接符 21">
            <a:extLst>
              <a:ext uri="{FF2B5EF4-FFF2-40B4-BE49-F238E27FC236}">
                <a16:creationId xmlns:a16="http://schemas.microsoft.com/office/drawing/2014/main" id="{F9C15E02-0CFD-B36D-0D9E-F17CE3AAC9E2}"/>
              </a:ext>
            </a:extLst>
          </p:cNvPr>
          <p:cNvCxnSpPr>
            <a:cxnSpLocks/>
          </p:cNvCxnSpPr>
          <p:nvPr/>
        </p:nvCxnSpPr>
        <p:spPr>
          <a:xfrm flipH="1">
            <a:off x="6406724" y="1852543"/>
            <a:ext cx="1" cy="325582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772551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DC485-C2D1-C72A-1434-F3FCAF43BE0C}"/>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1EBD6EE0-049E-C89F-C445-FE91F126D0BD}"/>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0500C517-A669-3D62-5573-6E75012DA59C}"/>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5FDC1E1E-72AB-8D2D-4CCD-94A34200D338}"/>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56D47C71-3DC2-725E-7B6E-6D64FFAC2104}"/>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DB657AC9-F620-9857-7988-3D792133F6FC}"/>
              </a:ext>
            </a:extLst>
          </p:cNvPr>
          <p:cNvPicPr>
            <a:picLocks noChangeAspect="1"/>
          </p:cNvPicPr>
          <p:nvPr>
            <p:custDataLst>
              <p:tags r:id="rId4"/>
            </p:custDataLst>
          </p:nvPr>
        </p:nvPicPr>
        <p:blipFill>
          <a:blip r:embed="rId7">
            <a:alphaModFix amt="54000"/>
          </a:blip>
          <a:stretch>
            <a:fillRect/>
          </a:stretch>
        </p:blipFill>
        <p:spPr>
          <a:xfrm>
            <a:off x="7643813" y="137160"/>
            <a:ext cx="1584960" cy="611505"/>
          </a:xfrm>
          <a:prstGeom prst="rect">
            <a:avLst/>
          </a:prstGeom>
        </p:spPr>
      </p:pic>
      <p:sp>
        <p:nvSpPr>
          <p:cNvPr id="2" name="矩形: 圆角 1">
            <a:extLst>
              <a:ext uri="{FF2B5EF4-FFF2-40B4-BE49-F238E27FC236}">
                <a16:creationId xmlns:a16="http://schemas.microsoft.com/office/drawing/2014/main" id="{7A13D45A-BA07-6E48-767D-D736864BD129}"/>
              </a:ext>
            </a:extLst>
          </p:cNvPr>
          <p:cNvSpPr/>
          <p:nvPr/>
        </p:nvSpPr>
        <p:spPr>
          <a:xfrm>
            <a:off x="2984593" y="780097"/>
            <a:ext cx="2535840" cy="466662"/>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Noto Sans"/>
                <a:ea typeface="Microsoft YaHei"/>
                <a:cs typeface="Noto Sans"/>
              </a:rPr>
              <a:t>第六章 项目组织与关键角色</a:t>
            </a:r>
          </a:p>
        </p:txBody>
      </p:sp>
      <p:sp>
        <p:nvSpPr>
          <p:cNvPr id="10" name="矩形: 圆角 9">
            <a:extLst>
              <a:ext uri="{FF2B5EF4-FFF2-40B4-BE49-F238E27FC236}">
                <a16:creationId xmlns:a16="http://schemas.microsoft.com/office/drawing/2014/main" id="{09253FF6-ACD2-FB26-E973-45486012FEC5}"/>
              </a:ext>
            </a:extLst>
          </p:cNvPr>
          <p:cNvSpPr/>
          <p:nvPr/>
        </p:nvSpPr>
        <p:spPr>
          <a:xfrm>
            <a:off x="3720541" y="1272031"/>
            <a:ext cx="1063943" cy="414402"/>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项目经理</a:t>
            </a:r>
          </a:p>
        </p:txBody>
      </p:sp>
      <p:sp>
        <p:nvSpPr>
          <p:cNvPr id="26" name="文本框 25">
            <a:extLst>
              <a:ext uri="{FF2B5EF4-FFF2-40B4-BE49-F238E27FC236}">
                <a16:creationId xmlns:a16="http://schemas.microsoft.com/office/drawing/2014/main" id="{95E4BE83-C9B9-737C-4152-FD0AE7F1DCCB}"/>
              </a:ext>
            </a:extLst>
          </p:cNvPr>
          <p:cNvSpPr txBox="1"/>
          <p:nvPr/>
        </p:nvSpPr>
        <p:spPr>
          <a:xfrm>
            <a:off x="1750200" y="2084070"/>
            <a:ext cx="3130961" cy="3416320"/>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项目经理定义、角色特性。</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领导力行为、项目经理职能。</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旧版：技术管理、领导力、战略商务。</a:t>
            </a:r>
          </a:p>
          <a:p>
            <a:r>
              <a:rPr lang="zh-CN" altLang="en-US" sz="1200" dirty="0">
                <a:latin typeface="微软雅黑" panose="020B0503020204020204" pitchFamily="34" charset="-122"/>
                <a:ea typeface="微软雅黑" panose="020B0503020204020204" pitchFamily="34" charset="-122"/>
              </a:rPr>
              <a:t>新版：工作方式、影响力技能、商业敏锐度。</a:t>
            </a: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知识能力、绩效能力、个人能力。</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对项目赞助人委员会负责、完成项目既定范围、领导管理项目团队。</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项目管理委员会设定限制、负责项目日常管理、时间成本质量范围风险收益。</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107FD753-62A6-3A8B-57E9-638108988FBB}"/>
              </a:ext>
            </a:extLst>
          </p:cNvPr>
          <p:cNvSpPr txBox="1"/>
          <p:nvPr/>
        </p:nvSpPr>
        <p:spPr>
          <a:xfrm>
            <a:off x="106161" y="2084070"/>
            <a:ext cx="1682592" cy="3600986"/>
          </a:xfrm>
          <a:prstGeom prst="rect">
            <a:avLst/>
          </a:prstGeom>
          <a:noFill/>
        </p:spPr>
        <p:txBody>
          <a:bodyPr wrap="square">
            <a:spAutoFit/>
          </a:bodyPr>
          <a:lstStyle/>
          <a:p>
            <a:pPr algn="r"/>
            <a:r>
              <a:rPr lang="en-US" altLang="zh-CN" sz="1200" dirty="0">
                <a:latin typeface="微软雅黑" panose="020B0503020204020204" pitchFamily="34" charset="-122"/>
                <a:ea typeface="微软雅黑" panose="020B0503020204020204" pitchFamily="34" charset="-122"/>
              </a:rPr>
              <a:t>PMBOK</a:t>
            </a:r>
            <a:r>
              <a:rPr lang="zh-CN" altLang="en-US" sz="1200" dirty="0">
                <a:latin typeface="微软雅黑" panose="020B0503020204020204" pitchFamily="34" charset="-122"/>
                <a:ea typeface="微软雅黑" panose="020B0503020204020204" pitchFamily="34" charset="-122"/>
              </a:rPr>
              <a:t>指南第</a:t>
            </a: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版：</a:t>
            </a: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PMBOK</a:t>
            </a:r>
            <a:r>
              <a:rPr lang="zh-CN" altLang="en-US" sz="1200" dirty="0">
                <a:latin typeface="微软雅黑" panose="020B0503020204020204" pitchFamily="34" charset="-122"/>
                <a:ea typeface="微软雅黑" panose="020B0503020204020204" pitchFamily="34" charset="-122"/>
              </a:rPr>
              <a:t>指南第</a:t>
            </a:r>
            <a:r>
              <a:rPr lang="en-US" altLang="zh-CN" sz="1200" dirty="0">
                <a:latin typeface="微软雅黑" panose="020B0503020204020204" pitchFamily="34" charset="-122"/>
                <a:ea typeface="微软雅黑" panose="020B0503020204020204" pitchFamily="34" charset="-122"/>
              </a:rPr>
              <a:t>7</a:t>
            </a:r>
            <a:r>
              <a:rPr lang="zh-CN" altLang="en-US" sz="1200" dirty="0">
                <a:latin typeface="微软雅黑" panose="020B0503020204020204" pitchFamily="34" charset="-122"/>
                <a:ea typeface="微软雅黑" panose="020B0503020204020204" pitchFamily="34" charset="-122"/>
              </a:rPr>
              <a:t>版：</a:t>
            </a: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a:t>
            </a:r>
          </a:p>
          <a:p>
            <a:pPr algn="r"/>
            <a:r>
              <a:rPr lang="en-US" altLang="zh-CN" sz="1200" dirty="0">
                <a:latin typeface="微软雅黑" panose="020B0503020204020204" pitchFamily="34" charset="-122"/>
                <a:ea typeface="微软雅黑" panose="020B0503020204020204" pitchFamily="34" charset="-122"/>
              </a:rPr>
              <a:t>          PMI</a:t>
            </a:r>
            <a:r>
              <a:rPr lang="zh-CN" altLang="en-US" sz="1200" dirty="0">
                <a:latin typeface="微软雅黑" panose="020B0503020204020204" pitchFamily="34" charset="-122"/>
                <a:ea typeface="微软雅黑" panose="020B0503020204020204" pitchFamily="34" charset="-122"/>
              </a:rPr>
              <a:t>人才三角：</a:t>
            </a: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a:t>
            </a:r>
          </a:p>
          <a:p>
            <a:pPr algn="r"/>
            <a:r>
              <a:rPr lang="en-US" altLang="zh-CN" sz="1200" dirty="0">
                <a:latin typeface="微软雅黑" panose="020B0503020204020204" pitchFamily="34" charset="-122"/>
                <a:ea typeface="微软雅黑" panose="020B0503020204020204" pitchFamily="34" charset="-122"/>
              </a:rPr>
              <a:t> PMI</a:t>
            </a:r>
            <a:r>
              <a:rPr lang="zh-CN" altLang="en-US" sz="1200" dirty="0">
                <a:latin typeface="微软雅黑" panose="020B0503020204020204" pitchFamily="34" charset="-122"/>
                <a:ea typeface="微软雅黑" panose="020B0503020204020204" pitchFamily="34" charset="-122"/>
              </a:rPr>
              <a:t>的</a:t>
            </a:r>
            <a:r>
              <a:rPr lang="en-US" altLang="zh-CN" sz="1200" dirty="0">
                <a:latin typeface="微软雅黑" panose="020B0503020204020204" pitchFamily="34" charset="-122"/>
                <a:ea typeface="微软雅黑" panose="020B0503020204020204" pitchFamily="34" charset="-122"/>
              </a:rPr>
              <a:t>PMCD</a:t>
            </a:r>
            <a:r>
              <a:rPr lang="zh-CN" altLang="en-US" sz="1200" dirty="0">
                <a:latin typeface="微软雅黑" panose="020B0503020204020204" pitchFamily="34" charset="-122"/>
                <a:ea typeface="微软雅黑" panose="020B0503020204020204" pitchFamily="34" charset="-122"/>
              </a:rPr>
              <a:t>框架：</a:t>
            </a: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ISO21502</a:t>
            </a:r>
            <a:r>
              <a:rPr lang="zh-CN" altLang="en-US"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a:t>
            </a:r>
          </a:p>
          <a:p>
            <a:pPr algn="r"/>
            <a:r>
              <a:rPr lang="en-US" altLang="zh-CN" sz="1200" dirty="0">
                <a:latin typeface="微软雅黑" panose="020B0503020204020204" pitchFamily="34" charset="-122"/>
                <a:ea typeface="微软雅黑" panose="020B0503020204020204" pitchFamily="34" charset="-122"/>
              </a:rPr>
              <a:t>PRINCE2</a:t>
            </a:r>
            <a:r>
              <a:rPr lang="zh-CN" altLang="en-US"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endParaRPr lang="zh-CN" altLang="en-US" sz="1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316F6073-251B-1212-7E7A-6E8DD3C99E94}"/>
              </a:ext>
            </a:extLst>
          </p:cNvPr>
          <p:cNvSpPr txBox="1"/>
          <p:nvPr>
            <p:custDataLst>
              <p:tags r:id="rId5"/>
            </p:custDataLst>
          </p:nvPr>
        </p:nvSpPr>
        <p:spPr>
          <a:xfrm>
            <a:off x="1147763" y="238125"/>
            <a:ext cx="3143250" cy="369332"/>
          </a:xfrm>
          <a:prstGeom prst="rect">
            <a:avLst/>
          </a:prstGeom>
          <a:noFill/>
        </p:spPr>
        <p:txBody>
          <a:bodyPr wrap="square" lIns="91440" tIns="45720" rIns="91440" bIns="45720" rtlCol="0" anchor="t">
            <a:spAutoFit/>
          </a:bodyPr>
          <a:lstStyle/>
          <a:p>
            <a:r>
              <a:rPr lang="zh-CN" altLang="en-US" b="1" dirty="0">
                <a:solidFill>
                  <a:schemeClr val="bg1"/>
                </a:solidFill>
                <a:latin typeface="微软雅黑" panose="020B0503020204020204" pitchFamily="34" charset="-122"/>
                <a:ea typeface="微软雅黑" panose="020B0503020204020204" pitchFamily="34" charset="-122"/>
                <a:sym typeface="+mn-ea"/>
              </a:rPr>
              <a:t>第六章思维导图 (续)</a:t>
            </a:r>
          </a:p>
        </p:txBody>
      </p:sp>
      <p:cxnSp>
        <p:nvCxnSpPr>
          <p:cNvPr id="4" name="直接连接符 3">
            <a:extLst>
              <a:ext uri="{FF2B5EF4-FFF2-40B4-BE49-F238E27FC236}">
                <a16:creationId xmlns:a16="http://schemas.microsoft.com/office/drawing/2014/main" id="{2338C717-44CB-B28E-277C-C360AC38C05D}"/>
              </a:ext>
            </a:extLst>
          </p:cNvPr>
          <p:cNvCxnSpPr>
            <a:cxnSpLocks/>
            <a:stCxn id="2" idx="2"/>
            <a:endCxn id="10" idx="0"/>
          </p:cNvCxnSpPr>
          <p:nvPr/>
        </p:nvCxnSpPr>
        <p:spPr>
          <a:xfrm>
            <a:off x="4252513" y="1246759"/>
            <a:ext cx="0" cy="252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左大括号 15">
            <a:extLst>
              <a:ext uri="{FF2B5EF4-FFF2-40B4-BE49-F238E27FC236}">
                <a16:creationId xmlns:a16="http://schemas.microsoft.com/office/drawing/2014/main" id="{0EE89C96-01EB-0981-9441-B47A80FD6555}"/>
              </a:ext>
            </a:extLst>
          </p:cNvPr>
          <p:cNvSpPr/>
          <p:nvPr/>
        </p:nvSpPr>
        <p:spPr>
          <a:xfrm rot="5400000">
            <a:off x="4087057" y="-1577179"/>
            <a:ext cx="330910" cy="6842759"/>
          </a:xfrm>
          <a:prstGeom prst="leftBrace">
            <a:avLst/>
          </a:pr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cxnSp>
        <p:nvCxnSpPr>
          <p:cNvPr id="17" name="直接连接符 16">
            <a:extLst>
              <a:ext uri="{FF2B5EF4-FFF2-40B4-BE49-F238E27FC236}">
                <a16:creationId xmlns:a16="http://schemas.microsoft.com/office/drawing/2014/main" id="{60B2E71E-80DE-B825-2F88-5CCEBE432785}"/>
              </a:ext>
            </a:extLst>
          </p:cNvPr>
          <p:cNvCxnSpPr>
            <a:cxnSpLocks/>
          </p:cNvCxnSpPr>
          <p:nvPr/>
        </p:nvCxnSpPr>
        <p:spPr>
          <a:xfrm>
            <a:off x="1731162" y="2118419"/>
            <a:ext cx="0" cy="29318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FBE5657-BFFD-3784-89DE-CE9E0C26E128}"/>
              </a:ext>
            </a:extLst>
          </p:cNvPr>
          <p:cNvSpPr txBox="1"/>
          <p:nvPr/>
        </p:nvSpPr>
        <p:spPr>
          <a:xfrm>
            <a:off x="6174918" y="2118419"/>
            <a:ext cx="3053855" cy="2215991"/>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专注交付项目成果、日常管理责任。</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项目专业人士、交付赞助人定义成果价值。</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项目日常管理、确保产出符合预期成果。</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项目经理胜任力、技术能力、行为能力、情境能力。</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73600A50-3DAC-9D54-F611-60CE4C392CF1}"/>
              </a:ext>
            </a:extLst>
          </p:cNvPr>
          <p:cNvSpPr txBox="1"/>
          <p:nvPr/>
        </p:nvSpPr>
        <p:spPr>
          <a:xfrm>
            <a:off x="4572000" y="2118419"/>
            <a:ext cx="1682592" cy="2677656"/>
          </a:xfrm>
          <a:prstGeom prst="rect">
            <a:avLst/>
          </a:prstGeom>
          <a:noFill/>
        </p:spPr>
        <p:txBody>
          <a:bodyPr wrap="square">
            <a:spAutoFit/>
          </a:bodyPr>
          <a:lstStyle/>
          <a:p>
            <a:pPr algn="r"/>
            <a:r>
              <a:rPr lang="en-US" altLang="zh-CN" sz="1200" dirty="0">
                <a:latin typeface="微软雅黑" panose="020B0503020204020204" pitchFamily="34" charset="-122"/>
                <a:ea typeface="微软雅黑" panose="020B0503020204020204" pitchFamily="34" charset="-122"/>
              </a:rPr>
              <a:t>PM</a:t>
            </a:r>
            <a:r>
              <a:rPr lang="en-US" altLang="zh-CN" sz="1200" baseline="300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方法论：</a:t>
            </a: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APMBOK</a:t>
            </a:r>
            <a:r>
              <a:rPr lang="zh-CN" altLang="en-US"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a:t>
            </a:r>
          </a:p>
          <a:p>
            <a:pPr algn="r"/>
            <a:r>
              <a:rPr lang="en-US" altLang="zh-CN" sz="1200" dirty="0">
                <a:latin typeface="微软雅黑" panose="020B0503020204020204" pitchFamily="34" charset="-122"/>
                <a:ea typeface="微软雅黑" panose="020B0503020204020204" pitchFamily="34" charset="-122"/>
              </a:rPr>
              <a:t>          BS6079</a:t>
            </a:r>
            <a:r>
              <a:rPr lang="zh-CN" altLang="en-US"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a:t>
            </a:r>
          </a:p>
          <a:p>
            <a:pPr algn="r"/>
            <a:r>
              <a:rPr lang="en-US" altLang="zh-CN" sz="1200" dirty="0">
                <a:latin typeface="微软雅黑" panose="020B0503020204020204" pitchFamily="34" charset="-122"/>
                <a:ea typeface="微软雅黑" panose="020B0503020204020204" pitchFamily="34" charset="-122"/>
              </a:rPr>
              <a:t>ICB4.0</a:t>
            </a:r>
            <a:r>
              <a:rPr lang="zh-CN" altLang="en-US"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r>
              <a:rPr lang="en-US" altLang="zh-CN" sz="1200" dirty="0">
                <a:latin typeface="微软雅黑" panose="020B0503020204020204" pitchFamily="34" charset="-122"/>
                <a:ea typeface="微软雅黑" panose="020B0503020204020204" pitchFamily="34" charset="-122"/>
              </a:rPr>
              <a:t>            </a:t>
            </a:r>
          </a:p>
          <a:p>
            <a:pPr algn="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endParaRPr lang="en-US" altLang="zh-CN" sz="1200" dirty="0">
              <a:latin typeface="微软雅黑" panose="020B0503020204020204" pitchFamily="34" charset="-122"/>
              <a:ea typeface="微软雅黑" panose="020B0503020204020204" pitchFamily="34" charset="-122"/>
            </a:endParaRPr>
          </a:p>
          <a:p>
            <a:pPr algn="r"/>
            <a:endParaRPr lang="zh-CN" altLang="en-US" sz="1200" dirty="0">
              <a:latin typeface="微软雅黑" panose="020B0503020204020204" pitchFamily="34" charset="-122"/>
              <a:ea typeface="微软雅黑" panose="020B0503020204020204" pitchFamily="34" charset="-122"/>
            </a:endParaRPr>
          </a:p>
        </p:txBody>
      </p:sp>
      <p:cxnSp>
        <p:nvCxnSpPr>
          <p:cNvPr id="24" name="直接连接符 23">
            <a:extLst>
              <a:ext uri="{FF2B5EF4-FFF2-40B4-BE49-F238E27FC236}">
                <a16:creationId xmlns:a16="http://schemas.microsoft.com/office/drawing/2014/main" id="{8431A31A-C4F5-A5B8-A0B8-42371466EA11}"/>
              </a:ext>
            </a:extLst>
          </p:cNvPr>
          <p:cNvCxnSpPr>
            <a:cxnSpLocks/>
          </p:cNvCxnSpPr>
          <p:nvPr/>
        </p:nvCxnSpPr>
        <p:spPr>
          <a:xfrm>
            <a:off x="6174918" y="2135353"/>
            <a:ext cx="0" cy="29318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295442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EAD86-500C-4E0D-3860-9ACA1047E4C7}"/>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2EF1F46F-B103-E255-FC09-F80240737091}"/>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9F780A40-6572-27ED-1BA3-FB3B0C35F862}"/>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890B01F6-1C87-6F2D-3EC2-69D1D79E3F79}"/>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B2DAF2FA-BF4C-34A8-1CFD-1172CC7C56EB}"/>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C3A9E2E8-93A5-155B-783A-92975A15D0DB}"/>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E857F750-720D-D889-F1FC-A3100FD7D306}"/>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6.1</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46DC937B-DB7E-6B1F-C87E-3C428334C85F}"/>
              </a:ext>
            </a:extLst>
          </p:cNvPr>
          <p:cNvSpPr txBox="1"/>
          <p:nvPr>
            <p:custDataLst>
              <p:tags r:id="rId6"/>
            </p:custDataLst>
          </p:nvPr>
        </p:nvSpPr>
        <p:spPr>
          <a:xfrm>
            <a:off x="1147763" y="238125"/>
            <a:ext cx="3143250" cy="369332"/>
          </a:xfrm>
          <a:prstGeom prst="rect">
            <a:avLst/>
          </a:prstGeom>
          <a:noFill/>
        </p:spPr>
        <p:txBody>
          <a:bodyPr wrap="square" lIns="91440" tIns="45720" rIns="91440" bIns="45720" rtlCol="0" anchor="t">
            <a:spAutoFit/>
          </a:bodyPr>
          <a:lstStyle/>
          <a:p>
            <a:pPr lvl="0" algn="l">
              <a:buClrTx/>
              <a:buSzTx/>
              <a:buFontTx/>
            </a:pPr>
            <a:r>
              <a:rPr lang="zh-CN" altLang="en-US" b="1" dirty="0">
                <a:solidFill>
                  <a:schemeClr val="bg1"/>
                </a:solidFill>
                <a:latin typeface="Noto Sans"/>
                <a:ea typeface="微软雅黑" panose="020B0503020204020204" charset="-122"/>
                <a:cs typeface="Noto Sans"/>
                <a:sym typeface="+mn-ea"/>
              </a:rPr>
              <a:t>项目治理概念与内涵</a:t>
            </a:r>
          </a:p>
        </p:txBody>
      </p:sp>
      <p:sp>
        <p:nvSpPr>
          <p:cNvPr id="15" name="Text 3">
            <a:extLst>
              <a:ext uri="{FF2B5EF4-FFF2-40B4-BE49-F238E27FC236}">
                <a16:creationId xmlns:a16="http://schemas.microsoft.com/office/drawing/2014/main" id="{258E718C-8EC5-26B9-C209-C0339143A8E9}"/>
              </a:ext>
            </a:extLst>
          </p:cNvPr>
          <p:cNvSpPr/>
          <p:nvPr/>
        </p:nvSpPr>
        <p:spPr>
          <a:xfrm>
            <a:off x="832159" y="1300105"/>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项目治理的定义</a:t>
            </a:r>
            <a:endParaRPr lang="en-US" sz="1350" dirty="0"/>
          </a:p>
        </p:txBody>
      </p:sp>
      <p:sp>
        <p:nvSpPr>
          <p:cNvPr id="6" name="TextBox 5">
            <a:extLst>
              <a:ext uri="{FF2B5EF4-FFF2-40B4-BE49-F238E27FC236}">
                <a16:creationId xmlns:a16="http://schemas.microsoft.com/office/drawing/2014/main" id="{449FBD75-B83B-F7B1-26EC-243B9EC4CAAA}"/>
              </a:ext>
            </a:extLst>
          </p:cNvPr>
          <p:cNvSpPr txBox="1"/>
          <p:nvPr/>
        </p:nvSpPr>
        <p:spPr>
          <a:xfrm>
            <a:off x="767159" y="1604076"/>
            <a:ext cx="7928606"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zh-CN" sz="1200" dirty="0">
                <a:latin typeface="Noto Sans"/>
                <a:ea typeface="Microsoft YaHei"/>
                <a:cs typeface="Noto Sans"/>
              </a:rPr>
              <a:t>项目治理是为</a:t>
            </a:r>
            <a:r>
              <a:rPr lang="zh-CN" sz="1200" dirty="0">
                <a:solidFill>
                  <a:srgbClr val="FF0000"/>
                </a:solidFill>
                <a:latin typeface="Noto Sans"/>
                <a:ea typeface="Microsoft YaHei"/>
                <a:cs typeface="Noto Sans"/>
              </a:rPr>
              <a:t>项目提供框架、职能和流程</a:t>
            </a:r>
            <a:r>
              <a:rPr lang="zh-CN" sz="1200" dirty="0">
                <a:latin typeface="Noto Sans"/>
                <a:ea typeface="Microsoft YaHei"/>
                <a:cs typeface="Noto Sans"/>
              </a:rPr>
              <a:t>，以指导项目管理活动，确保项目与</a:t>
            </a:r>
            <a:r>
              <a:rPr lang="zh-CN" sz="1200" dirty="0">
                <a:solidFill>
                  <a:srgbClr val="FF0000"/>
                </a:solidFill>
                <a:latin typeface="Noto Sans"/>
                <a:ea typeface="Microsoft YaHei"/>
                <a:cs typeface="Noto Sans"/>
              </a:rPr>
              <a:t>组织战略和目标</a:t>
            </a:r>
            <a:r>
              <a:rPr lang="zh-CN" sz="1200" dirty="0">
                <a:latin typeface="Noto Sans"/>
                <a:ea typeface="Microsoft YaHei"/>
                <a:cs typeface="Noto Sans"/>
              </a:rPr>
              <a:t>保持一致，并以符合</a:t>
            </a:r>
            <a:r>
              <a:rPr lang="zh-CN" sz="1200" dirty="0">
                <a:solidFill>
                  <a:srgbClr val="FF0000"/>
                </a:solidFill>
                <a:latin typeface="Noto Sans"/>
                <a:ea typeface="Microsoft YaHei"/>
                <a:cs typeface="Noto Sans"/>
              </a:rPr>
              <a:t>组织利益的</a:t>
            </a:r>
            <a:r>
              <a:rPr lang="zh-CN" sz="1200" dirty="0">
                <a:latin typeface="Noto Sans"/>
                <a:ea typeface="Microsoft YaHei"/>
                <a:cs typeface="Noto Sans"/>
              </a:rPr>
              <a:t>方式进行管理。 </a:t>
            </a:r>
            <a:endParaRPr lang="zh-CN" altLang="en-US" sz="1200" dirty="0">
              <a:latin typeface="Noto Sans"/>
              <a:ea typeface="Microsoft YaHei"/>
              <a:cs typeface="Noto Sans"/>
            </a:endParaRPr>
          </a:p>
          <a:p>
            <a:endParaRPr lang="zh-CN" altLang="en-US" sz="1200" dirty="0">
              <a:latin typeface="Noto Sans"/>
              <a:ea typeface="Microsoft YaHei"/>
              <a:cs typeface="Noto Sans"/>
            </a:endParaRPr>
          </a:p>
          <a:p>
            <a:r>
              <a:rPr lang="zh-CN" sz="1200" dirty="0">
                <a:latin typeface="Noto Sans"/>
                <a:ea typeface="Microsoft YaHei"/>
                <a:cs typeface="Noto Sans"/>
              </a:rPr>
              <a:t>项目治理包含一些制度，以支持于</a:t>
            </a:r>
            <a:r>
              <a:rPr lang="zh-CN" sz="1200" dirty="0">
                <a:solidFill>
                  <a:srgbClr val="FF0000"/>
                </a:solidFill>
                <a:latin typeface="Noto Sans"/>
                <a:ea typeface="Microsoft YaHei"/>
                <a:cs typeface="Noto Sans"/>
              </a:rPr>
              <a:t>约束项目运作</a:t>
            </a:r>
            <a:r>
              <a:rPr lang="zh-CN" sz="1200" dirty="0">
                <a:latin typeface="Noto Sans"/>
                <a:ea typeface="Microsoft YaHei"/>
                <a:cs typeface="Noto Sans"/>
              </a:rPr>
              <a:t>：</a:t>
            </a:r>
          </a:p>
          <a:p>
            <a:endParaRPr lang="zh-CN" sz="1200" dirty="0">
              <a:latin typeface="Noto Sans"/>
              <a:ea typeface="Microsoft YaHei"/>
              <a:cs typeface="Noto Sans"/>
            </a:endParaRPr>
          </a:p>
          <a:p>
            <a:pPr marL="628650" lvl="1" indent="-171450">
              <a:buFont typeface="Arial"/>
              <a:buChar char="•"/>
            </a:pPr>
            <a:r>
              <a:rPr lang="zh-CN" sz="1200" dirty="0">
                <a:latin typeface="Noto Sans"/>
                <a:ea typeface="Microsoft YaHei"/>
                <a:cs typeface="Noto Sans"/>
              </a:rPr>
              <a:t>BS6079认为项目治理包括用于</a:t>
            </a:r>
            <a:r>
              <a:rPr lang="zh-CN" sz="1200" dirty="0">
                <a:solidFill>
                  <a:srgbClr val="FF0000"/>
                </a:solidFill>
                <a:latin typeface="Noto Sans"/>
                <a:ea typeface="Microsoft YaHei"/>
                <a:cs typeface="Noto Sans"/>
              </a:rPr>
              <a:t>指导</a:t>
            </a:r>
            <a:r>
              <a:rPr lang="zh-CN" sz="1200" dirty="0">
                <a:latin typeface="Noto Sans"/>
                <a:ea typeface="Microsoft YaHei"/>
                <a:cs typeface="Noto Sans"/>
              </a:rPr>
              <a:t>和</a:t>
            </a:r>
            <a:r>
              <a:rPr lang="zh-CN" sz="1200" dirty="0">
                <a:solidFill>
                  <a:srgbClr val="FF0000"/>
                </a:solidFill>
                <a:latin typeface="Noto Sans"/>
                <a:ea typeface="Microsoft YaHei"/>
                <a:cs typeface="Noto Sans"/>
              </a:rPr>
              <a:t>管理</a:t>
            </a:r>
            <a:r>
              <a:rPr lang="zh-CN" sz="1200" dirty="0">
                <a:latin typeface="Noto Sans"/>
                <a:ea typeface="Microsoft YaHei"/>
                <a:cs typeface="Noto Sans"/>
              </a:rPr>
              <a:t>项目的</a:t>
            </a:r>
            <a:r>
              <a:rPr lang="zh-CN" sz="1200" dirty="0">
                <a:solidFill>
                  <a:srgbClr val="FF0000"/>
                </a:solidFill>
                <a:latin typeface="Noto Sans"/>
                <a:ea typeface="Microsoft YaHei"/>
                <a:cs typeface="Noto Sans"/>
              </a:rPr>
              <a:t>原则</a:t>
            </a:r>
            <a:r>
              <a:rPr lang="zh-CN" sz="1200" dirty="0">
                <a:latin typeface="Noto Sans"/>
                <a:ea typeface="Microsoft YaHei"/>
                <a:cs typeface="Noto Sans"/>
              </a:rPr>
              <a:t>、</a:t>
            </a:r>
            <a:r>
              <a:rPr lang="zh-CN" sz="1200" dirty="0">
                <a:solidFill>
                  <a:srgbClr val="FF0000"/>
                </a:solidFill>
                <a:latin typeface="Noto Sans"/>
                <a:ea typeface="Microsoft YaHei"/>
                <a:cs typeface="Noto Sans"/>
              </a:rPr>
              <a:t>政策</a:t>
            </a:r>
            <a:r>
              <a:rPr lang="zh-CN" sz="1200" dirty="0">
                <a:latin typeface="Noto Sans"/>
                <a:ea typeface="Microsoft YaHei"/>
                <a:cs typeface="Noto Sans"/>
              </a:rPr>
              <a:t>、</a:t>
            </a:r>
            <a:r>
              <a:rPr lang="zh-CN" sz="1200" dirty="0">
                <a:solidFill>
                  <a:srgbClr val="FF0000"/>
                </a:solidFill>
                <a:latin typeface="Noto Sans"/>
                <a:ea typeface="Microsoft YaHei"/>
                <a:cs typeface="Noto Sans"/>
              </a:rPr>
              <a:t>流程</a:t>
            </a:r>
            <a:r>
              <a:rPr lang="zh-CN" sz="1200" dirty="0">
                <a:latin typeface="Noto Sans"/>
                <a:ea typeface="Microsoft YaHei"/>
                <a:cs typeface="Noto Sans"/>
              </a:rPr>
              <a:t>和</a:t>
            </a:r>
            <a:r>
              <a:rPr lang="zh-CN" sz="1200" dirty="0">
                <a:solidFill>
                  <a:srgbClr val="FF0000"/>
                </a:solidFill>
                <a:latin typeface="Noto Sans"/>
                <a:ea typeface="Microsoft YaHei"/>
                <a:cs typeface="Noto Sans"/>
              </a:rPr>
              <a:t>框架</a:t>
            </a:r>
            <a:r>
              <a:rPr lang="zh-CN" sz="1200" dirty="0">
                <a:latin typeface="Noto Sans"/>
                <a:ea typeface="Microsoft YaHei"/>
                <a:cs typeface="Noto Sans"/>
              </a:rPr>
              <a:t>等。</a:t>
            </a:r>
          </a:p>
          <a:p>
            <a:pPr marL="171450" indent="-171450">
              <a:buFont typeface="Arial"/>
              <a:buChar char="•"/>
            </a:pPr>
            <a:endParaRPr lang="zh-CN" sz="1200" dirty="0">
              <a:latin typeface="Noto Sans"/>
              <a:ea typeface="Microsoft YaHei"/>
              <a:cs typeface="Arial"/>
            </a:endParaRPr>
          </a:p>
          <a:p>
            <a:pPr marL="628650" lvl="1" indent="-171450">
              <a:buFont typeface="Arial"/>
              <a:buChar char="•"/>
            </a:pPr>
            <a:r>
              <a:rPr lang="zh-CN" sz="1200" dirty="0">
                <a:latin typeface="Noto Sans"/>
                <a:ea typeface="Microsoft YaHei"/>
                <a:cs typeface="Noto Sans"/>
              </a:rPr>
              <a:t>ISO21502认为项目治</a:t>
            </a:r>
            <a:r>
              <a:rPr lang="zh-CN" altLang="en-US" sz="1200" dirty="0">
                <a:latin typeface="Noto Sans"/>
                <a:ea typeface="Microsoft YaHei"/>
                <a:cs typeface="Noto Sans"/>
              </a:rPr>
              <a:t>理包括</a:t>
            </a:r>
            <a:r>
              <a:rPr lang="zh-CN" sz="1200" dirty="0">
                <a:latin typeface="Noto Sans"/>
                <a:ea typeface="Microsoft YaHei"/>
                <a:cs typeface="Noto Sans"/>
              </a:rPr>
              <a:t>组织根据商定的</a:t>
            </a:r>
            <a:r>
              <a:rPr lang="zh-CN" sz="1200" dirty="0">
                <a:solidFill>
                  <a:srgbClr val="FF0000"/>
                </a:solidFill>
                <a:latin typeface="Noto Sans"/>
                <a:ea typeface="Microsoft YaHei"/>
                <a:cs typeface="Noto Sans"/>
              </a:rPr>
              <a:t>商业计划</a:t>
            </a:r>
            <a:r>
              <a:rPr lang="zh-CN" sz="1200" dirty="0">
                <a:latin typeface="Noto Sans"/>
                <a:ea typeface="Microsoft YaHei"/>
                <a:cs typeface="Noto Sans"/>
              </a:rPr>
              <a:t>来</a:t>
            </a:r>
            <a:r>
              <a:rPr lang="zh-CN" sz="1200" dirty="0">
                <a:solidFill>
                  <a:srgbClr val="FF0000"/>
                </a:solidFill>
                <a:latin typeface="Noto Sans"/>
                <a:ea typeface="Microsoft YaHei"/>
                <a:cs typeface="Noto Sans"/>
              </a:rPr>
              <a:t>指导</a:t>
            </a:r>
            <a:r>
              <a:rPr lang="zh-CN" sz="1200" dirty="0">
                <a:latin typeface="Noto Sans"/>
                <a:ea typeface="Microsoft YaHei"/>
                <a:cs typeface="Noto Sans"/>
              </a:rPr>
              <a:t>、</a:t>
            </a:r>
            <a:r>
              <a:rPr lang="zh-CN" sz="1200" dirty="0">
                <a:solidFill>
                  <a:srgbClr val="FF0000"/>
                </a:solidFill>
                <a:latin typeface="Noto Sans"/>
                <a:ea typeface="Microsoft YaHei"/>
                <a:cs typeface="Noto Sans"/>
              </a:rPr>
              <a:t>授权</a:t>
            </a:r>
            <a:r>
              <a:rPr lang="zh-CN" sz="1200" dirty="0">
                <a:latin typeface="Noto Sans"/>
                <a:ea typeface="Microsoft YaHei"/>
                <a:cs typeface="Noto Sans"/>
              </a:rPr>
              <a:t>和控制项目的</a:t>
            </a:r>
            <a:r>
              <a:rPr lang="zh-CN" sz="1200" dirty="0">
                <a:solidFill>
                  <a:srgbClr val="FF0000"/>
                </a:solidFill>
                <a:latin typeface="Noto Sans"/>
                <a:ea typeface="Microsoft YaHei"/>
                <a:cs typeface="Noto Sans"/>
              </a:rPr>
              <a:t>原则</a:t>
            </a:r>
            <a:r>
              <a:rPr lang="zh-CN" sz="1200" dirty="0">
                <a:latin typeface="Noto Sans"/>
                <a:ea typeface="Microsoft YaHei"/>
                <a:cs typeface="Noto Sans"/>
              </a:rPr>
              <a:t>、</a:t>
            </a:r>
            <a:r>
              <a:rPr lang="zh-CN" sz="1200" dirty="0">
                <a:solidFill>
                  <a:srgbClr val="FF0000"/>
                </a:solidFill>
                <a:latin typeface="Noto Sans"/>
                <a:ea typeface="Microsoft YaHei"/>
                <a:cs typeface="Noto Sans"/>
              </a:rPr>
              <a:t>政策</a:t>
            </a:r>
            <a:r>
              <a:rPr lang="zh-CN" sz="1200" dirty="0">
                <a:latin typeface="Noto Sans"/>
                <a:ea typeface="Microsoft YaHei"/>
                <a:cs typeface="Noto Sans"/>
              </a:rPr>
              <a:t>与</a:t>
            </a:r>
            <a:r>
              <a:rPr lang="zh-CN" sz="1200" dirty="0">
                <a:solidFill>
                  <a:srgbClr val="FF0000"/>
                </a:solidFill>
                <a:latin typeface="Noto Sans"/>
                <a:ea typeface="Microsoft YaHei"/>
                <a:cs typeface="Noto Sans"/>
              </a:rPr>
              <a:t>框架</a:t>
            </a:r>
            <a:r>
              <a:rPr lang="zh-CN" sz="1200" dirty="0">
                <a:latin typeface="Noto Sans"/>
                <a:ea typeface="Microsoft YaHei"/>
                <a:cs typeface="Noto Sans"/>
              </a:rPr>
              <a:t>。</a:t>
            </a:r>
            <a:endParaRPr lang="en-US" altLang="zh-CN" sz="1200" dirty="0">
              <a:latin typeface="Noto Sans"/>
              <a:ea typeface="Microsoft YaHei"/>
              <a:cs typeface="Noto Sans"/>
            </a:endParaRPr>
          </a:p>
          <a:p>
            <a:pPr marL="171450" indent="-171450">
              <a:buFont typeface="Arial"/>
              <a:buChar char="•"/>
            </a:pPr>
            <a:endParaRPr lang="zh-CN" sz="1200" dirty="0">
              <a:latin typeface="Noto Sans"/>
              <a:ea typeface="Microsoft YaHei"/>
              <a:cs typeface="Calibri" panose="020F0502020204030204"/>
            </a:endParaRPr>
          </a:p>
          <a:p>
            <a:r>
              <a:rPr lang="zh-CN" sz="1200" dirty="0">
                <a:latin typeface="Noto Sans"/>
                <a:ea typeface="Microsoft YaHei"/>
                <a:cs typeface="Noto Sans"/>
              </a:rPr>
              <a:t>支持与约束项目运作的</a:t>
            </a:r>
            <a:r>
              <a:rPr lang="zh-CN" sz="1200" dirty="0">
                <a:solidFill>
                  <a:srgbClr val="FF0000"/>
                </a:solidFill>
                <a:latin typeface="Noto Sans"/>
                <a:ea typeface="Microsoft YaHei"/>
                <a:cs typeface="Noto Sans"/>
              </a:rPr>
              <a:t>制度涉及责任、权力、监督和产出</a:t>
            </a:r>
            <a:r>
              <a:rPr lang="zh-CN" sz="1200" dirty="0">
                <a:latin typeface="Noto Sans"/>
                <a:ea typeface="Microsoft YaHei"/>
                <a:cs typeface="Noto Sans"/>
              </a:rPr>
              <a:t>等:</a:t>
            </a:r>
            <a:endParaRPr lang="zh-CN" sz="1200" dirty="0">
              <a:latin typeface="Noto Sans"/>
              <a:ea typeface="Microsoft YaHei"/>
              <a:cs typeface="Calibri" panose="020F0502020204030204"/>
            </a:endParaRPr>
          </a:p>
          <a:p>
            <a:endParaRPr lang="zh-CN" sz="1200" dirty="0">
              <a:latin typeface="Noto Sans"/>
              <a:ea typeface="Microsoft YaHei"/>
              <a:cs typeface="Noto Sans"/>
            </a:endParaRPr>
          </a:p>
          <a:p>
            <a:pPr marL="628650" lvl="1" indent="-171450">
              <a:buFont typeface="Arial"/>
              <a:buChar char="•"/>
            </a:pPr>
            <a:r>
              <a:rPr lang="zh-CN" sz="1200" dirty="0">
                <a:latin typeface="Noto Sans"/>
                <a:ea typeface="Microsoft YaHei"/>
                <a:cs typeface="Noto Sans"/>
              </a:rPr>
              <a:t>ISO21502包括</a:t>
            </a:r>
            <a:r>
              <a:rPr lang="zh-CN" sz="1200" dirty="0">
                <a:solidFill>
                  <a:srgbClr val="FF0000"/>
                </a:solidFill>
                <a:latin typeface="Noto Sans"/>
                <a:ea typeface="Microsoft YaHei"/>
                <a:cs typeface="Noto Sans"/>
              </a:rPr>
              <a:t>指导</a:t>
            </a:r>
            <a:r>
              <a:rPr lang="zh-CN" sz="1200" dirty="0">
                <a:latin typeface="Noto Sans"/>
                <a:ea typeface="Microsoft YaHei"/>
                <a:cs typeface="Noto Sans"/>
              </a:rPr>
              <a:t>、</a:t>
            </a:r>
            <a:r>
              <a:rPr lang="zh-CN" sz="1200" dirty="0">
                <a:solidFill>
                  <a:srgbClr val="FF0000"/>
                </a:solidFill>
                <a:latin typeface="Noto Sans"/>
                <a:ea typeface="Microsoft YaHei"/>
                <a:cs typeface="Noto Sans"/>
              </a:rPr>
              <a:t>授权</a:t>
            </a:r>
            <a:r>
              <a:rPr lang="zh-CN" sz="1200" dirty="0">
                <a:latin typeface="Noto Sans"/>
                <a:ea typeface="Microsoft YaHei"/>
                <a:cs typeface="Noto Sans"/>
              </a:rPr>
              <a:t>和</a:t>
            </a:r>
            <a:r>
              <a:rPr lang="zh-CN" sz="1200" dirty="0">
                <a:solidFill>
                  <a:srgbClr val="FF0000"/>
                </a:solidFill>
                <a:latin typeface="Noto Sans"/>
                <a:ea typeface="Microsoft YaHei"/>
                <a:cs typeface="Noto Sans"/>
              </a:rPr>
              <a:t>控制</a:t>
            </a:r>
            <a:r>
              <a:rPr lang="zh-CN" sz="1200" dirty="0">
                <a:latin typeface="Noto Sans"/>
                <a:ea typeface="Microsoft YaHei"/>
                <a:cs typeface="Noto Sans"/>
              </a:rPr>
              <a:t>项目。</a:t>
            </a:r>
          </a:p>
          <a:p>
            <a:pPr marL="628650" lvl="1" indent="-171450">
              <a:buFont typeface="Arial"/>
              <a:buChar char="•"/>
            </a:pPr>
            <a:endParaRPr lang="zh-CN" altLang="en-US" sz="1200" dirty="0">
              <a:latin typeface="Noto Sans"/>
              <a:ea typeface="Microsoft YaHei"/>
              <a:cs typeface="Noto Sans"/>
            </a:endParaRPr>
          </a:p>
          <a:p>
            <a:pPr marL="628650" lvl="1" indent="-171450">
              <a:buFont typeface="Arial"/>
              <a:buChar char="•"/>
            </a:pPr>
            <a:r>
              <a:rPr lang="en-US" altLang="zh-CN" sz="1200" dirty="0">
                <a:latin typeface="Noto Sans"/>
                <a:ea typeface="等线"/>
                <a:cs typeface="Noto Sans"/>
              </a:rPr>
              <a:t>APMBOK</a:t>
            </a:r>
            <a:r>
              <a:rPr lang="zh-CN" sz="1200" dirty="0">
                <a:latin typeface="Noto Sans"/>
                <a:ea typeface="Microsoft YaHei"/>
                <a:cs typeface="Noto Sans"/>
              </a:rPr>
              <a:t>是通过</a:t>
            </a:r>
            <a:r>
              <a:rPr lang="zh-CN" sz="1200" dirty="0">
                <a:solidFill>
                  <a:srgbClr val="FF0000"/>
                </a:solidFill>
                <a:latin typeface="Noto Sans"/>
                <a:ea typeface="Microsoft YaHei"/>
                <a:cs typeface="Noto Sans"/>
              </a:rPr>
              <a:t>权力</a:t>
            </a:r>
            <a:r>
              <a:rPr lang="zh-CN" sz="1200" dirty="0">
                <a:latin typeface="Noto Sans"/>
                <a:ea typeface="Microsoft YaHei"/>
                <a:cs typeface="Noto Sans"/>
              </a:rPr>
              <a:t>和</a:t>
            </a:r>
            <a:r>
              <a:rPr lang="zh-CN" sz="1200" dirty="0">
                <a:solidFill>
                  <a:srgbClr val="FF0000"/>
                </a:solidFill>
                <a:latin typeface="Noto Sans"/>
                <a:ea typeface="Microsoft YaHei"/>
                <a:cs typeface="Noto Sans"/>
              </a:rPr>
              <a:t>担责框架</a:t>
            </a:r>
            <a:r>
              <a:rPr lang="zh-CN" sz="1200" dirty="0">
                <a:latin typeface="Noto Sans"/>
                <a:ea typeface="Microsoft YaHei"/>
                <a:cs typeface="Noto Sans"/>
              </a:rPr>
              <a:t>来定义和控制项目的产出、成果和效益。</a:t>
            </a:r>
            <a:endParaRPr lang="zh-CN" altLang="en-US" sz="1200" dirty="0">
              <a:latin typeface="Noto Sans"/>
              <a:ea typeface="Microsoft YaHei"/>
              <a:cs typeface="Noto Sans"/>
            </a:endParaRPr>
          </a:p>
          <a:p>
            <a:pPr marL="628650" lvl="1" indent="-171450">
              <a:buFont typeface="Arial"/>
              <a:buChar char="•"/>
            </a:pPr>
            <a:endParaRPr lang="zh-CN" altLang="en-US" sz="1200" dirty="0">
              <a:latin typeface="Noto Sans"/>
              <a:ea typeface="Microsoft YaHei"/>
              <a:cs typeface="Noto Sans"/>
            </a:endParaRPr>
          </a:p>
          <a:p>
            <a:pPr marL="628650" lvl="1" indent="-171450">
              <a:buFont typeface="Arial"/>
              <a:buChar char="•"/>
            </a:pPr>
            <a:r>
              <a:rPr lang="en-US" altLang="zh-CN" sz="1200" dirty="0">
                <a:latin typeface="Noto Sans"/>
                <a:ea typeface="等线"/>
                <a:cs typeface="Noto Sans"/>
              </a:rPr>
              <a:t>BS6079</a:t>
            </a:r>
            <a:r>
              <a:rPr lang="zh-CN" altLang="en-US" sz="1200" dirty="0">
                <a:latin typeface="Noto Sans"/>
                <a:ea typeface="Microsoft YaHei"/>
                <a:cs typeface="Noto Sans"/>
              </a:rPr>
              <a:t>包括项目管理</a:t>
            </a:r>
            <a:r>
              <a:rPr lang="zh-CN" sz="1200" dirty="0">
                <a:latin typeface="Noto Sans"/>
                <a:ea typeface="Microsoft YaHei"/>
                <a:cs typeface="Noto Sans"/>
              </a:rPr>
              <a:t>的</a:t>
            </a:r>
            <a:r>
              <a:rPr lang="zh-CN" sz="1200" dirty="0">
                <a:solidFill>
                  <a:srgbClr val="FF0000"/>
                </a:solidFill>
                <a:latin typeface="Noto Sans"/>
                <a:ea typeface="Microsoft YaHei"/>
                <a:cs typeface="Noto Sans"/>
              </a:rPr>
              <a:t>授权</a:t>
            </a:r>
            <a:r>
              <a:rPr lang="zh-CN" sz="1200" dirty="0">
                <a:latin typeface="Noto Sans"/>
                <a:ea typeface="Microsoft YaHei"/>
                <a:cs typeface="Noto Sans"/>
              </a:rPr>
              <a:t>、</a:t>
            </a:r>
            <a:r>
              <a:rPr lang="zh-CN" sz="1200" dirty="0">
                <a:solidFill>
                  <a:srgbClr val="FF0000"/>
                </a:solidFill>
                <a:latin typeface="Noto Sans"/>
                <a:ea typeface="Microsoft YaHei"/>
                <a:cs typeface="Noto Sans"/>
              </a:rPr>
              <a:t>权力</a:t>
            </a:r>
            <a:r>
              <a:rPr lang="zh-CN" sz="1200" dirty="0">
                <a:latin typeface="Noto Sans"/>
                <a:ea typeface="Microsoft YaHei"/>
                <a:cs typeface="Noto Sans"/>
              </a:rPr>
              <a:t>、</a:t>
            </a:r>
            <a:r>
              <a:rPr lang="zh-CN" sz="1200" dirty="0">
                <a:solidFill>
                  <a:srgbClr val="FF0000"/>
                </a:solidFill>
                <a:latin typeface="Noto Sans"/>
                <a:ea typeface="Microsoft YaHei"/>
                <a:cs typeface="Noto Sans"/>
              </a:rPr>
              <a:t>监督</a:t>
            </a:r>
            <a:r>
              <a:rPr lang="zh-CN" sz="1200" dirty="0">
                <a:latin typeface="Noto Sans"/>
                <a:ea typeface="Microsoft YaHei"/>
                <a:cs typeface="Noto Sans"/>
              </a:rPr>
              <a:t>等。</a:t>
            </a:r>
          </a:p>
          <a:p>
            <a:endParaRPr lang="zh-CN" sz="1200" dirty="0">
              <a:latin typeface="等线"/>
              <a:ea typeface="等线"/>
              <a:cs typeface="Noto Sans"/>
            </a:endParaRPr>
          </a:p>
        </p:txBody>
      </p:sp>
    </p:spTree>
    <p:custDataLst>
      <p:tags r:id="rId1"/>
    </p:custDataLst>
    <p:extLst>
      <p:ext uri="{BB962C8B-B14F-4D97-AF65-F5344CB8AC3E}">
        <p14:creationId xmlns:p14="http://schemas.microsoft.com/office/powerpoint/2010/main" val="6945822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67B4D-8922-B06A-9BBE-8301DD6C3E2F}"/>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C88CC6DC-3100-7DC3-69F5-98DB39CAB552}"/>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DE52BCB3-B447-69D5-FFC9-642F4E902900}"/>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E50731D0-8828-7E0A-FAA0-7C5BD05F101B}"/>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35266447-5D59-D6E8-31AF-10F63F9EF66A}"/>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16FDE95A-DD86-B503-FC82-4444F55EBBF7}"/>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8A1AFD94-9605-F0DD-F100-9E8AE6062436}"/>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6.1</a:t>
            </a:r>
          </a:p>
        </p:txBody>
      </p:sp>
      <p:sp>
        <p:nvSpPr>
          <p:cNvPr id="4" name="文本框 3">
            <a:extLst>
              <a:ext uri="{FF2B5EF4-FFF2-40B4-BE49-F238E27FC236}">
                <a16:creationId xmlns:a16="http://schemas.microsoft.com/office/drawing/2014/main" id="{92348ECD-F2BD-1A23-0FCC-FE155C689980}"/>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项目治理的多元视角</a:t>
            </a:r>
          </a:p>
        </p:txBody>
      </p:sp>
      <p:sp>
        <p:nvSpPr>
          <p:cNvPr id="94" name="Text 37">
            <a:extLst>
              <a:ext uri="{FF2B5EF4-FFF2-40B4-BE49-F238E27FC236}">
                <a16:creationId xmlns:a16="http://schemas.microsoft.com/office/drawing/2014/main" id="{767D28A9-8FAC-16DF-50CB-6F30590BF3AE}"/>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B22140E9-C8A1-EC24-E239-A105205E5227}"/>
              </a:ext>
            </a:extLst>
          </p:cNvPr>
          <p:cNvSpPr/>
          <p:nvPr/>
        </p:nvSpPr>
        <p:spPr>
          <a:xfrm>
            <a:off x="581931" y="1344276"/>
            <a:ext cx="2840521"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治理</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15CB2F92-E638-EC8E-BBF8-0595BC21F31E}"/>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5CACBC3C-ED3C-B213-0AD1-122EBF27E587}"/>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507FBFD2-3113-AFAD-C4F9-E9CEAB0410FC}"/>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78EDA68E-44D1-5C67-E492-E0D4834CADFD}"/>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项目监控</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B7528912-44B8-6A07-DCB8-936810F80EE1}"/>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4134AE30-0D13-EDD8-5EF8-2C25C6DD2BEC}"/>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6C04DBFD-01D4-1002-7A5A-D19F0F4B03A5}"/>
              </a:ext>
            </a:extLst>
          </p:cNvPr>
          <p:cNvSpPr/>
          <p:nvPr/>
        </p:nvSpPr>
        <p:spPr>
          <a:xfrm>
            <a:off x="667656" y="2702099"/>
            <a:ext cx="1479572" cy="169277"/>
          </a:xfrm>
          <a:prstGeom prst="rect">
            <a:avLst/>
          </a:prstGeom>
          <a:noFill/>
          <a:ln/>
        </p:spPr>
        <p:txBody>
          <a:bodyPr wrap="none" lIns="0" tIns="0" rIns="0" bIns="0" rtlCol="0" anchor="ctr">
            <a:spAutoFit/>
          </a:bodyPr>
          <a:lstStyle/>
          <a:p>
            <a:pPr marL="0" indent="0">
              <a:buNone/>
            </a:pPr>
            <a:r>
              <a:rPr lang="en-US" sz="1100" b="1" dirty="0">
                <a:solidFill>
                  <a:srgbClr val="FF9900"/>
                </a:solidFill>
                <a:latin typeface="微软雅黑" panose="020B0503020204020204" pitchFamily="34" charset="-122"/>
                <a:ea typeface="微软雅黑" panose="020B0503020204020204" pitchFamily="34" charset="-122"/>
                <a:cs typeface="Noto Sans" pitchFamily="34" charset="-120"/>
              </a:rPr>
              <a:t>PMBOK指南（第6版）</a:t>
            </a:r>
            <a:endParaRPr lang="en-US" sz="1100" dirty="0">
              <a:latin typeface="微软雅黑" panose="020B0503020204020204" pitchFamily="34" charset="-122"/>
              <a:ea typeface="微软雅黑" panose="020B0503020204020204" pitchFamily="34" charset="-122"/>
            </a:endParaRPr>
          </a:p>
        </p:txBody>
      </p:sp>
      <p:sp>
        <p:nvSpPr>
          <p:cNvPr id="32" name="Text 11">
            <a:extLst>
              <a:ext uri="{FF2B5EF4-FFF2-40B4-BE49-F238E27FC236}">
                <a16:creationId xmlns:a16="http://schemas.microsoft.com/office/drawing/2014/main" id="{1DC9181B-5C7B-60BA-83BB-ED26992CC1CC}"/>
              </a:ext>
            </a:extLst>
          </p:cNvPr>
          <p:cNvSpPr/>
          <p:nvPr/>
        </p:nvSpPr>
        <p:spPr>
          <a:xfrm>
            <a:off x="2213110" y="2318136"/>
            <a:ext cx="3286125" cy="938077"/>
          </a:xfrm>
          <a:prstGeom prst="rect">
            <a:avLst/>
          </a:prstGeom>
          <a:noFill/>
          <a:ln/>
        </p:spPr>
        <p:txBody>
          <a:bodyPr wrap="square" lIns="102108" tIns="102108" rIns="102108" bIns="102108" rtlCol="0" anchor="ctr">
            <a:spAutoFit/>
          </a:body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a:rPr>
              <a:t>项目治理是指用于</a:t>
            </a:r>
            <a:r>
              <a:rPr lang="ja-JP" altLang="en-US" sz="1100" dirty="0">
                <a:solidFill>
                  <a:srgbClr val="FF0000"/>
                </a:solidFill>
                <a:latin typeface="微软雅黑" panose="020B0503020204020204" pitchFamily="34" charset="-122"/>
                <a:ea typeface="微软雅黑" panose="020B0503020204020204" pitchFamily="34" charset="-122"/>
                <a:cs typeface="Noto Sans"/>
              </a:rPr>
              <a:t>指导项目管理活动</a:t>
            </a:r>
            <a:r>
              <a:rPr lang="ja-JP" altLang="en-US" sz="1100" dirty="0">
                <a:latin typeface="微软雅黑" panose="020B0503020204020204" pitchFamily="34" charset="-122"/>
                <a:ea typeface="微软雅黑" panose="020B0503020204020204" pitchFamily="34" charset="-122"/>
                <a:cs typeface="Noto Sans"/>
              </a:rPr>
              <a:t>的</a:t>
            </a:r>
            <a:r>
              <a:rPr lang="ja-JP" altLang="en-US" sz="1100" dirty="0">
                <a:solidFill>
                  <a:srgbClr val="FF0000"/>
                </a:solidFill>
                <a:latin typeface="微软雅黑" panose="020B0503020204020204" pitchFamily="34" charset="-122"/>
                <a:ea typeface="微软雅黑" panose="020B0503020204020204" pitchFamily="34" charset="-122"/>
                <a:cs typeface="Noto Sans"/>
              </a:rPr>
              <a:t>框架</a:t>
            </a:r>
            <a:r>
              <a:rPr lang="ja-JP" altLang="en-US" sz="1100" dirty="0">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功能</a:t>
            </a:r>
            <a:r>
              <a:rPr lang="ja-JP" altLang="en-US" sz="1100" dirty="0">
                <a:latin typeface="微软雅黑" panose="020B0503020204020204" pitchFamily="34" charset="-122"/>
                <a:ea typeface="微软雅黑" panose="020B0503020204020204" pitchFamily="34" charset="-122"/>
                <a:cs typeface="Noto Sans"/>
              </a:rPr>
              <a:t>和</a:t>
            </a:r>
            <a:r>
              <a:rPr lang="ja-JP" altLang="en-US" sz="1100" dirty="0">
                <a:solidFill>
                  <a:srgbClr val="FF0000"/>
                </a:solidFill>
                <a:latin typeface="微软雅黑" panose="020B0503020204020204" pitchFamily="34" charset="-122"/>
                <a:ea typeface="微软雅黑" panose="020B0503020204020204" pitchFamily="34" charset="-122"/>
                <a:cs typeface="Noto Sans"/>
              </a:rPr>
              <a:t>过程</a:t>
            </a:r>
            <a:r>
              <a:rPr lang="ja-JP" altLang="en-US" sz="1100" dirty="0">
                <a:latin typeface="微软雅黑" panose="020B0503020204020204" pitchFamily="34" charset="-122"/>
                <a:ea typeface="微软雅黑" panose="020B0503020204020204" pitchFamily="34" charset="-122"/>
                <a:cs typeface="Noto Sans"/>
              </a:rPr>
              <a:t>，从而创造独特的产品、服务或结果以满足组织、战略和运营目标 (</a:t>
            </a:r>
            <a:r>
              <a:rPr lang="en-US" altLang="ja-JP" sz="1100" dirty="0">
                <a:latin typeface="微软雅黑" panose="020B0503020204020204" pitchFamily="34" charset="-122"/>
                <a:ea typeface="微软雅黑" panose="020B0503020204020204" pitchFamily="34" charset="-122"/>
                <a:cs typeface="Noto Sans"/>
              </a:rPr>
              <a:t>p.545)。</a:t>
            </a:r>
            <a:endParaRPr lang="ja-JP" altLang="en-US" sz="1100" dirty="0">
              <a:latin typeface="微软雅黑" panose="020B0503020204020204" pitchFamily="34" charset="-122"/>
              <a:ea typeface="微软雅黑" panose="020B0503020204020204" pitchFamily="34" charset="-122"/>
              <a:cs typeface="Noto Sans"/>
            </a:endParaRPr>
          </a:p>
        </p:txBody>
      </p:sp>
      <p:sp>
        <p:nvSpPr>
          <p:cNvPr id="33" name="Text 12">
            <a:extLst>
              <a:ext uri="{FF2B5EF4-FFF2-40B4-BE49-F238E27FC236}">
                <a16:creationId xmlns:a16="http://schemas.microsoft.com/office/drawing/2014/main" id="{9161CC7D-4F25-2365-2A93-802A5A601E1B}"/>
              </a:ext>
            </a:extLst>
          </p:cNvPr>
          <p:cNvSpPr/>
          <p:nvPr/>
        </p:nvSpPr>
        <p:spPr>
          <a:xfrm>
            <a:off x="5530559" y="2087997"/>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职权框架</a:t>
            </a:r>
            <a:r>
              <a:rPr lang="zh-CN" altLang="en-US" sz="1100" dirty="0">
                <a:latin typeface="微软雅黑" panose="020B0503020204020204" pitchFamily="34" charset="-122"/>
                <a:ea typeface="微软雅黑" panose="020B0503020204020204" pitchFamily="34" charset="-122"/>
                <a:cs typeface="Noto Sans" pitchFamily="34" charset="-120"/>
              </a:rPr>
              <a:t>：规则</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政策</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程序</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系统的结构化组合。</a:t>
            </a: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核心职能</a:t>
            </a:r>
            <a:r>
              <a:rPr lang="zh-CN" altLang="en-US" sz="1100" dirty="0">
                <a:latin typeface="微软雅黑" panose="020B0503020204020204" pitchFamily="34" charset="-122"/>
                <a:ea typeface="微软雅黑" panose="020B0503020204020204" pitchFamily="34" charset="-122"/>
                <a:cs typeface="Noto Sans" pitchFamily="34" charset="-120"/>
              </a:rPr>
              <a:t>：监督项目执行</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确保合规性</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资源决策。</a:t>
            </a: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实施机制</a:t>
            </a:r>
            <a:r>
              <a:rPr lang="zh-CN" altLang="en-US" sz="1100" dirty="0">
                <a:latin typeface="微软雅黑" panose="020B0503020204020204" pitchFamily="34" charset="-122"/>
                <a:ea typeface="微软雅黑" panose="020B0503020204020204" pitchFamily="34" charset="-122"/>
                <a:cs typeface="Noto Sans" pitchFamily="34" charset="-120"/>
              </a:rPr>
              <a:t>：阶段审查</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风险上报</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变更审批。</a:t>
            </a: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决策边界</a:t>
            </a:r>
            <a:r>
              <a:rPr lang="zh-CN" altLang="en-US" sz="1100" dirty="0">
                <a:latin typeface="微软雅黑" panose="020B0503020204020204" pitchFamily="34" charset="-122"/>
                <a:ea typeface="微软雅黑" panose="020B0503020204020204" pitchFamily="34" charset="-122"/>
                <a:cs typeface="Noto Sans" pitchFamily="34" charset="-120"/>
              </a:rPr>
              <a:t>：明确项目经理与治理层的职权划分。</a:t>
            </a: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适应性要求</a:t>
            </a:r>
            <a:r>
              <a:rPr lang="zh-CN" altLang="en-US" sz="1100" dirty="0">
                <a:latin typeface="微软雅黑" panose="020B0503020204020204" pitchFamily="34" charset="-122"/>
                <a:ea typeface="微软雅黑" panose="020B0503020204020204" pitchFamily="34" charset="-122"/>
                <a:cs typeface="Noto Sans" pitchFamily="34" charset="-120"/>
              </a:rPr>
              <a:t>：需根据组织文化裁剪治理框架。</a:t>
            </a:r>
          </a:p>
        </p:txBody>
      </p:sp>
      <p:sp>
        <p:nvSpPr>
          <p:cNvPr id="34" name="Shape 13">
            <a:extLst>
              <a:ext uri="{FF2B5EF4-FFF2-40B4-BE49-F238E27FC236}">
                <a16:creationId xmlns:a16="http://schemas.microsoft.com/office/drawing/2014/main" id="{60E5BF32-B7F1-6D49-8B99-C41EE46A4FE2}"/>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EB6B4BF1-8B6A-B6D1-854B-BDE493C91114}"/>
              </a:ext>
            </a:extLst>
          </p:cNvPr>
          <p:cNvSpPr/>
          <p:nvPr/>
        </p:nvSpPr>
        <p:spPr>
          <a:xfrm>
            <a:off x="667656" y="4193125"/>
            <a:ext cx="1479572" cy="169277"/>
          </a:xfrm>
          <a:prstGeom prst="rect">
            <a:avLst/>
          </a:prstGeom>
          <a:noFill/>
          <a:ln/>
        </p:spPr>
        <p:txBody>
          <a:bodyPr wrap="none" lIns="0" tIns="0" rIns="0" bIns="0" rtlCol="0" anchor="ctr">
            <a:spAutoFit/>
          </a:bodyPr>
          <a:lstStyle/>
          <a:p>
            <a:pPr marL="0" indent="0">
              <a:buNone/>
            </a:pPr>
            <a:r>
              <a:rPr lang="en-US" sz="1100" b="1" dirty="0">
                <a:solidFill>
                  <a:srgbClr val="FF9900"/>
                </a:solidFill>
                <a:latin typeface="微软雅黑" panose="020B0503020204020204" pitchFamily="34" charset="-122"/>
                <a:ea typeface="微软雅黑" panose="020B0503020204020204" pitchFamily="34" charset="-122"/>
                <a:cs typeface="Noto Sans" pitchFamily="34" charset="-120"/>
              </a:rPr>
              <a:t>PMBOK指南（第7版）</a:t>
            </a:r>
            <a:endParaRPr lang="en-US" sz="1100" dirty="0">
              <a:latin typeface="微软雅黑" panose="020B0503020204020204" pitchFamily="34" charset="-122"/>
              <a:ea typeface="微软雅黑" panose="020B0503020204020204" pitchFamily="34" charset="-122"/>
            </a:endParaRPr>
          </a:p>
        </p:txBody>
      </p:sp>
      <p:sp>
        <p:nvSpPr>
          <p:cNvPr id="37" name="Text 15">
            <a:extLst>
              <a:ext uri="{FF2B5EF4-FFF2-40B4-BE49-F238E27FC236}">
                <a16:creationId xmlns:a16="http://schemas.microsoft.com/office/drawing/2014/main" id="{5078F390-A4FF-1062-6C50-FB15EDC69135}"/>
              </a:ext>
            </a:extLst>
          </p:cNvPr>
          <p:cNvSpPr/>
          <p:nvPr/>
        </p:nvSpPr>
        <p:spPr>
          <a:xfrm>
            <a:off x="2186110" y="3825658"/>
            <a:ext cx="3286125" cy="938077"/>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a:rPr>
              <a:t>项目治理包括定义</a:t>
            </a:r>
            <a:r>
              <a:rPr lang="ja-JP" altLang="en-US" sz="1100" dirty="0">
                <a:solidFill>
                  <a:srgbClr val="FF0000"/>
                </a:solidFill>
                <a:latin typeface="微软雅黑" panose="020B0503020204020204" pitchFamily="34" charset="-122"/>
                <a:ea typeface="微软雅黑" panose="020B0503020204020204" pitchFamily="34" charset="-122"/>
                <a:cs typeface="Noto Sans"/>
              </a:rPr>
              <a:t>用于批准变更</a:t>
            </a:r>
            <a:r>
              <a:rPr lang="ja-JP" altLang="en-US" sz="1100" dirty="0">
                <a:latin typeface="微软雅黑" panose="020B0503020204020204" pitchFamily="34" charset="-122"/>
                <a:ea typeface="微软雅黑" panose="020B0503020204020204" pitchFamily="34" charset="-122"/>
                <a:cs typeface="Noto Sans"/>
              </a:rPr>
              <a:t>和</a:t>
            </a:r>
            <a:r>
              <a:rPr lang="ja-JP" altLang="en-US" sz="1100" dirty="0">
                <a:solidFill>
                  <a:srgbClr val="FF0000"/>
                </a:solidFill>
                <a:latin typeface="微软雅黑" panose="020B0503020204020204" pitchFamily="34" charset="-122"/>
                <a:ea typeface="微软雅黑" panose="020B0503020204020204" pitchFamily="34" charset="-122"/>
                <a:cs typeface="Noto Sans"/>
              </a:rPr>
              <a:t>做出与项目相关的其他业务决策</a:t>
            </a:r>
            <a:r>
              <a:rPr lang="ja-JP" altLang="en-US" sz="1100" dirty="0">
                <a:latin typeface="微软雅黑" panose="020B0503020204020204" pitchFamily="34" charset="-122"/>
                <a:ea typeface="微软雅黑" panose="020B0503020204020204" pitchFamily="34" charset="-122"/>
                <a:cs typeface="Noto Sans"/>
              </a:rPr>
              <a:t>的</a:t>
            </a:r>
            <a:r>
              <a:rPr lang="ja-JP" altLang="en-US" sz="1100" dirty="0">
                <a:solidFill>
                  <a:srgbClr val="FF0000"/>
                </a:solidFill>
                <a:latin typeface="微软雅黑" panose="020B0503020204020204" pitchFamily="34" charset="-122"/>
                <a:ea typeface="微软雅黑" panose="020B0503020204020204" pitchFamily="34" charset="-122"/>
                <a:cs typeface="Noto Sans"/>
              </a:rPr>
              <a:t>职权</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项目治理与项目群和</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或组织治理保持一致 (</a:t>
            </a:r>
            <a:r>
              <a:rPr lang="en-US" altLang="zh-CN" sz="1100" dirty="0">
                <a:latin typeface="微软雅黑" panose="020B0503020204020204" pitchFamily="34" charset="-122"/>
                <a:ea typeface="微软雅黑" panose="020B0503020204020204" pitchFamily="34" charset="-122"/>
                <a:cs typeface="Noto Sans"/>
              </a:rPr>
              <a:t>p.12)。</a:t>
            </a:r>
          </a:p>
        </p:txBody>
      </p:sp>
      <p:sp>
        <p:nvSpPr>
          <p:cNvPr id="40" name="文本框 39">
            <a:extLst>
              <a:ext uri="{FF2B5EF4-FFF2-40B4-BE49-F238E27FC236}">
                <a16:creationId xmlns:a16="http://schemas.microsoft.com/office/drawing/2014/main" id="{AE300F08-AA4B-05FD-FF33-403B0F3C321C}"/>
              </a:ext>
            </a:extLst>
          </p:cNvPr>
          <p:cNvSpPr txBox="1"/>
          <p:nvPr/>
        </p:nvSpPr>
        <p:spPr>
          <a:xfrm>
            <a:off x="5530559" y="3642877"/>
            <a:ext cx="3286125" cy="1332031"/>
          </a:xfrm>
          <a:prstGeom prst="rect">
            <a:avLst/>
          </a:prstGeom>
          <a:noFill/>
        </p:spPr>
        <p:txBody>
          <a:bodyPr wrap="square">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系统协同</a:t>
            </a:r>
            <a:r>
              <a:rPr lang="zh-CN" altLang="en-US" sz="1100" dirty="0">
                <a:latin typeface="微软雅黑" panose="020B0503020204020204" pitchFamily="34" charset="-122"/>
                <a:ea typeface="微软雅黑" panose="020B0503020204020204" pitchFamily="34" charset="-122"/>
                <a:cs typeface="Noto Sans" pitchFamily="34" charset="-120"/>
              </a:rPr>
              <a:t>：治理系统与价值交付系统联动运作。</a:t>
            </a: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价值导向</a:t>
            </a:r>
            <a:r>
              <a:rPr lang="zh-CN" altLang="en-US" sz="1100" dirty="0">
                <a:latin typeface="微软雅黑" panose="020B0503020204020204" pitchFamily="34" charset="-122"/>
                <a:ea typeface="微软雅黑" panose="020B0503020204020204" pitchFamily="34" charset="-122"/>
                <a:cs typeface="Noto Sans" pitchFamily="34" charset="-120"/>
              </a:rPr>
              <a:t>：新增价值评估作为治理要素。</a:t>
            </a: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动态整合</a:t>
            </a:r>
            <a:r>
              <a:rPr lang="zh-CN" altLang="en-US" sz="1100" dirty="0">
                <a:latin typeface="微软雅黑" panose="020B0503020204020204" pitchFamily="34" charset="-122"/>
                <a:ea typeface="微软雅黑" panose="020B0503020204020204" pitchFamily="34" charset="-122"/>
                <a:cs typeface="Noto Sans" pitchFamily="34" charset="-120"/>
              </a:rPr>
              <a:t>：强调各组件间的实时协调能力。</a:t>
            </a: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决策升级</a:t>
            </a:r>
            <a:r>
              <a:rPr lang="zh-CN" altLang="en-US" sz="1100" dirty="0">
                <a:latin typeface="微软雅黑" panose="020B0503020204020204" pitchFamily="34" charset="-122"/>
                <a:ea typeface="微软雅黑" panose="020B0503020204020204" pitchFamily="34" charset="-122"/>
                <a:cs typeface="Noto Sans" pitchFamily="34" charset="-120"/>
              </a:rPr>
              <a:t>：业务决策与变更批准的职权定义。</a:t>
            </a: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一致性要求</a:t>
            </a:r>
            <a:r>
              <a:rPr lang="zh-CN" altLang="en-US" sz="1100" dirty="0">
                <a:latin typeface="微软雅黑" panose="020B0503020204020204" pitchFamily="34" charset="-122"/>
                <a:ea typeface="微软雅黑" panose="020B0503020204020204" pitchFamily="34" charset="-122"/>
                <a:cs typeface="Noto Sans" pitchFamily="34" charset="-120"/>
              </a:rPr>
              <a:t>：项目治理必须与组织治理对齐。</a:t>
            </a:r>
          </a:p>
        </p:txBody>
      </p:sp>
    </p:spTree>
    <p:custDataLst>
      <p:tags r:id="rId1"/>
    </p:custDataLst>
    <p:extLst>
      <p:ext uri="{BB962C8B-B14F-4D97-AF65-F5344CB8AC3E}">
        <p14:creationId xmlns:p14="http://schemas.microsoft.com/office/powerpoint/2010/main" val="12403086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ACFBC-4DF6-DB67-9829-0A9EA757141F}"/>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8D998B33-5F66-7E68-5A6C-CDA5BD14338B}"/>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E0D1FA8F-D5A4-301E-40D0-D3CFD34FC98C}"/>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E1276B89-58A3-B0BA-1FE0-32E0CA468C20}"/>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8D89A3E9-E55B-8D73-CF47-966ED95DCE2D}"/>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A4E710AC-E6EA-3448-6C22-92FE767111E5}"/>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EF55381A-F0A4-5C57-3936-0E5546B98497}"/>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6.1</a:t>
            </a:r>
          </a:p>
        </p:txBody>
      </p:sp>
      <p:sp>
        <p:nvSpPr>
          <p:cNvPr id="4" name="文本框 3">
            <a:extLst>
              <a:ext uri="{FF2B5EF4-FFF2-40B4-BE49-F238E27FC236}">
                <a16:creationId xmlns:a16="http://schemas.microsoft.com/office/drawing/2014/main" id="{C93FD264-B1EE-B61F-F804-165C41C5D32E}"/>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项目治理的多元视角</a:t>
            </a:r>
          </a:p>
        </p:txBody>
      </p:sp>
      <p:sp>
        <p:nvSpPr>
          <p:cNvPr id="94" name="Text 37">
            <a:extLst>
              <a:ext uri="{FF2B5EF4-FFF2-40B4-BE49-F238E27FC236}">
                <a16:creationId xmlns:a16="http://schemas.microsoft.com/office/drawing/2014/main" id="{B74DB3CD-57F0-304D-9CF2-313C469418C7}"/>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3FFB3739-35CC-715D-A56D-1C892C899C00}"/>
              </a:ext>
            </a:extLst>
          </p:cNvPr>
          <p:cNvSpPr/>
          <p:nvPr/>
        </p:nvSpPr>
        <p:spPr>
          <a:xfrm>
            <a:off x="581931" y="1344276"/>
            <a:ext cx="2840521"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治理</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35247001-B7EC-F5F5-06DE-6EEE9DBCE8B0}"/>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1EB4E996-C4D6-AD7E-34CF-0BC5A727AB82}"/>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632D59A9-1CAF-F746-2BB2-A6F1C94022E8}"/>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071F1631-FA21-E8E3-46B9-4F33C38CDFEF}"/>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项目治理</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058AEEB9-A777-5C9D-182C-F5612AA1AF8C}"/>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77E9B9EA-B5D6-8C27-7935-370450153307}"/>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6531E8C7-4025-05A9-FE8F-669129562F24}"/>
              </a:ext>
            </a:extLst>
          </p:cNvPr>
          <p:cNvSpPr/>
          <p:nvPr/>
        </p:nvSpPr>
        <p:spPr>
          <a:xfrm>
            <a:off x="667656" y="2702099"/>
            <a:ext cx="452047"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a:rPr>
              <a:t>ICB4.0</a:t>
            </a:r>
          </a:p>
        </p:txBody>
      </p:sp>
      <p:sp>
        <p:nvSpPr>
          <p:cNvPr id="32" name="Text 11">
            <a:extLst>
              <a:ext uri="{FF2B5EF4-FFF2-40B4-BE49-F238E27FC236}">
                <a16:creationId xmlns:a16="http://schemas.microsoft.com/office/drawing/2014/main" id="{E034F9D1-AAB5-96D8-CF14-6E6E7F5DC4E1}"/>
              </a:ext>
            </a:extLst>
          </p:cNvPr>
          <p:cNvSpPr/>
          <p:nvPr/>
        </p:nvSpPr>
        <p:spPr>
          <a:xfrm>
            <a:off x="2213110" y="2318136"/>
            <a:ext cx="3286125" cy="938077"/>
          </a:xfrm>
          <a:prstGeom prst="rect">
            <a:avLst/>
          </a:prstGeom>
          <a:noFill/>
          <a:ln/>
        </p:spPr>
        <p:txBody>
          <a:bodyPr wrap="square" lIns="102108" tIns="102108" rIns="102108" bIns="102108" rtlCol="0" anchor="ctr">
            <a:spAutoFit/>
          </a:bodyPr>
          <a:lstStyle/>
          <a:p>
            <a:pPr indent="0">
              <a:lnSpc>
                <a:spcPct val="150000"/>
              </a:lnSpc>
              <a:buNone/>
            </a:pPr>
            <a:r>
              <a:rPr lang="ja-JP" altLang="en-US" sz="1100" dirty="0">
                <a:latin typeface="微软雅黑" panose="020B0503020204020204" pitchFamily="34" charset="-122"/>
                <a:ea typeface="微软雅黑" panose="020B0503020204020204" pitchFamily="34" charset="-122"/>
                <a:cs typeface="Noto Sans"/>
              </a:rPr>
              <a:t>没有</a:t>
            </a:r>
            <a:r>
              <a:rPr lang="ja-JP" altLang="en-US" sz="1100" dirty="0">
                <a:solidFill>
                  <a:srgbClr val="FF0000"/>
                </a:solidFill>
                <a:latin typeface="微软雅黑" panose="020B0503020204020204" pitchFamily="34" charset="-122"/>
                <a:ea typeface="微软雅黑" panose="020B0503020204020204" pitchFamily="34" charset="-122"/>
                <a:cs typeface="Noto Sans"/>
              </a:rPr>
              <a:t>直接使用项目治理</a:t>
            </a:r>
            <a:r>
              <a:rPr lang="ja-JP" altLang="en-US" sz="1100" dirty="0">
                <a:latin typeface="微软雅黑" panose="020B0503020204020204" pitchFamily="34" charset="-122"/>
                <a:ea typeface="微软雅黑" panose="020B0503020204020204" pitchFamily="34" charset="-122"/>
                <a:cs typeface="Noto Sans"/>
              </a:rPr>
              <a:t>，治理</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结构和流程</a:t>
            </a:r>
            <a:r>
              <a:rPr lang="ja-JP" altLang="en-US" sz="1100" dirty="0">
                <a:solidFill>
                  <a:srgbClr val="FF0000"/>
                </a:solidFill>
                <a:latin typeface="微软雅黑" panose="020B0503020204020204" pitchFamily="34" charset="-122"/>
                <a:ea typeface="微软雅黑" panose="020B0503020204020204" pitchFamily="34" charset="-122"/>
                <a:cs typeface="Noto Sans"/>
              </a:rPr>
              <a:t>能力要素</a:t>
            </a:r>
            <a:r>
              <a:rPr lang="ja-JP" altLang="en-US" sz="1100" dirty="0">
                <a:latin typeface="微软雅黑" panose="020B0503020204020204" pitchFamily="34" charset="-122"/>
                <a:ea typeface="微软雅黑" panose="020B0503020204020204" pitchFamily="34" charset="-122"/>
                <a:cs typeface="Noto Sans"/>
              </a:rPr>
              <a:t>定义了对组织的既定结构</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系统和流程</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并为项目提供支持</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影响项目的</a:t>
            </a:r>
            <a:r>
              <a:rPr lang="ja-JP" altLang="en-US" sz="1100" dirty="0">
                <a:solidFill>
                  <a:srgbClr val="FF0000"/>
                </a:solidFill>
                <a:latin typeface="微软雅黑" panose="020B0503020204020204" pitchFamily="34" charset="-122"/>
                <a:ea typeface="微软雅黑" panose="020B0503020204020204" pitchFamily="34" charset="-122"/>
                <a:cs typeface="Noto Sans"/>
              </a:rPr>
              <a:t>组织</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实施</a:t>
            </a:r>
            <a:r>
              <a:rPr lang="ja-JP" altLang="en-US" sz="1100" dirty="0">
                <a:latin typeface="微软雅黑" panose="020B0503020204020204" pitchFamily="34" charset="-122"/>
                <a:ea typeface="微软雅黑" panose="020B0503020204020204" pitchFamily="34" charset="-122"/>
                <a:cs typeface="Noto Sans"/>
              </a:rPr>
              <a:t>和</a:t>
            </a:r>
            <a:r>
              <a:rPr lang="ja-JP" altLang="en-US" sz="1100" dirty="0">
                <a:solidFill>
                  <a:srgbClr val="FF0000"/>
                </a:solidFill>
                <a:latin typeface="微软雅黑" panose="020B0503020204020204" pitchFamily="34" charset="-122"/>
                <a:ea typeface="微软雅黑" panose="020B0503020204020204" pitchFamily="34" charset="-122"/>
                <a:cs typeface="Noto Sans"/>
              </a:rPr>
              <a:t>管理方式</a:t>
            </a:r>
            <a:r>
              <a:rPr lang="en-US" altLang="zh-CN" sz="1100" dirty="0">
                <a:latin typeface="微软雅黑" panose="020B0503020204020204" pitchFamily="34" charset="-122"/>
                <a:ea typeface="微软雅黑" panose="020B0503020204020204" pitchFamily="34" charset="-122"/>
                <a:cs typeface="Noto Sans"/>
              </a:rPr>
              <a:t>。</a:t>
            </a:r>
            <a:endParaRPr lang="ja-JP" altLang="en-US" sz="1100" dirty="0">
              <a:latin typeface="微软雅黑" panose="020B0503020204020204" pitchFamily="34" charset="-122"/>
              <a:ea typeface="微软雅黑" panose="020B0503020204020204" pitchFamily="34" charset="-122"/>
              <a:cs typeface="Noto Sans"/>
            </a:endParaRPr>
          </a:p>
        </p:txBody>
      </p:sp>
      <p:sp>
        <p:nvSpPr>
          <p:cNvPr id="33" name="Text 12">
            <a:extLst>
              <a:ext uri="{FF2B5EF4-FFF2-40B4-BE49-F238E27FC236}">
                <a16:creationId xmlns:a16="http://schemas.microsoft.com/office/drawing/2014/main" id="{DC2C8D43-5305-D425-463E-7A67AAEEB3D3}"/>
              </a:ext>
            </a:extLst>
          </p:cNvPr>
          <p:cNvSpPr/>
          <p:nvPr/>
        </p:nvSpPr>
        <p:spPr>
          <a:xfrm>
            <a:off x="5530559" y="2087997"/>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系统架构</a:t>
            </a:r>
            <a:r>
              <a:rPr lang="zh-CN" altLang="en-US" sz="1100" dirty="0">
                <a:latin typeface="微软雅黑" panose="020B0503020204020204" pitchFamily="34" charset="-122"/>
                <a:ea typeface="微软雅黑" panose="020B0503020204020204" pitchFamily="34" charset="-122"/>
                <a:cs typeface="Noto Sans" pitchFamily="34" charset="-120"/>
              </a:rPr>
              <a:t>：临时项目系统</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永久组织管理系统。</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核心目标</a:t>
            </a:r>
            <a:r>
              <a:rPr lang="zh-CN" altLang="en-US" sz="1100" dirty="0">
                <a:latin typeface="微软雅黑" panose="020B0503020204020204" pitchFamily="34" charset="-122"/>
                <a:ea typeface="微软雅黑" panose="020B0503020204020204" pitchFamily="34" charset="-122"/>
                <a:cs typeface="Noto Sans" pitchFamily="34" charset="-120"/>
              </a:rPr>
              <a:t>：确保项目与组织战略目标动态对齐。</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运行原则</a:t>
            </a:r>
            <a:r>
              <a:rPr lang="zh-CN" altLang="en-US" sz="1100" dirty="0">
                <a:latin typeface="微软雅黑" panose="020B0503020204020204" pitchFamily="34" charset="-122"/>
                <a:ea typeface="微软雅黑" panose="020B0503020204020204" pitchFamily="34" charset="-122"/>
                <a:cs typeface="Noto Sans" pitchFamily="34" charset="-120"/>
              </a:rPr>
              <a:t>：平衡强制性流程与可选流程的应用。</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能力基础</a:t>
            </a:r>
            <a:r>
              <a:rPr lang="zh-CN" altLang="en-US" sz="1100" dirty="0">
                <a:latin typeface="微软雅黑" panose="020B0503020204020204" pitchFamily="34" charset="-122"/>
                <a:ea typeface="微软雅黑" panose="020B0503020204020204" pitchFamily="34" charset="-122"/>
                <a:cs typeface="Noto Sans" pitchFamily="34" charset="-120"/>
              </a:rPr>
              <a:t>：掌握项目</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项目群</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项目组合管理原则。</a:t>
            </a:r>
            <a:br>
              <a:rPr lang="zh-CN" altLang="en-US" sz="1100" dirty="0">
                <a:latin typeface="微软雅黑" panose="020B0503020204020204" pitchFamily="34" charset="-122"/>
                <a:ea typeface="微软雅黑" panose="020B0503020204020204" pitchFamily="34" charset="-122"/>
                <a:cs typeface="Noto Sans" pitchFamily="34" charset="-120"/>
              </a:rPr>
            </a:b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协调要求</a:t>
            </a:r>
            <a:r>
              <a:rPr lang="zh-CN" altLang="en-US" sz="1100" dirty="0">
                <a:latin typeface="微软雅黑" panose="020B0503020204020204" pitchFamily="34" charset="-122"/>
                <a:ea typeface="微软雅黑" panose="020B0503020204020204" pitchFamily="34" charset="-122"/>
                <a:cs typeface="Noto Sans" pitchFamily="34" charset="-120"/>
              </a:rPr>
              <a:t>：对接决策</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人力</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财务等组织核心流程。</a:t>
            </a:r>
          </a:p>
        </p:txBody>
      </p:sp>
      <p:sp>
        <p:nvSpPr>
          <p:cNvPr id="34" name="Shape 13">
            <a:extLst>
              <a:ext uri="{FF2B5EF4-FFF2-40B4-BE49-F238E27FC236}">
                <a16:creationId xmlns:a16="http://schemas.microsoft.com/office/drawing/2014/main" id="{3A2C672B-6D99-E2CA-A454-72248D714A5F}"/>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09A24201-04E8-6DC4-8D5F-078531C0DE6D}"/>
              </a:ext>
            </a:extLst>
          </p:cNvPr>
          <p:cNvSpPr/>
          <p:nvPr/>
        </p:nvSpPr>
        <p:spPr>
          <a:xfrm>
            <a:off x="667656" y="4193125"/>
            <a:ext cx="681277" cy="169277"/>
          </a:xfrm>
          <a:prstGeom prst="rect">
            <a:avLst/>
          </a:prstGeom>
          <a:noFill/>
          <a:ln/>
        </p:spPr>
        <p:txBody>
          <a:bodyPr wrap="none" lIns="0" tIns="0" rIns="0" bIns="0" rtlCol="0" anchor="ctr">
            <a:spAutoFit/>
          </a:bodyPr>
          <a:lstStyle/>
          <a:p>
            <a:r>
              <a:rPr lang="en-US" altLang="zh-CN" sz="1100" b="1" dirty="0">
                <a:solidFill>
                  <a:srgbClr val="FF9700"/>
                </a:solidFill>
                <a:latin typeface="微软雅黑" panose="020B0503020204020204" pitchFamily="34" charset="-122"/>
                <a:ea typeface="微软雅黑" panose="020B0503020204020204" pitchFamily="34" charset="-122"/>
                <a:cs typeface="Noto Sans"/>
              </a:rPr>
              <a:t>ISO21502</a:t>
            </a:r>
            <a:endParaRPr lang="en-US" altLang="zh-CN" sz="1100" dirty="0">
              <a:latin typeface="微软雅黑" panose="020B0503020204020204" pitchFamily="34" charset="-122"/>
              <a:ea typeface="微软雅黑" panose="020B0503020204020204" pitchFamily="34" charset="-122"/>
              <a:cs typeface="Arial"/>
            </a:endParaRPr>
          </a:p>
        </p:txBody>
      </p:sp>
      <p:sp>
        <p:nvSpPr>
          <p:cNvPr id="37" name="Text 15">
            <a:extLst>
              <a:ext uri="{FF2B5EF4-FFF2-40B4-BE49-F238E27FC236}">
                <a16:creationId xmlns:a16="http://schemas.microsoft.com/office/drawing/2014/main" id="{E4EE6563-0469-F84C-1E93-86F1E112A1D1}"/>
              </a:ext>
            </a:extLst>
          </p:cNvPr>
          <p:cNvSpPr/>
          <p:nvPr/>
        </p:nvSpPr>
        <p:spPr>
          <a:xfrm>
            <a:off x="2186110" y="3952616"/>
            <a:ext cx="3286125" cy="684162"/>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a:rPr>
              <a:t>项目治理是</a:t>
            </a:r>
            <a:r>
              <a:rPr lang="ja-JP" altLang="en-US" sz="1100" dirty="0">
                <a:solidFill>
                  <a:srgbClr val="FF0000"/>
                </a:solidFill>
                <a:latin typeface="微软雅黑" panose="020B0503020204020204" pitchFamily="34" charset="-122"/>
                <a:ea typeface="微软雅黑" panose="020B0503020204020204" pitchFamily="34" charset="-122"/>
                <a:cs typeface="Noto Sans"/>
              </a:rPr>
              <a:t>针对准则</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政策</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框架</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基于此</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项目得以</a:t>
            </a:r>
            <a:r>
              <a:rPr lang="ja-JP" altLang="en-US" sz="1100" dirty="0">
                <a:solidFill>
                  <a:srgbClr val="FF0000"/>
                </a:solidFill>
                <a:latin typeface="微软雅黑" panose="020B0503020204020204" pitchFamily="34" charset="-122"/>
                <a:ea typeface="微软雅黑" panose="020B0503020204020204" pitchFamily="34" charset="-122"/>
                <a:cs typeface="Noto Sans"/>
              </a:rPr>
              <a:t>授权</a:t>
            </a:r>
            <a:r>
              <a:rPr lang="ja-JP" altLang="en-US" sz="1100" dirty="0">
                <a:latin typeface="微软雅黑" panose="020B0503020204020204" pitchFamily="34" charset="-122"/>
                <a:ea typeface="微软雅黑" panose="020B0503020204020204" pitchFamily="34" charset="-122"/>
                <a:cs typeface="Noto Sans"/>
              </a:rPr>
              <a:t>和</a:t>
            </a:r>
            <a:r>
              <a:rPr lang="ja-JP" altLang="en-US" sz="1100" dirty="0">
                <a:solidFill>
                  <a:srgbClr val="FF0000"/>
                </a:solidFill>
                <a:latin typeface="微软雅黑" panose="020B0503020204020204" pitchFamily="34" charset="-122"/>
                <a:ea typeface="微软雅黑" panose="020B0503020204020204" pitchFamily="34" charset="-122"/>
                <a:cs typeface="Noto Sans"/>
              </a:rPr>
              <a:t>指导</a:t>
            </a:r>
            <a:r>
              <a:rPr lang="ja-JP" altLang="en-US" sz="1100" dirty="0">
                <a:latin typeface="微软雅黑" panose="020B0503020204020204" pitchFamily="34" charset="-122"/>
                <a:ea typeface="微软雅黑" panose="020B0503020204020204" pitchFamily="34" charset="-122"/>
                <a:cs typeface="Noto Sans"/>
              </a:rPr>
              <a:t>来完成预定的目标</a:t>
            </a:r>
            <a:r>
              <a:rPr lang="en-US" altLang="zh-CN" sz="1100" dirty="0">
                <a:latin typeface="微软雅黑" panose="020B0503020204020204" pitchFamily="34" charset="-122"/>
                <a:ea typeface="微软雅黑" panose="020B0503020204020204" pitchFamily="34" charset="-122"/>
                <a:cs typeface="Noto Sans"/>
              </a:rPr>
              <a:t>（3.22</a:t>
            </a:r>
            <a:r>
              <a:rPr lang="ja-JP" altLang="en-US" sz="1100" dirty="0">
                <a:latin typeface="微软雅黑" panose="020B0503020204020204" pitchFamily="34" charset="-122"/>
                <a:ea typeface="微软雅黑" panose="020B0503020204020204" pitchFamily="34" charset="-122"/>
                <a:cs typeface="Noto Sans"/>
              </a:rPr>
              <a:t>节</a:t>
            </a:r>
            <a:r>
              <a:rPr lang="en-US" altLang="zh-CN" sz="1100" dirty="0">
                <a:latin typeface="微软雅黑" panose="020B0503020204020204" pitchFamily="34" charset="-122"/>
                <a:ea typeface="微软雅黑" panose="020B0503020204020204" pitchFamily="34" charset="-122"/>
                <a:cs typeface="Noto Sans"/>
              </a:rPr>
              <a:t>）。</a:t>
            </a:r>
          </a:p>
        </p:txBody>
      </p:sp>
      <p:sp>
        <p:nvSpPr>
          <p:cNvPr id="40" name="文本框 39">
            <a:extLst>
              <a:ext uri="{FF2B5EF4-FFF2-40B4-BE49-F238E27FC236}">
                <a16:creationId xmlns:a16="http://schemas.microsoft.com/office/drawing/2014/main" id="{0DD51F4F-7414-A6EB-757A-DBE221FF119A}"/>
              </a:ext>
            </a:extLst>
          </p:cNvPr>
          <p:cNvSpPr txBox="1"/>
          <p:nvPr/>
        </p:nvSpPr>
        <p:spPr>
          <a:xfrm>
            <a:off x="5530559" y="3642877"/>
            <a:ext cx="3469062" cy="1332031"/>
          </a:xfrm>
          <a:prstGeom prst="rect">
            <a:avLst/>
          </a:prstGeom>
          <a:noFill/>
        </p:spPr>
        <p:txBody>
          <a:bodyPr wrap="square">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决策授权</a:t>
            </a:r>
            <a:r>
              <a:rPr lang="zh-CN" altLang="en-US" sz="1100" dirty="0">
                <a:latin typeface="微软雅黑" panose="020B0503020204020204" pitchFamily="34" charset="-122"/>
                <a:ea typeface="微软雅黑" panose="020B0503020204020204" pitchFamily="34" charset="-122"/>
                <a:cs typeface="Noto Sans" pitchFamily="34" charset="-120"/>
              </a:rPr>
              <a:t>：明确界定各层级决策权限范围。 </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商业驱动</a:t>
            </a:r>
            <a:r>
              <a:rPr lang="zh-CN" altLang="en-US" sz="1100" dirty="0">
                <a:latin typeface="微软雅黑" panose="020B0503020204020204" pitchFamily="34" charset="-122"/>
                <a:ea typeface="微软雅黑" panose="020B0503020204020204" pitchFamily="34" charset="-122"/>
                <a:cs typeface="Noto Sans" pitchFamily="34" charset="-120"/>
              </a:rPr>
              <a:t>：以商业计划作为治理的根本依据。 </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生命周期覆盖</a:t>
            </a:r>
            <a:r>
              <a:rPr lang="zh-CN" altLang="en-US" sz="1100" dirty="0">
                <a:latin typeface="微软雅黑" panose="020B0503020204020204" pitchFamily="34" charset="-122"/>
                <a:ea typeface="微软雅黑" panose="020B0503020204020204" pitchFamily="34" charset="-122"/>
                <a:cs typeface="Noto Sans" pitchFamily="34" charset="-120"/>
              </a:rPr>
              <a:t>：贯穿项目启动至收尾全过程。 </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权责对等</a:t>
            </a:r>
            <a:r>
              <a:rPr lang="zh-CN" altLang="en-US" sz="1100" dirty="0">
                <a:latin typeface="微软雅黑" panose="020B0503020204020204" pitchFamily="34" charset="-122"/>
                <a:ea typeface="微软雅黑" panose="020B0503020204020204" pitchFamily="34" charset="-122"/>
                <a:cs typeface="Noto Sans" pitchFamily="34" charset="-120"/>
              </a:rPr>
              <a:t>：治理责任与决策权力相匹配。 </a:t>
            </a:r>
            <a:endParaRPr lang="en-US" altLang="zh-CN" sz="1100" dirty="0">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价值聚焦</a:t>
            </a:r>
            <a:r>
              <a:rPr lang="zh-CN" altLang="en-US" sz="1100" dirty="0">
                <a:latin typeface="微软雅黑" panose="020B0503020204020204" pitchFamily="34" charset="-122"/>
                <a:ea typeface="微软雅黑" panose="020B0503020204020204" pitchFamily="34" charset="-122"/>
                <a:cs typeface="Noto Sans" pitchFamily="34" charset="-120"/>
              </a:rPr>
              <a:t>：强调战略一致性和效益实现。</a:t>
            </a:r>
          </a:p>
        </p:txBody>
      </p:sp>
    </p:spTree>
    <p:custDataLst>
      <p:tags r:id="rId1"/>
    </p:custDataLst>
    <p:extLst>
      <p:ext uri="{BB962C8B-B14F-4D97-AF65-F5344CB8AC3E}">
        <p14:creationId xmlns:p14="http://schemas.microsoft.com/office/powerpoint/2010/main" val="35854914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B6EE1-E87D-59C6-25D4-8716A3B5FB53}"/>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82A14B25-EA8F-5653-D443-18AB1775C63C}"/>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BD82FB4A-8E3A-F81D-4372-0BD3650A68D8}"/>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481C7E6A-F32F-DADB-205D-B7B4F1EDCA2D}"/>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EF8C852E-D42B-414A-F96B-8CC1EB631E18}"/>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D65E83FC-B083-6D8E-0B7A-E963B57730A3}"/>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A0985336-E657-273B-3F64-47CDBCA92B27}"/>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6.1</a:t>
            </a:r>
          </a:p>
        </p:txBody>
      </p:sp>
      <p:sp>
        <p:nvSpPr>
          <p:cNvPr id="4" name="文本框 3">
            <a:extLst>
              <a:ext uri="{FF2B5EF4-FFF2-40B4-BE49-F238E27FC236}">
                <a16:creationId xmlns:a16="http://schemas.microsoft.com/office/drawing/2014/main" id="{D25DF970-831C-1A34-B1C3-847B7F6D6C57}"/>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项目治理的多元视角</a:t>
            </a:r>
          </a:p>
        </p:txBody>
      </p:sp>
      <p:sp>
        <p:nvSpPr>
          <p:cNvPr id="94" name="Text 37">
            <a:extLst>
              <a:ext uri="{FF2B5EF4-FFF2-40B4-BE49-F238E27FC236}">
                <a16:creationId xmlns:a16="http://schemas.microsoft.com/office/drawing/2014/main" id="{DB2586F7-C13F-5CF1-F432-0761AB21F648}"/>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6F9C1F21-8A99-A61D-D6F9-D8B7B9A8A893}"/>
              </a:ext>
            </a:extLst>
          </p:cNvPr>
          <p:cNvSpPr/>
          <p:nvPr/>
        </p:nvSpPr>
        <p:spPr>
          <a:xfrm>
            <a:off x="581931" y="1344276"/>
            <a:ext cx="2840521"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治理</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E282E112-2ED0-C8EE-D3F9-AD00F148249A}"/>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2E9B7FD2-14EB-6A57-AAC8-5902CD1F0D27}"/>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D6715AF6-1CD0-DC8C-7CB8-4AE892F51390}"/>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E1F5BE13-2B6A-B12E-7072-25D68A09D27A}"/>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项目治理</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612EC77E-28D0-3583-2945-26CCA9A2C561}"/>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38E60A95-4B0A-E0CF-36E5-B71FF6518C54}"/>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CC1E7EC4-168D-8E41-CF69-562CCFDBFCD2}"/>
              </a:ext>
            </a:extLst>
          </p:cNvPr>
          <p:cNvSpPr/>
          <p:nvPr/>
        </p:nvSpPr>
        <p:spPr>
          <a:xfrm>
            <a:off x="667656" y="2702099"/>
            <a:ext cx="1354538"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a:rPr>
              <a:t>PRINCE2 (</a:t>
            </a:r>
            <a:r>
              <a:rPr lang="ja-JP" altLang="en-US" sz="1100" b="1" dirty="0">
                <a:solidFill>
                  <a:srgbClr val="FF9900"/>
                </a:solidFill>
                <a:latin typeface="微软雅黑" panose="020B0503020204020204" pitchFamily="34" charset="-122"/>
                <a:ea typeface="微软雅黑" panose="020B0503020204020204" pitchFamily="34" charset="-122"/>
                <a:cs typeface="Noto Sans"/>
              </a:rPr>
              <a:t>第6&amp;7版)</a:t>
            </a:r>
            <a:endParaRPr lang="en-US" altLang="zh-CN" sz="1100" dirty="0">
              <a:latin typeface="微软雅黑" panose="020B0503020204020204" pitchFamily="34" charset="-122"/>
              <a:ea typeface="微软雅黑" panose="020B0503020204020204" pitchFamily="34" charset="-122"/>
            </a:endParaRPr>
          </a:p>
        </p:txBody>
      </p:sp>
      <p:sp>
        <p:nvSpPr>
          <p:cNvPr id="32" name="Text 11">
            <a:extLst>
              <a:ext uri="{FF2B5EF4-FFF2-40B4-BE49-F238E27FC236}">
                <a16:creationId xmlns:a16="http://schemas.microsoft.com/office/drawing/2014/main" id="{B2102108-0992-A52E-1514-7DFFDC77BFB7}"/>
              </a:ext>
            </a:extLst>
          </p:cNvPr>
          <p:cNvSpPr/>
          <p:nvPr/>
        </p:nvSpPr>
        <p:spPr>
          <a:xfrm>
            <a:off x="2213110" y="2191178"/>
            <a:ext cx="3286125" cy="1191993"/>
          </a:xfrm>
          <a:prstGeom prst="rect">
            <a:avLst/>
          </a:prstGeom>
          <a:noFill/>
          <a:ln/>
        </p:spPr>
        <p:txBody>
          <a:bodyPr wrap="square" lIns="102108" tIns="102108" rIns="102108" bIns="102108" rtlCol="0" anchor="ctr">
            <a:spAutoFit/>
          </a:bodyPr>
          <a:lstStyle/>
          <a:p>
            <a:pPr>
              <a:lnSpc>
                <a:spcPct val="150000"/>
              </a:lnSpc>
            </a:pPr>
            <a:r>
              <a:rPr lang="ja-JP" altLang="zh-CN" sz="1100" dirty="0">
                <a:latin typeface="微软雅黑" panose="020B0503020204020204" pitchFamily="34" charset="-122"/>
                <a:ea typeface="微软雅黑" panose="020B0503020204020204" pitchFamily="34" charset="-122"/>
                <a:cs typeface="Noto Sans"/>
              </a:rPr>
              <a:t>第</a:t>
            </a:r>
            <a:r>
              <a:rPr lang="en-US" altLang="zh-CN" sz="1100" dirty="0">
                <a:latin typeface="微软雅黑" panose="020B0503020204020204" pitchFamily="34" charset="-122"/>
                <a:ea typeface="微软雅黑" panose="020B0503020204020204" pitchFamily="34" charset="-122"/>
                <a:cs typeface="Noto Sans"/>
              </a:rPr>
              <a:t>6</a:t>
            </a:r>
            <a:r>
              <a:rPr lang="ja-JP" altLang="zh-CN" sz="1100" dirty="0">
                <a:latin typeface="微软雅黑" panose="020B0503020204020204" pitchFamily="34" charset="-122"/>
                <a:ea typeface="微软雅黑" panose="020B0503020204020204" pitchFamily="34" charset="-122"/>
                <a:cs typeface="Noto Sans"/>
              </a:rPr>
              <a:t>版通过</a:t>
            </a:r>
            <a:r>
              <a:rPr lang="ja-JP" altLang="zh-CN" sz="1100" dirty="0">
                <a:solidFill>
                  <a:srgbClr val="FF0000"/>
                </a:solidFill>
                <a:latin typeface="微软雅黑" panose="020B0503020204020204" pitchFamily="34" charset="-122"/>
                <a:ea typeface="微软雅黑" panose="020B0503020204020204" pitchFamily="34" charset="-122"/>
                <a:cs typeface="Noto Sans"/>
              </a:rPr>
              <a:t>三层级</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zh-CN" sz="1100" dirty="0">
                <a:solidFill>
                  <a:srgbClr val="FF0000"/>
                </a:solidFill>
                <a:latin typeface="微软雅黑" panose="020B0503020204020204" pitchFamily="34" charset="-122"/>
                <a:ea typeface="微软雅黑" panose="020B0503020204020204" pitchFamily="34" charset="-122"/>
                <a:cs typeface="Noto Sans"/>
              </a:rPr>
              <a:t>指导</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zh-CN" sz="1100" dirty="0">
                <a:solidFill>
                  <a:srgbClr val="FF0000"/>
                </a:solidFill>
                <a:latin typeface="微软雅黑" panose="020B0503020204020204" pitchFamily="34" charset="-122"/>
                <a:ea typeface="微软雅黑" panose="020B0503020204020204" pitchFamily="34" charset="-122"/>
                <a:cs typeface="Noto Sans"/>
              </a:rPr>
              <a:t>管理</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zh-CN" sz="1100" dirty="0">
                <a:solidFill>
                  <a:srgbClr val="FF0000"/>
                </a:solidFill>
                <a:latin typeface="微软雅黑" panose="020B0503020204020204" pitchFamily="34" charset="-122"/>
                <a:ea typeface="微软雅黑" panose="020B0503020204020204" pitchFamily="34" charset="-122"/>
                <a:cs typeface="Noto Sans"/>
              </a:rPr>
              <a:t>交付</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zh-CN" sz="1100" dirty="0">
                <a:latin typeface="微软雅黑" panose="020B0503020204020204" pitchFamily="34" charset="-122"/>
                <a:ea typeface="微软雅黑" panose="020B0503020204020204" pitchFamily="34" charset="-122"/>
                <a:cs typeface="Noto Sans"/>
              </a:rPr>
              <a:t>的责任划分和六个绩效指标实现授权控制</a:t>
            </a:r>
            <a:r>
              <a:rPr lang="en-US" altLang="zh-CN" sz="1100" dirty="0">
                <a:latin typeface="微软雅黑" panose="020B0503020204020204" pitchFamily="34" charset="-122"/>
                <a:ea typeface="微软雅黑" panose="020B0503020204020204" pitchFamily="34" charset="-122"/>
                <a:cs typeface="Noto Sans"/>
              </a:rPr>
              <a:t>，</a:t>
            </a:r>
            <a:r>
              <a:rPr lang="ja-JP" altLang="zh-CN" sz="1100" dirty="0">
                <a:latin typeface="微软雅黑" panose="020B0503020204020204" pitchFamily="34" charset="-122"/>
                <a:ea typeface="微软雅黑" panose="020B0503020204020204" pitchFamily="34" charset="-122"/>
                <a:cs typeface="Noto Sans"/>
              </a:rPr>
              <a:t>而第</a:t>
            </a:r>
            <a:r>
              <a:rPr lang="en-US" altLang="zh-CN" sz="1100" dirty="0">
                <a:latin typeface="微软雅黑" panose="020B0503020204020204" pitchFamily="34" charset="-122"/>
                <a:ea typeface="微软雅黑" panose="020B0503020204020204" pitchFamily="34" charset="-122"/>
                <a:cs typeface="Noto Sans"/>
              </a:rPr>
              <a:t>7</a:t>
            </a:r>
            <a:r>
              <a:rPr lang="ja-JP" altLang="zh-CN" sz="1100" dirty="0">
                <a:latin typeface="微软雅黑" panose="020B0503020204020204" pitchFamily="34" charset="-122"/>
                <a:ea typeface="微软雅黑" panose="020B0503020204020204" pitchFamily="34" charset="-122"/>
                <a:cs typeface="Noto Sans"/>
              </a:rPr>
              <a:t>版则侧重于明确定义</a:t>
            </a:r>
            <a:r>
              <a:rPr lang="ja-JP" altLang="zh-CN" sz="1100" dirty="0">
                <a:solidFill>
                  <a:srgbClr val="FF0000"/>
                </a:solidFill>
                <a:latin typeface="微软雅黑" panose="020B0503020204020204" pitchFamily="34" charset="-122"/>
                <a:ea typeface="微软雅黑" panose="020B0503020204020204" pitchFamily="34" charset="-122"/>
                <a:cs typeface="Noto Sans"/>
              </a:rPr>
              <a:t>不同职责</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zh-CN" sz="1100" dirty="0">
                <a:solidFill>
                  <a:srgbClr val="FF0000"/>
                </a:solidFill>
                <a:latin typeface="微软雅黑" panose="020B0503020204020204" pitchFamily="34" charset="-122"/>
                <a:ea typeface="微软雅黑" panose="020B0503020204020204" pitchFamily="34" charset="-122"/>
                <a:cs typeface="Noto Sans"/>
              </a:rPr>
              <a:t>指导</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zh-CN" sz="1100" dirty="0">
                <a:solidFill>
                  <a:srgbClr val="FF0000"/>
                </a:solidFill>
                <a:latin typeface="微软雅黑" panose="020B0503020204020204" pitchFamily="34" charset="-122"/>
                <a:ea typeface="微软雅黑" panose="020B0503020204020204" pitchFamily="34" charset="-122"/>
                <a:cs typeface="Noto Sans"/>
              </a:rPr>
              <a:t>管理</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zh-CN" sz="1100" dirty="0">
                <a:solidFill>
                  <a:srgbClr val="FF0000"/>
                </a:solidFill>
                <a:latin typeface="微软雅黑" panose="020B0503020204020204" pitchFamily="34" charset="-122"/>
                <a:ea typeface="微软雅黑" panose="020B0503020204020204" pitchFamily="34" charset="-122"/>
                <a:cs typeface="Noto Sans"/>
              </a:rPr>
              <a:t>交付</a:t>
            </a:r>
            <a:r>
              <a:rPr lang="en-US" altLang="zh-CN" sz="1100" dirty="0">
                <a:solidFill>
                  <a:srgbClr val="FF0000"/>
                </a:solidFill>
                <a:latin typeface="微软雅黑" panose="020B0503020204020204" pitchFamily="34" charset="-122"/>
                <a:ea typeface="微软雅黑" panose="020B0503020204020204" pitchFamily="34" charset="-122"/>
                <a:cs typeface="Noto Sans"/>
              </a:rPr>
              <a:t>）</a:t>
            </a:r>
            <a:r>
              <a:rPr lang="ja-JP" altLang="zh-CN" sz="1100" dirty="0">
                <a:latin typeface="微软雅黑" panose="020B0503020204020204" pitchFamily="34" charset="-122"/>
                <a:ea typeface="微软雅黑" panose="020B0503020204020204" pitchFamily="34" charset="-122"/>
                <a:cs typeface="Noto Sans"/>
              </a:rPr>
              <a:t>并通过</a:t>
            </a:r>
            <a:r>
              <a:rPr lang="ja-JP" altLang="zh-CN" sz="1100" dirty="0">
                <a:solidFill>
                  <a:srgbClr val="FF0000"/>
                </a:solidFill>
                <a:latin typeface="微软雅黑" panose="020B0503020204020204" pitchFamily="34" charset="-122"/>
                <a:ea typeface="微软雅黑" panose="020B0503020204020204" pitchFamily="34" charset="-122"/>
                <a:cs typeface="Noto Sans"/>
              </a:rPr>
              <a:t>七个绩效方面</a:t>
            </a:r>
            <a:r>
              <a:rPr lang="ja-JP" altLang="zh-CN" sz="1100" dirty="0">
                <a:latin typeface="微软雅黑" panose="020B0503020204020204" pitchFamily="34" charset="-122"/>
                <a:ea typeface="微软雅黑" panose="020B0503020204020204" pitchFamily="34" charset="-122"/>
                <a:cs typeface="Noto Sans"/>
              </a:rPr>
              <a:t>的容许偏差进行责任建立</a:t>
            </a:r>
            <a:r>
              <a:rPr lang="en-US" altLang="zh-CN" sz="1100" dirty="0">
                <a:latin typeface="微软雅黑" panose="020B0503020204020204" pitchFamily="34" charset="-122"/>
                <a:ea typeface="微软雅黑" panose="020B0503020204020204" pitchFamily="34" charset="-122"/>
                <a:cs typeface="Noto Sans"/>
              </a:rPr>
              <a:t>。</a:t>
            </a:r>
          </a:p>
        </p:txBody>
      </p:sp>
      <p:sp>
        <p:nvSpPr>
          <p:cNvPr id="33" name="Text 12">
            <a:extLst>
              <a:ext uri="{FF2B5EF4-FFF2-40B4-BE49-F238E27FC236}">
                <a16:creationId xmlns:a16="http://schemas.microsoft.com/office/drawing/2014/main" id="{10E882FB-AF63-0BDD-D21F-73BDDBBCBA66}"/>
              </a:ext>
            </a:extLst>
          </p:cNvPr>
          <p:cNvSpPr/>
          <p:nvPr/>
        </p:nvSpPr>
        <p:spPr>
          <a:xfrm>
            <a:off x="5530559" y="2087997"/>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职权框架</a:t>
            </a:r>
            <a:r>
              <a:rPr lang="zh-CN" altLang="en-US" sz="1100" dirty="0">
                <a:latin typeface="微软雅黑" panose="020B0503020204020204" pitchFamily="34" charset="-122"/>
                <a:ea typeface="微软雅黑" panose="020B0503020204020204" pitchFamily="34" charset="-122"/>
                <a:cs typeface="Noto Sans" pitchFamily="34" charset="-120"/>
              </a:rPr>
              <a:t>：规则</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政策</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程序</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系统的结构化组合。</a:t>
            </a: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核心职能</a:t>
            </a:r>
            <a:r>
              <a:rPr lang="zh-CN" altLang="en-US" sz="1100" dirty="0">
                <a:latin typeface="微软雅黑" panose="020B0503020204020204" pitchFamily="34" charset="-122"/>
                <a:ea typeface="微软雅黑" panose="020B0503020204020204" pitchFamily="34" charset="-122"/>
                <a:cs typeface="Noto Sans" pitchFamily="34" charset="-120"/>
              </a:rPr>
              <a:t>：监督项目执行</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确保合规性</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资源决策。</a:t>
            </a: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实施机制</a:t>
            </a:r>
            <a:r>
              <a:rPr lang="zh-CN" altLang="en-US" sz="1100" dirty="0">
                <a:latin typeface="微软雅黑" panose="020B0503020204020204" pitchFamily="34" charset="-122"/>
                <a:ea typeface="微软雅黑" panose="020B0503020204020204" pitchFamily="34" charset="-122"/>
                <a:cs typeface="Noto Sans" pitchFamily="34" charset="-120"/>
              </a:rPr>
              <a:t>：阶段审查</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风险上报</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变更审批。</a:t>
            </a: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决策边界</a:t>
            </a:r>
            <a:r>
              <a:rPr lang="zh-CN" altLang="en-US" sz="1100" dirty="0">
                <a:latin typeface="微软雅黑" panose="020B0503020204020204" pitchFamily="34" charset="-122"/>
                <a:ea typeface="微软雅黑" panose="020B0503020204020204" pitchFamily="34" charset="-122"/>
                <a:cs typeface="Noto Sans" pitchFamily="34" charset="-120"/>
              </a:rPr>
              <a:t>：明确项目经理与治理层的职权划分。</a:t>
            </a: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适应性要求</a:t>
            </a:r>
            <a:r>
              <a:rPr lang="zh-CN" altLang="en-US" sz="1100" dirty="0">
                <a:latin typeface="微软雅黑" panose="020B0503020204020204" pitchFamily="34" charset="-122"/>
                <a:ea typeface="微软雅黑" panose="020B0503020204020204" pitchFamily="34" charset="-122"/>
                <a:cs typeface="Noto Sans" pitchFamily="34" charset="-120"/>
              </a:rPr>
              <a:t>：需根据组织文化裁剪治理框架。</a:t>
            </a:r>
          </a:p>
        </p:txBody>
      </p:sp>
      <p:sp>
        <p:nvSpPr>
          <p:cNvPr id="34" name="Shape 13">
            <a:extLst>
              <a:ext uri="{FF2B5EF4-FFF2-40B4-BE49-F238E27FC236}">
                <a16:creationId xmlns:a16="http://schemas.microsoft.com/office/drawing/2014/main" id="{4EDD1758-0813-0516-66B5-2E0F979DBD7C}"/>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9FBBA7F9-D1CC-B1D5-4781-2518E190D708}"/>
              </a:ext>
            </a:extLst>
          </p:cNvPr>
          <p:cNvSpPr/>
          <p:nvPr/>
        </p:nvSpPr>
        <p:spPr>
          <a:xfrm>
            <a:off x="667656" y="4193125"/>
            <a:ext cx="718145" cy="169277"/>
          </a:xfrm>
          <a:prstGeom prst="rect">
            <a:avLst/>
          </a:prstGeom>
          <a:noFill/>
          <a:ln/>
        </p:spPr>
        <p:txBody>
          <a:bodyPr wrap="none" lIns="0" tIns="0" rIns="0" bIns="0" rtlCol="0" anchor="ctr">
            <a:spAutoFit/>
          </a:bodyPr>
          <a:lstStyle/>
          <a:p>
            <a:r>
              <a:rPr lang="en-US" altLang="zh-CN" sz="1100" b="1" dirty="0">
                <a:solidFill>
                  <a:srgbClr val="FF9700"/>
                </a:solidFill>
                <a:latin typeface="微软雅黑" panose="020B0503020204020204" pitchFamily="34" charset="-122"/>
                <a:ea typeface="微软雅黑" panose="020B0503020204020204" pitchFamily="34" charset="-122"/>
                <a:cs typeface="Noto Sans"/>
              </a:rPr>
              <a:t>PM</a:t>
            </a:r>
            <a:r>
              <a:rPr lang="en-US" altLang="zh-CN" sz="1100" b="1" baseline="30000" dirty="0">
                <a:solidFill>
                  <a:srgbClr val="FF9700"/>
                </a:solidFill>
                <a:latin typeface="微软雅黑" panose="020B0503020204020204" pitchFamily="34" charset="-122"/>
                <a:ea typeface="微软雅黑" panose="020B0503020204020204" pitchFamily="34" charset="-122"/>
                <a:cs typeface="Noto Sans"/>
              </a:rPr>
              <a:t>2</a:t>
            </a:r>
            <a:r>
              <a:rPr lang="en-US" altLang="zh-CN" sz="1100" b="1" dirty="0">
                <a:solidFill>
                  <a:srgbClr val="FF9900"/>
                </a:solidFill>
                <a:latin typeface="微软雅黑" panose="020B0503020204020204" pitchFamily="34" charset="-122"/>
                <a:ea typeface="微软雅黑" panose="020B0503020204020204" pitchFamily="34" charset="-122"/>
                <a:cs typeface="Noto Sans"/>
              </a:rPr>
              <a:t>方法论</a:t>
            </a:r>
            <a:endParaRPr lang="en-US" altLang="zh-CN" sz="1100" dirty="0">
              <a:latin typeface="微软雅黑" panose="020B0503020204020204" pitchFamily="34" charset="-122"/>
              <a:ea typeface="微软雅黑" panose="020B0503020204020204" pitchFamily="34" charset="-122"/>
              <a:cs typeface="Noto Sans"/>
            </a:endParaRPr>
          </a:p>
        </p:txBody>
      </p:sp>
      <p:sp>
        <p:nvSpPr>
          <p:cNvPr id="37" name="Text 15">
            <a:extLst>
              <a:ext uri="{FF2B5EF4-FFF2-40B4-BE49-F238E27FC236}">
                <a16:creationId xmlns:a16="http://schemas.microsoft.com/office/drawing/2014/main" id="{F5A49182-D597-4A65-E189-E2C0D393FF39}"/>
              </a:ext>
            </a:extLst>
          </p:cNvPr>
          <p:cNvSpPr/>
          <p:nvPr/>
        </p:nvSpPr>
        <p:spPr>
          <a:xfrm>
            <a:off x="2186110" y="4106953"/>
            <a:ext cx="3286125" cy="375487"/>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a:rPr>
              <a:t>没有</a:t>
            </a:r>
            <a:r>
              <a:rPr lang="ja-JP" altLang="en-US" sz="1100" dirty="0">
                <a:solidFill>
                  <a:srgbClr val="FF0000"/>
                </a:solidFill>
                <a:latin typeface="微软雅黑" panose="020B0503020204020204" pitchFamily="34" charset="-122"/>
                <a:ea typeface="微软雅黑" panose="020B0503020204020204" pitchFamily="34" charset="-122"/>
                <a:cs typeface="Noto Sans"/>
              </a:rPr>
              <a:t>针对项目治理</a:t>
            </a:r>
            <a:r>
              <a:rPr lang="ja-JP" altLang="en-US" sz="1100" dirty="0">
                <a:latin typeface="微软雅黑" panose="020B0503020204020204" pitchFamily="34" charset="-122"/>
                <a:ea typeface="微软雅黑" panose="020B0503020204020204" pitchFamily="34" charset="-122"/>
                <a:cs typeface="Noto Sans"/>
              </a:rPr>
              <a:t>的章节。</a:t>
            </a:r>
            <a:endParaRPr lang="en-US" altLang="zh-CN" sz="1100" dirty="0">
              <a:latin typeface="微软雅黑" panose="020B0503020204020204" pitchFamily="34" charset="-122"/>
              <a:ea typeface="微软雅黑" panose="020B0503020204020204" pitchFamily="34" charset="-122"/>
              <a:cs typeface="Noto Sans"/>
            </a:endParaRPr>
          </a:p>
        </p:txBody>
      </p:sp>
      <p:sp>
        <p:nvSpPr>
          <p:cNvPr id="40" name="文本框 39">
            <a:extLst>
              <a:ext uri="{FF2B5EF4-FFF2-40B4-BE49-F238E27FC236}">
                <a16:creationId xmlns:a16="http://schemas.microsoft.com/office/drawing/2014/main" id="{2EFE02CC-B790-651B-4B95-6D3C710C0EB5}"/>
              </a:ext>
            </a:extLst>
          </p:cNvPr>
          <p:cNvSpPr txBox="1"/>
          <p:nvPr/>
        </p:nvSpPr>
        <p:spPr>
          <a:xfrm>
            <a:off x="5511118" y="3781025"/>
            <a:ext cx="3103302" cy="824200"/>
          </a:xfrm>
          <a:prstGeom prst="rect">
            <a:avLst/>
          </a:prstGeom>
          <a:noFill/>
        </p:spPr>
        <p:txBody>
          <a:bodyPr wrap="square">
            <a:spAutoFit/>
          </a:bodyPr>
          <a:lstStyle/>
          <a:p>
            <a:pPr>
              <a:lnSpc>
                <a:spcPct val="150000"/>
              </a:lnSpc>
            </a:pPr>
            <a:r>
              <a:rPr lang="ja-JP" altLang="en-US" sz="1100" dirty="0">
                <a:solidFill>
                  <a:srgbClr val="FF0000"/>
                </a:solidFill>
                <a:latin typeface="微软雅黑" panose="020B0503020204020204" pitchFamily="34" charset="-122"/>
                <a:ea typeface="微软雅黑" panose="020B0503020204020204" pitchFamily="34" charset="-122"/>
                <a:cs typeface="Noto Sans"/>
              </a:rPr>
              <a:t>治理</a:t>
            </a:r>
            <a:r>
              <a:rPr lang="ja-JP" altLang="en-US" sz="1100" dirty="0">
                <a:latin typeface="微软雅黑" panose="020B0503020204020204" pitchFamily="34" charset="-122"/>
                <a:ea typeface="微软雅黑" panose="020B0503020204020204" pitchFamily="34" charset="-122"/>
                <a:cs typeface="Noto Sans"/>
              </a:rPr>
              <a:t>内容</a:t>
            </a:r>
            <a:r>
              <a:rPr lang="ja-JP" altLang="en-US" sz="1100" dirty="0">
                <a:solidFill>
                  <a:srgbClr val="FF0000"/>
                </a:solidFill>
                <a:latin typeface="微软雅黑" panose="020B0503020204020204" pitchFamily="34" charset="-122"/>
                <a:ea typeface="微软雅黑" panose="020B0503020204020204" pitchFamily="34" charset="-122"/>
                <a:cs typeface="Noto Sans"/>
              </a:rPr>
              <a:t>融入组织</a:t>
            </a:r>
            <a:r>
              <a:rPr lang="ja-JP" altLang="en-US" sz="1100" dirty="0">
                <a:latin typeface="微软雅黑" panose="020B0503020204020204" pitchFamily="34" charset="-122"/>
                <a:ea typeface="微软雅黑" panose="020B0503020204020204" pitchFamily="34" charset="-122"/>
                <a:cs typeface="Noto Sans"/>
              </a:rPr>
              <a:t>和</a:t>
            </a:r>
            <a:r>
              <a:rPr lang="ja-JP" altLang="en-US" sz="1100" dirty="0">
                <a:solidFill>
                  <a:srgbClr val="FF0000"/>
                </a:solidFill>
                <a:latin typeface="微软雅黑" panose="020B0503020204020204" pitchFamily="34" charset="-122"/>
                <a:ea typeface="微软雅黑" panose="020B0503020204020204" pitchFamily="34" charset="-122"/>
                <a:cs typeface="Noto Sans"/>
              </a:rPr>
              <a:t>角色</a:t>
            </a:r>
            <a:r>
              <a:rPr lang="ja-JP" altLang="en-US" sz="1100" dirty="0">
                <a:latin typeface="微软雅黑" panose="020B0503020204020204" pitchFamily="34" charset="-122"/>
                <a:ea typeface="微软雅黑" panose="020B0503020204020204" pitchFamily="34" charset="-122"/>
                <a:cs typeface="Noto Sans"/>
              </a:rPr>
              <a:t>章节，强调</a:t>
            </a:r>
            <a:r>
              <a:rPr lang="ja-JP" altLang="en-US" sz="1100" dirty="0">
                <a:solidFill>
                  <a:srgbClr val="FF0000"/>
                </a:solidFill>
                <a:latin typeface="微软雅黑" panose="020B0503020204020204" pitchFamily="34" charset="-122"/>
                <a:ea typeface="微软雅黑" panose="020B0503020204020204" pitchFamily="34" charset="-122"/>
                <a:cs typeface="Noto Sans"/>
              </a:rPr>
              <a:t>建立治理机构</a:t>
            </a:r>
            <a:r>
              <a:rPr lang="ja-JP" altLang="en-US" sz="1100" dirty="0">
                <a:latin typeface="微软雅黑" panose="020B0503020204020204" pitchFamily="34" charset="-122"/>
                <a:ea typeface="微软雅黑" panose="020B0503020204020204" pitchFamily="34" charset="-122"/>
                <a:cs typeface="Noto Sans"/>
              </a:rPr>
              <a:t>负责</a:t>
            </a:r>
            <a:r>
              <a:rPr lang="ja-JP" altLang="en-US" sz="1100" dirty="0">
                <a:solidFill>
                  <a:srgbClr val="FF0000"/>
                </a:solidFill>
                <a:latin typeface="微软雅黑" panose="020B0503020204020204" pitchFamily="34" charset="-122"/>
                <a:ea typeface="微软雅黑" panose="020B0503020204020204" pitchFamily="34" charset="-122"/>
                <a:cs typeface="Noto Sans"/>
              </a:rPr>
              <a:t>战略规划</a:t>
            </a:r>
            <a:r>
              <a:rPr lang="ja-JP" altLang="en-US" sz="1100" dirty="0">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项目组合管理</a:t>
            </a:r>
            <a:r>
              <a:rPr lang="ja-JP" altLang="en-US" sz="1100" dirty="0">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项目审批</a:t>
            </a:r>
            <a:r>
              <a:rPr lang="ja-JP" altLang="en-US" sz="1100" dirty="0">
                <a:latin typeface="微软雅黑" panose="020B0503020204020204" pitchFamily="34" charset="-122"/>
                <a:ea typeface="微软雅黑" panose="020B0503020204020204" pitchFamily="34" charset="-122"/>
                <a:cs typeface="Noto Sans"/>
              </a:rPr>
              <a:t>、</a:t>
            </a:r>
            <a:r>
              <a:rPr lang="ja-JP" altLang="en-US" sz="1100" dirty="0">
                <a:solidFill>
                  <a:srgbClr val="FF0000"/>
                </a:solidFill>
                <a:latin typeface="微软雅黑" panose="020B0503020204020204" pitchFamily="34" charset="-122"/>
                <a:ea typeface="微软雅黑" panose="020B0503020204020204" pitchFamily="34" charset="-122"/>
                <a:cs typeface="Noto Sans"/>
              </a:rPr>
              <a:t>目标确认</a:t>
            </a:r>
            <a:r>
              <a:rPr lang="ja-JP" altLang="en-US" sz="1100" dirty="0">
                <a:latin typeface="微软雅黑" panose="020B0503020204020204" pitchFamily="34" charset="-122"/>
                <a:ea typeface="微软雅黑" panose="020B0503020204020204" pitchFamily="34" charset="-122"/>
                <a:cs typeface="Noto Sans"/>
              </a:rPr>
              <a:t>和</a:t>
            </a:r>
            <a:r>
              <a:rPr lang="ja-JP" altLang="en-US" sz="1100" dirty="0">
                <a:solidFill>
                  <a:srgbClr val="FF0000"/>
                </a:solidFill>
                <a:latin typeface="微软雅黑" panose="020B0503020204020204" pitchFamily="34" charset="-122"/>
                <a:ea typeface="微软雅黑" panose="020B0503020204020204" pitchFamily="34" charset="-122"/>
                <a:cs typeface="Noto Sans"/>
              </a:rPr>
              <a:t>资金支持</a:t>
            </a:r>
            <a:r>
              <a:rPr lang="ja-JP" altLang="en-US" sz="1100" dirty="0">
                <a:latin typeface="微软雅黑" panose="020B0503020204020204" pitchFamily="34" charset="-122"/>
                <a:ea typeface="微软雅黑" panose="020B0503020204020204" pitchFamily="34" charset="-122"/>
                <a:cs typeface="Noto Sans"/>
              </a:rPr>
              <a:t>。</a:t>
            </a:r>
            <a:endParaRPr lang="en-US" altLang="zh-CN" sz="1100" dirty="0">
              <a:latin typeface="微软雅黑" panose="020B0503020204020204" pitchFamily="34" charset="-122"/>
              <a:ea typeface="微软雅黑" panose="020B0503020204020204" pitchFamily="34" charset="-122"/>
              <a:cs typeface="Noto Sans"/>
            </a:endParaRPr>
          </a:p>
        </p:txBody>
      </p:sp>
    </p:spTree>
    <p:custDataLst>
      <p:tags r:id="rId1"/>
    </p:custDataLst>
    <p:extLst>
      <p:ext uri="{BB962C8B-B14F-4D97-AF65-F5344CB8AC3E}">
        <p14:creationId xmlns:p14="http://schemas.microsoft.com/office/powerpoint/2010/main" val="28128994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8DADE-73D8-3606-5805-3CDBFB3C8130}"/>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4853F459-461B-83F0-2942-84743F02E46D}"/>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3DF934FF-9ADD-76E6-AE8E-B5EFD5D9464B}"/>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DA516111-8EDE-41C5-9033-ED5E704D4502}"/>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C686CFEC-C704-4790-3057-33B9C16E018F}"/>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A31F7E3B-ECBF-A8C2-53D9-D626E2C188A3}"/>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09AC3FD6-4865-3E47-60FE-22D1418B3591}"/>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6.1</a:t>
            </a:r>
          </a:p>
        </p:txBody>
      </p:sp>
      <p:sp>
        <p:nvSpPr>
          <p:cNvPr id="4" name="文本框 3">
            <a:extLst>
              <a:ext uri="{FF2B5EF4-FFF2-40B4-BE49-F238E27FC236}">
                <a16:creationId xmlns:a16="http://schemas.microsoft.com/office/drawing/2014/main" id="{007F51E5-30DC-CBEE-B1DB-FFF78716DCF6}"/>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项目治理的多元视角</a:t>
            </a:r>
          </a:p>
        </p:txBody>
      </p:sp>
      <p:sp>
        <p:nvSpPr>
          <p:cNvPr id="94" name="Text 37">
            <a:extLst>
              <a:ext uri="{FF2B5EF4-FFF2-40B4-BE49-F238E27FC236}">
                <a16:creationId xmlns:a16="http://schemas.microsoft.com/office/drawing/2014/main" id="{858F3F91-DFB3-F74B-2BF8-9791738E3E0C}"/>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7E873C35-53DD-9CA3-B6F1-713AE40FB28D}"/>
              </a:ext>
            </a:extLst>
          </p:cNvPr>
          <p:cNvSpPr/>
          <p:nvPr/>
        </p:nvSpPr>
        <p:spPr>
          <a:xfrm>
            <a:off x="581931" y="1344276"/>
            <a:ext cx="2840521"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治理</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03E082E2-3E25-4828-7C9C-FD1EE98CFD94}"/>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90869BAE-5054-1AF1-87C2-280A86ABB523}"/>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7D108C91-E065-CF7F-5494-9151A4A05744}"/>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54E64630-AEDE-B5C8-FE36-D5BB928F8D98}"/>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项目治理</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D714D396-4EBD-3165-32E3-DF188D5D339B}"/>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1B4E348E-9250-88B3-95D7-CBBBF6887A97}"/>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37F54970-D237-9743-F304-01EEBD0BBE58}"/>
              </a:ext>
            </a:extLst>
          </p:cNvPr>
          <p:cNvSpPr/>
          <p:nvPr/>
        </p:nvSpPr>
        <p:spPr>
          <a:xfrm>
            <a:off x="667656" y="2702099"/>
            <a:ext cx="652423"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a:rPr>
              <a:t>APMBOK</a:t>
            </a:r>
            <a:endParaRPr lang="en-US" altLang="zh-CN" sz="1100" dirty="0">
              <a:latin typeface="微软雅黑" panose="020B0503020204020204" pitchFamily="34" charset="-122"/>
              <a:ea typeface="微软雅黑" panose="020B0503020204020204" pitchFamily="34" charset="-122"/>
            </a:endParaRPr>
          </a:p>
        </p:txBody>
      </p:sp>
      <p:sp>
        <p:nvSpPr>
          <p:cNvPr id="32" name="Text 11">
            <a:extLst>
              <a:ext uri="{FF2B5EF4-FFF2-40B4-BE49-F238E27FC236}">
                <a16:creationId xmlns:a16="http://schemas.microsoft.com/office/drawing/2014/main" id="{71D99C99-A9ED-D975-0AE4-A7328B27101B}"/>
              </a:ext>
            </a:extLst>
          </p:cNvPr>
          <p:cNvSpPr/>
          <p:nvPr/>
        </p:nvSpPr>
        <p:spPr>
          <a:xfrm>
            <a:off x="2213110" y="2318136"/>
            <a:ext cx="3286125" cy="938077"/>
          </a:xfrm>
          <a:prstGeom prst="rect">
            <a:avLst/>
          </a:prstGeom>
          <a:noFill/>
          <a:ln/>
        </p:spPr>
        <p:txBody>
          <a:bodyPr wrap="square" lIns="102108" tIns="102108" rIns="102108" bIns="102108" rtlCol="0" anchor="ctr">
            <a:spAutoFit/>
          </a:bodyPr>
          <a:lstStyle/>
          <a:p>
            <a:pPr>
              <a:lnSpc>
                <a:spcPct val="150000"/>
              </a:lnSpc>
            </a:pPr>
            <a:r>
              <a:rPr lang="ja-JP" altLang="en-US" sz="1100" dirty="0">
                <a:solidFill>
                  <a:srgbClr val="FF0000"/>
                </a:solidFill>
                <a:latin typeface="微软雅黑" panose="020B0503020204020204" pitchFamily="34" charset="-122"/>
                <a:ea typeface="微软雅黑" panose="020B0503020204020204" pitchFamily="34" charset="-122"/>
                <a:cs typeface="Noto Sans"/>
              </a:rPr>
              <a:t>治理包括权力和担责框架</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该框架可以定义和控制从项目</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项目群和项目组合中的产出</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成果</a:t>
            </a:r>
            <a:r>
              <a:rPr lang="en-US" altLang="zh-CN" sz="1100" dirty="0">
                <a:latin typeface="微软雅黑" panose="020B0503020204020204" pitchFamily="34" charset="-122"/>
                <a:ea typeface="微软雅黑" panose="020B0503020204020204" pitchFamily="34" charset="-122"/>
                <a:cs typeface="Noto Sans"/>
              </a:rPr>
              <a:t>、</a:t>
            </a:r>
            <a:r>
              <a:rPr lang="ja-JP" altLang="en-US" sz="1100" dirty="0">
                <a:latin typeface="微软雅黑" panose="020B0503020204020204" pitchFamily="34" charset="-122"/>
                <a:ea typeface="微软雅黑" panose="020B0503020204020204" pitchFamily="34" charset="-122"/>
                <a:cs typeface="Noto Sans"/>
              </a:rPr>
              <a:t>效益 (</a:t>
            </a:r>
            <a:r>
              <a:rPr lang="en-US" altLang="zh-CN" sz="1100" dirty="0">
                <a:latin typeface="微软雅黑" panose="020B0503020204020204" pitchFamily="34" charset="-122"/>
                <a:ea typeface="微软雅黑" panose="020B0503020204020204" pitchFamily="34" charset="-122"/>
                <a:cs typeface="Noto Sans"/>
              </a:rPr>
              <a:t>1.3.1</a:t>
            </a:r>
            <a:r>
              <a:rPr lang="ja-JP" altLang="en-US" sz="1100" dirty="0">
                <a:latin typeface="微软雅黑" panose="020B0503020204020204" pitchFamily="34" charset="-122"/>
                <a:ea typeface="微软雅黑" panose="020B0503020204020204" pitchFamily="34" charset="-122"/>
                <a:cs typeface="Noto Sans"/>
              </a:rPr>
              <a:t>节)。</a:t>
            </a:r>
            <a:endParaRPr lang="en-US" altLang="ja-JP" sz="1100" dirty="0">
              <a:latin typeface="微软雅黑" panose="020B0503020204020204" pitchFamily="34" charset="-122"/>
              <a:ea typeface="微软雅黑" panose="020B0503020204020204" pitchFamily="34" charset="-122"/>
              <a:cs typeface="Noto Sans"/>
            </a:endParaRPr>
          </a:p>
        </p:txBody>
      </p:sp>
      <p:sp>
        <p:nvSpPr>
          <p:cNvPr id="33" name="Text 12">
            <a:extLst>
              <a:ext uri="{FF2B5EF4-FFF2-40B4-BE49-F238E27FC236}">
                <a16:creationId xmlns:a16="http://schemas.microsoft.com/office/drawing/2014/main" id="{DA80D998-45A3-E995-B0EF-B1ACA49C379B}"/>
              </a:ext>
            </a:extLst>
          </p:cNvPr>
          <p:cNvSpPr/>
          <p:nvPr/>
        </p:nvSpPr>
        <p:spPr>
          <a:xfrm>
            <a:off x="5550001" y="2083945"/>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a:rPr>
              <a:t>权责明确</a:t>
            </a:r>
            <a:r>
              <a:rPr lang="zh-CN" altLang="en-US" sz="1100" dirty="0">
                <a:latin typeface="微软雅黑" panose="020B0503020204020204" pitchFamily="34" charset="-122"/>
                <a:ea typeface="微软雅黑" panose="020B0503020204020204" pitchFamily="34" charset="-122"/>
                <a:cs typeface="Noto Sans"/>
              </a:rPr>
              <a:t>：定义团队与干系人决策矩阵。</a:t>
            </a:r>
            <a:br>
              <a:rPr lang="zh-CN" altLang="en-US" sz="1100" dirty="0">
                <a:latin typeface="微软雅黑" panose="020B0503020204020204" pitchFamily="34" charset="-122"/>
                <a:ea typeface="微软雅黑" panose="020B0503020204020204" pitchFamily="34" charset="-122"/>
                <a:cs typeface="Noto Sans"/>
              </a:rPr>
            </a:br>
            <a:r>
              <a:rPr lang="zh-CN" altLang="en-US" sz="1100" dirty="0">
                <a:solidFill>
                  <a:srgbClr val="FF0000"/>
                </a:solidFill>
                <a:latin typeface="微软雅黑" panose="020B0503020204020204" pitchFamily="34" charset="-122"/>
                <a:ea typeface="微软雅黑" panose="020B0503020204020204" pitchFamily="34" charset="-122"/>
                <a:cs typeface="Noto Sans"/>
              </a:rPr>
              <a:t>价值驱动</a:t>
            </a:r>
            <a:r>
              <a:rPr lang="zh-CN" altLang="en-US" sz="1100" dirty="0">
                <a:latin typeface="微软雅黑" panose="020B0503020204020204" pitchFamily="34" charset="-122"/>
                <a:ea typeface="微软雅黑" panose="020B0503020204020204" pitchFamily="34" charset="-122"/>
                <a:cs typeface="Noto Sans"/>
              </a:rPr>
              <a:t>：对齐战略目标与投资回报。</a:t>
            </a:r>
            <a:br>
              <a:rPr lang="zh-CN" altLang="en-US" sz="1100" dirty="0">
                <a:latin typeface="微软雅黑" panose="020B0503020204020204" pitchFamily="34" charset="-122"/>
                <a:ea typeface="微软雅黑" panose="020B0503020204020204" pitchFamily="34" charset="-122"/>
                <a:cs typeface="Noto Sans"/>
              </a:rPr>
            </a:br>
            <a:r>
              <a:rPr lang="zh-CN" altLang="en-US" sz="1100" dirty="0">
                <a:solidFill>
                  <a:srgbClr val="FF0000"/>
                </a:solidFill>
                <a:latin typeface="微软雅黑" panose="020B0503020204020204" pitchFamily="34" charset="-122"/>
                <a:ea typeface="微软雅黑" panose="020B0503020204020204" pitchFamily="34" charset="-122"/>
                <a:cs typeface="Noto Sans"/>
              </a:rPr>
              <a:t>阶段控制</a:t>
            </a:r>
            <a:r>
              <a:rPr lang="zh-CN" altLang="en-US" sz="1100" dirty="0">
                <a:latin typeface="微软雅黑" panose="020B0503020204020204" pitchFamily="34" charset="-122"/>
                <a:ea typeface="微软雅黑" panose="020B0503020204020204" pitchFamily="34" charset="-122"/>
                <a:cs typeface="Noto Sans"/>
              </a:rPr>
              <a:t>：通过决策关口管理生命周期。</a:t>
            </a:r>
            <a:br>
              <a:rPr lang="zh-CN" altLang="en-US" sz="1100" dirty="0">
                <a:latin typeface="微软雅黑" panose="020B0503020204020204" pitchFamily="34" charset="-122"/>
                <a:ea typeface="微软雅黑" panose="020B0503020204020204" pitchFamily="34" charset="-122"/>
                <a:cs typeface="Noto Sans"/>
              </a:rPr>
            </a:br>
            <a:r>
              <a:rPr lang="zh-CN" altLang="en-US" sz="1100" dirty="0">
                <a:solidFill>
                  <a:srgbClr val="FF0000"/>
                </a:solidFill>
                <a:latin typeface="微软雅黑" panose="020B0503020204020204" pitchFamily="34" charset="-122"/>
                <a:ea typeface="微软雅黑" panose="020B0503020204020204" pitchFamily="34" charset="-122"/>
                <a:cs typeface="Noto Sans"/>
              </a:rPr>
              <a:t>多维协调</a:t>
            </a:r>
            <a:r>
              <a:rPr lang="zh-CN" altLang="en-US" sz="1100" dirty="0">
                <a:latin typeface="微软雅黑" panose="020B0503020204020204" pitchFamily="34" charset="-122"/>
                <a:ea typeface="微软雅黑" panose="020B0503020204020204" pitchFamily="34" charset="-122"/>
                <a:cs typeface="Noto Sans"/>
              </a:rPr>
              <a:t>：整合项目、公司及运营治理。</a:t>
            </a:r>
            <a:br>
              <a:rPr lang="zh-CN" altLang="en-US" sz="1100" dirty="0">
                <a:latin typeface="微软雅黑" panose="020B0503020204020204" pitchFamily="34" charset="-122"/>
                <a:ea typeface="微软雅黑" panose="020B0503020204020204" pitchFamily="34" charset="-122"/>
                <a:cs typeface="Noto Sans"/>
              </a:rPr>
            </a:br>
            <a:r>
              <a:rPr lang="zh-CN" altLang="en-US" sz="1100" dirty="0">
                <a:solidFill>
                  <a:srgbClr val="FF0000"/>
                </a:solidFill>
                <a:latin typeface="微软雅黑" panose="020B0503020204020204" pitchFamily="34" charset="-122"/>
                <a:ea typeface="微软雅黑" panose="020B0503020204020204" pitchFamily="34" charset="-122"/>
                <a:cs typeface="Noto Sans"/>
              </a:rPr>
              <a:t>专业授权</a:t>
            </a:r>
            <a:r>
              <a:rPr lang="zh-CN" altLang="en-US" sz="1100" dirty="0">
                <a:latin typeface="微软雅黑" panose="020B0503020204020204" pitchFamily="34" charset="-122"/>
                <a:ea typeface="微软雅黑" panose="020B0503020204020204" pitchFamily="34" charset="-122"/>
                <a:cs typeface="Noto Sans"/>
              </a:rPr>
              <a:t>：保障团队在权限内自主决策。</a:t>
            </a:r>
          </a:p>
        </p:txBody>
      </p:sp>
      <p:sp>
        <p:nvSpPr>
          <p:cNvPr id="34" name="Shape 13">
            <a:extLst>
              <a:ext uri="{FF2B5EF4-FFF2-40B4-BE49-F238E27FC236}">
                <a16:creationId xmlns:a16="http://schemas.microsoft.com/office/drawing/2014/main" id="{2FC8A121-5E9C-E64C-435A-2C0002412C8F}"/>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09BC904F-EBAB-40B9-7CA6-FA50FA2D53E8}"/>
              </a:ext>
            </a:extLst>
          </p:cNvPr>
          <p:cNvSpPr/>
          <p:nvPr/>
        </p:nvSpPr>
        <p:spPr>
          <a:xfrm>
            <a:off x="667656" y="4193125"/>
            <a:ext cx="527388" cy="169277"/>
          </a:xfrm>
          <a:prstGeom prst="rect">
            <a:avLst/>
          </a:prstGeom>
          <a:noFill/>
          <a:ln/>
        </p:spPr>
        <p:txBody>
          <a:bodyPr wrap="none" lIns="0" tIns="0" rIns="0" bIns="0" rtlCol="0" anchor="ctr">
            <a:spAutoFit/>
          </a:bodyPr>
          <a:lstStyle/>
          <a:p>
            <a:r>
              <a:rPr lang="en-US" altLang="zh-CN" sz="1100" b="1" dirty="0">
                <a:solidFill>
                  <a:srgbClr val="FF9700"/>
                </a:solidFill>
                <a:latin typeface="微软雅黑" panose="020B0503020204020204" pitchFamily="34" charset="-122"/>
                <a:ea typeface="微软雅黑" panose="020B0503020204020204" pitchFamily="34" charset="-122"/>
                <a:cs typeface="Noto Sans"/>
              </a:rPr>
              <a:t>BS6079</a:t>
            </a:r>
          </a:p>
        </p:txBody>
      </p:sp>
      <p:sp>
        <p:nvSpPr>
          <p:cNvPr id="37" name="Text 15">
            <a:extLst>
              <a:ext uri="{FF2B5EF4-FFF2-40B4-BE49-F238E27FC236}">
                <a16:creationId xmlns:a16="http://schemas.microsoft.com/office/drawing/2014/main" id="{EDD134AD-19B5-573D-1A48-7FCC741CB2DD}"/>
              </a:ext>
            </a:extLst>
          </p:cNvPr>
          <p:cNvSpPr/>
          <p:nvPr/>
        </p:nvSpPr>
        <p:spPr>
          <a:xfrm>
            <a:off x="2186110" y="3825659"/>
            <a:ext cx="3286125" cy="938077"/>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a:rPr>
              <a:t>项目治理通过</a:t>
            </a:r>
            <a:r>
              <a:rPr lang="ja-JP" altLang="en-US" sz="1100" dirty="0">
                <a:solidFill>
                  <a:srgbClr val="FF0000"/>
                </a:solidFill>
                <a:latin typeface="微软雅黑" panose="020B0503020204020204" pitchFamily="34" charset="-122"/>
                <a:ea typeface="微软雅黑" panose="020B0503020204020204" pitchFamily="34" charset="-122"/>
                <a:cs typeface="Noto Sans"/>
              </a:rPr>
              <a:t>原则、政策、流程、方法和框架</a:t>
            </a:r>
            <a:r>
              <a:rPr lang="ja-JP" altLang="en-US" sz="1100" dirty="0">
                <a:latin typeface="微软雅黑" panose="020B0503020204020204" pitchFamily="34" charset="-122"/>
                <a:ea typeface="微软雅黑" panose="020B0503020204020204" pitchFamily="34" charset="-122"/>
                <a:cs typeface="Noto Sans"/>
              </a:rPr>
              <a:t>指导项目管理，设定参与主体行为边界，并提供实施有效管理的授权与监督机制。</a:t>
            </a:r>
            <a:endParaRPr lang="en-US" altLang="zh-CN" sz="1100" dirty="0">
              <a:latin typeface="微软雅黑" panose="020B0503020204020204" pitchFamily="34" charset="-122"/>
              <a:ea typeface="微软雅黑" panose="020B0503020204020204" pitchFamily="34" charset="-122"/>
              <a:cs typeface="Noto Sans"/>
            </a:endParaRPr>
          </a:p>
        </p:txBody>
      </p:sp>
      <p:sp>
        <p:nvSpPr>
          <p:cNvPr id="40" name="文本框 39">
            <a:extLst>
              <a:ext uri="{FF2B5EF4-FFF2-40B4-BE49-F238E27FC236}">
                <a16:creationId xmlns:a16="http://schemas.microsoft.com/office/drawing/2014/main" id="{E2DA1D7E-5A59-ABFA-3AC2-0A5614344126}"/>
              </a:ext>
            </a:extLst>
          </p:cNvPr>
          <p:cNvSpPr txBox="1"/>
          <p:nvPr/>
        </p:nvSpPr>
        <p:spPr>
          <a:xfrm>
            <a:off x="5583088" y="3628681"/>
            <a:ext cx="3103302" cy="1332031"/>
          </a:xfrm>
          <a:prstGeom prst="rect">
            <a:avLst/>
          </a:prstGeom>
          <a:noFill/>
        </p:spPr>
        <p:txBody>
          <a:bodyPr wrap="square">
            <a:spAutoFit/>
          </a:body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a:rPr>
              <a:t>双轨治理</a:t>
            </a:r>
            <a:r>
              <a:rPr lang="zh-CN" altLang="en-US" sz="1100" dirty="0">
                <a:latin typeface="微软雅黑" panose="020B0503020204020204" pitchFamily="34" charset="-122"/>
                <a:ea typeface="微软雅黑" panose="020B0503020204020204" pitchFamily="34" charset="-122"/>
                <a:cs typeface="Noto Sans"/>
              </a:rPr>
              <a:t>：项目临时与组织常设机制结合。 </a:t>
            </a:r>
            <a:endParaRPr lang="en-US" altLang="zh-CN" sz="1100" dirty="0">
              <a:latin typeface="微软雅黑" panose="020B0503020204020204" pitchFamily="34" charset="-122"/>
              <a:ea typeface="微软雅黑" panose="020B0503020204020204" pitchFamily="34" charset="-122"/>
              <a:cs typeface="Noto Sans"/>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a:rPr>
              <a:t>多维管控</a:t>
            </a:r>
            <a:r>
              <a:rPr lang="zh-CN" altLang="en-US" sz="1100" dirty="0">
                <a:latin typeface="微软雅黑" panose="020B0503020204020204" pitchFamily="34" charset="-122"/>
                <a:ea typeface="微软雅黑" panose="020B0503020204020204" pitchFamily="34" charset="-122"/>
                <a:cs typeface="Noto Sans"/>
              </a:rPr>
              <a:t>：决策</a:t>
            </a:r>
            <a:r>
              <a:rPr lang="en-US" altLang="zh-CN" sz="1100" dirty="0">
                <a:latin typeface="微软雅黑" panose="020B0503020204020204" pitchFamily="34" charset="-122"/>
                <a:ea typeface="微软雅黑" panose="020B0503020204020204" pitchFamily="34" charset="-122"/>
                <a:cs typeface="Noto Sans"/>
              </a:rPr>
              <a:t>/</a:t>
            </a:r>
            <a:r>
              <a:rPr lang="zh-CN" altLang="en-US" sz="1100" dirty="0">
                <a:latin typeface="微软雅黑" panose="020B0503020204020204" pitchFamily="34" charset="-122"/>
                <a:ea typeface="微软雅黑" panose="020B0503020204020204" pitchFamily="34" charset="-122"/>
                <a:cs typeface="Noto Sans"/>
              </a:rPr>
              <a:t>保证</a:t>
            </a:r>
            <a:r>
              <a:rPr lang="en-US" altLang="zh-CN" sz="1100" dirty="0">
                <a:latin typeface="微软雅黑" panose="020B0503020204020204" pitchFamily="34" charset="-122"/>
                <a:ea typeface="微软雅黑" panose="020B0503020204020204" pitchFamily="34" charset="-122"/>
                <a:cs typeface="Noto Sans"/>
              </a:rPr>
              <a:t>/</a:t>
            </a:r>
            <a:r>
              <a:rPr lang="zh-CN" altLang="en-US" sz="1100" dirty="0">
                <a:latin typeface="微软雅黑" panose="020B0503020204020204" pitchFamily="34" charset="-122"/>
                <a:ea typeface="微软雅黑" panose="020B0503020204020204" pitchFamily="34" charset="-122"/>
                <a:cs typeface="Noto Sans"/>
              </a:rPr>
              <a:t>流程</a:t>
            </a:r>
            <a:r>
              <a:rPr lang="en-US" altLang="zh-CN" sz="1100" dirty="0">
                <a:latin typeface="微软雅黑" panose="020B0503020204020204" pitchFamily="34" charset="-122"/>
                <a:ea typeface="微软雅黑" panose="020B0503020204020204" pitchFamily="34" charset="-122"/>
                <a:cs typeface="Noto Sans"/>
              </a:rPr>
              <a:t>/</a:t>
            </a:r>
            <a:r>
              <a:rPr lang="zh-CN" altLang="en-US" sz="1100" dirty="0">
                <a:latin typeface="微软雅黑" panose="020B0503020204020204" pitchFamily="34" charset="-122"/>
                <a:ea typeface="微软雅黑" panose="020B0503020204020204" pitchFamily="34" charset="-122"/>
                <a:cs typeface="Noto Sans"/>
              </a:rPr>
              <a:t>权责</a:t>
            </a:r>
            <a:r>
              <a:rPr lang="en-US" altLang="zh-CN" sz="1100" dirty="0">
                <a:latin typeface="微软雅黑" panose="020B0503020204020204" pitchFamily="34" charset="-122"/>
                <a:ea typeface="微软雅黑" panose="020B0503020204020204" pitchFamily="34" charset="-122"/>
                <a:cs typeface="Noto Sans"/>
              </a:rPr>
              <a:t>/</a:t>
            </a:r>
            <a:r>
              <a:rPr lang="zh-CN" altLang="en-US" sz="1100" dirty="0">
                <a:latin typeface="微软雅黑" panose="020B0503020204020204" pitchFamily="34" charset="-122"/>
                <a:ea typeface="微软雅黑" panose="020B0503020204020204" pitchFamily="34" charset="-122"/>
                <a:cs typeface="Noto Sans"/>
              </a:rPr>
              <a:t>报告</a:t>
            </a:r>
            <a:r>
              <a:rPr lang="en-US" altLang="zh-CN" sz="1100" dirty="0">
                <a:latin typeface="微软雅黑" panose="020B0503020204020204" pitchFamily="34" charset="-122"/>
                <a:ea typeface="微软雅黑" panose="020B0503020204020204" pitchFamily="34" charset="-122"/>
                <a:cs typeface="Noto Sans"/>
              </a:rPr>
              <a:t>/</a:t>
            </a:r>
            <a:r>
              <a:rPr lang="zh-CN" altLang="en-US" sz="1100" dirty="0">
                <a:latin typeface="微软雅黑" panose="020B0503020204020204" pitchFamily="34" charset="-122"/>
                <a:ea typeface="微软雅黑" panose="020B0503020204020204" pitchFamily="34" charset="-122"/>
                <a:cs typeface="Noto Sans"/>
              </a:rPr>
              <a:t>合同。 </a:t>
            </a:r>
            <a:r>
              <a:rPr lang="zh-CN" altLang="en-US" sz="1100" dirty="0">
                <a:solidFill>
                  <a:srgbClr val="FF0000"/>
                </a:solidFill>
                <a:latin typeface="微软雅黑" panose="020B0503020204020204" pitchFamily="34" charset="-122"/>
                <a:ea typeface="微软雅黑" panose="020B0503020204020204" pitchFamily="34" charset="-122"/>
                <a:cs typeface="Noto Sans"/>
              </a:rPr>
              <a:t>动态适应</a:t>
            </a:r>
            <a:r>
              <a:rPr lang="zh-CN" altLang="en-US" sz="1100" dirty="0">
                <a:latin typeface="微软雅黑" panose="020B0503020204020204" pitchFamily="34" charset="-122"/>
                <a:ea typeface="微软雅黑" panose="020B0503020204020204" pitchFamily="34" charset="-122"/>
                <a:cs typeface="Noto Sans"/>
              </a:rPr>
              <a:t>：法规</a:t>
            </a:r>
            <a:r>
              <a:rPr lang="en-US" altLang="zh-CN" sz="1100" dirty="0">
                <a:latin typeface="微软雅黑" panose="020B0503020204020204" pitchFamily="34" charset="-122"/>
                <a:ea typeface="微软雅黑" panose="020B0503020204020204" pitchFamily="34" charset="-122"/>
                <a:cs typeface="Noto Sans"/>
              </a:rPr>
              <a:t>/</a:t>
            </a:r>
            <a:r>
              <a:rPr lang="zh-CN" altLang="en-US" sz="1100" dirty="0">
                <a:latin typeface="微软雅黑" panose="020B0503020204020204" pitchFamily="34" charset="-122"/>
                <a:ea typeface="微软雅黑" panose="020B0503020204020204" pitchFamily="34" charset="-122"/>
                <a:cs typeface="Noto Sans"/>
              </a:rPr>
              <a:t>伦理</a:t>
            </a:r>
            <a:r>
              <a:rPr lang="en-US" altLang="zh-CN" sz="1100" dirty="0">
                <a:latin typeface="微软雅黑" panose="020B0503020204020204" pitchFamily="34" charset="-122"/>
                <a:ea typeface="微软雅黑" panose="020B0503020204020204" pitchFamily="34" charset="-122"/>
                <a:cs typeface="Noto Sans"/>
              </a:rPr>
              <a:t>/HSE/</a:t>
            </a:r>
            <a:r>
              <a:rPr lang="zh-CN" altLang="en-US" sz="1100" dirty="0">
                <a:latin typeface="微软雅黑" panose="020B0503020204020204" pitchFamily="34" charset="-122"/>
                <a:ea typeface="微软雅黑" panose="020B0503020204020204" pitchFamily="34" charset="-122"/>
                <a:cs typeface="Noto Sans"/>
              </a:rPr>
              <a:t>利益相关方影响。 </a:t>
            </a:r>
            <a:r>
              <a:rPr lang="zh-CN" altLang="en-US" sz="1100" dirty="0">
                <a:solidFill>
                  <a:srgbClr val="FF0000"/>
                </a:solidFill>
                <a:latin typeface="微软雅黑" panose="020B0503020204020204" pitchFamily="34" charset="-122"/>
                <a:ea typeface="微软雅黑" panose="020B0503020204020204" pitchFamily="34" charset="-122"/>
                <a:cs typeface="Noto Sans"/>
              </a:rPr>
              <a:t>战略协同</a:t>
            </a:r>
            <a:r>
              <a:rPr lang="zh-CN" altLang="en-US" sz="1100" dirty="0">
                <a:latin typeface="微软雅黑" panose="020B0503020204020204" pitchFamily="34" charset="-122"/>
                <a:ea typeface="微软雅黑" panose="020B0503020204020204" pitchFamily="34" charset="-122"/>
                <a:cs typeface="Noto Sans"/>
              </a:rPr>
              <a:t>：与组织治理保持一致。 </a:t>
            </a:r>
            <a:endParaRPr lang="en-US" altLang="zh-CN" sz="1100" dirty="0">
              <a:latin typeface="微软雅黑" panose="020B0503020204020204" pitchFamily="34" charset="-122"/>
              <a:ea typeface="微软雅黑" panose="020B0503020204020204" pitchFamily="34" charset="-122"/>
              <a:cs typeface="Noto Sans"/>
            </a:endParaRPr>
          </a:p>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a:rPr>
              <a:t>权责明确</a:t>
            </a:r>
            <a:r>
              <a:rPr lang="zh-CN" altLang="en-US" sz="1100" dirty="0">
                <a:latin typeface="微软雅黑" panose="020B0503020204020204" pitchFamily="34" charset="-122"/>
                <a:ea typeface="微软雅黑" panose="020B0503020204020204" pitchFamily="34" charset="-122"/>
                <a:cs typeface="Noto Sans"/>
              </a:rPr>
              <a:t>：权力</a:t>
            </a:r>
            <a:r>
              <a:rPr lang="en-US" altLang="zh-CN" sz="1100" dirty="0">
                <a:latin typeface="微软雅黑" panose="020B0503020204020204" pitchFamily="34" charset="-122"/>
                <a:ea typeface="微软雅黑" panose="020B0503020204020204" pitchFamily="34" charset="-122"/>
                <a:cs typeface="Noto Sans"/>
              </a:rPr>
              <a:t>/</a:t>
            </a:r>
            <a:r>
              <a:rPr lang="zh-CN" altLang="en-US" sz="1100" dirty="0">
                <a:latin typeface="微软雅黑" panose="020B0503020204020204" pitchFamily="34" charset="-122"/>
                <a:ea typeface="微软雅黑" panose="020B0503020204020204" pitchFamily="34" charset="-122"/>
                <a:cs typeface="Noto Sans"/>
              </a:rPr>
              <a:t>决策</a:t>
            </a:r>
            <a:r>
              <a:rPr lang="en-US" altLang="zh-CN" sz="1100" dirty="0">
                <a:latin typeface="微软雅黑" panose="020B0503020204020204" pitchFamily="34" charset="-122"/>
                <a:ea typeface="微软雅黑" panose="020B0503020204020204" pitchFamily="34" charset="-122"/>
                <a:cs typeface="Noto Sans"/>
              </a:rPr>
              <a:t>/</a:t>
            </a:r>
            <a:r>
              <a:rPr lang="zh-CN" altLang="en-US" sz="1100" dirty="0">
                <a:latin typeface="微软雅黑" panose="020B0503020204020204" pitchFamily="34" charset="-122"/>
                <a:ea typeface="微软雅黑" panose="020B0503020204020204" pitchFamily="34" charset="-122"/>
                <a:cs typeface="Noto Sans"/>
              </a:rPr>
              <a:t>责任清晰界定。</a:t>
            </a:r>
            <a:endParaRPr lang="en-US" altLang="zh-CN" sz="1100" dirty="0">
              <a:latin typeface="微软雅黑" panose="020B0503020204020204" pitchFamily="34" charset="-122"/>
              <a:ea typeface="微软雅黑" panose="020B0503020204020204" pitchFamily="34" charset="-122"/>
              <a:cs typeface="Noto Sans"/>
            </a:endParaRPr>
          </a:p>
        </p:txBody>
      </p:sp>
    </p:spTree>
    <p:custDataLst>
      <p:tags r:id="rId1"/>
    </p:custDataLst>
    <p:extLst>
      <p:ext uri="{BB962C8B-B14F-4D97-AF65-F5344CB8AC3E}">
        <p14:creationId xmlns:p14="http://schemas.microsoft.com/office/powerpoint/2010/main" val="15399352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ABEFA-84A8-13E2-1F5E-209B09D934F0}"/>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45313144-F161-6667-E1E8-38051BB43A71}"/>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9F68D312-A052-371F-76EC-A16B55011722}"/>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CAAF6464-BC80-8C9D-B39E-4BE038834189}"/>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BEF53E2D-1C1E-45EF-7D10-38A47FE472AE}"/>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BDE64FEF-74AE-9E96-650C-F2D0F1CC7A4C}"/>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55800C20-1790-D747-CFA6-B132827306CC}"/>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微软雅黑" panose="020B0503020204020204" charset="-122"/>
                <a:sym typeface="+mn-ea"/>
              </a:rPr>
              <a:t>项目治理的多元视角（续）</a:t>
            </a:r>
          </a:p>
        </p:txBody>
      </p:sp>
      <p:sp>
        <p:nvSpPr>
          <p:cNvPr id="15" name="Text 25"/>
          <p:cNvSpPr/>
          <p:nvPr/>
        </p:nvSpPr>
        <p:spPr>
          <a:xfrm>
            <a:off x="1147763" y="1331819"/>
            <a:ext cx="2077492"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itchFamily="34" charset="-120"/>
              </a:rPr>
              <a:t>项目治理视角的共性与差异</a:t>
            </a:r>
            <a:endParaRPr lang="en-US" sz="1350" dirty="0">
              <a:latin typeface="微软雅黑" panose="020B0503020204020204" pitchFamily="34" charset="-122"/>
              <a:ea typeface="微软雅黑" panose="020B0503020204020204" pitchFamily="34" charset="-122"/>
            </a:endParaRPr>
          </a:p>
        </p:txBody>
      </p:sp>
      <p:pic>
        <p:nvPicPr>
          <p:cNvPr id="29" name="Image 1" descr="preencoded.png"/>
          <p:cNvPicPr>
            <a:picLocks noChangeAspect="1"/>
          </p:cNvPicPr>
          <p:nvPr/>
        </p:nvPicPr>
        <p:blipFill>
          <a:blip r:embed="rId9"/>
          <a:stretch>
            <a:fillRect/>
          </a:stretch>
        </p:blipFill>
        <p:spPr>
          <a:xfrm>
            <a:off x="1147763" y="1975363"/>
            <a:ext cx="125016" cy="142875"/>
          </a:xfrm>
          <a:prstGeom prst="rect">
            <a:avLst/>
          </a:prstGeom>
        </p:spPr>
      </p:pic>
      <p:sp>
        <p:nvSpPr>
          <p:cNvPr id="30" name="Text 26"/>
          <p:cNvSpPr/>
          <p:nvPr/>
        </p:nvSpPr>
        <p:spPr>
          <a:xfrm>
            <a:off x="1379935" y="1960718"/>
            <a:ext cx="307777"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共性</a:t>
            </a:r>
            <a:endParaRPr lang="en-US" sz="1200" dirty="0">
              <a:latin typeface="微软雅黑" panose="020B0503020204020204" pitchFamily="34" charset="-122"/>
              <a:ea typeface="微软雅黑" panose="020B0503020204020204" pitchFamily="34" charset="-122"/>
            </a:endParaRPr>
          </a:p>
        </p:txBody>
      </p:sp>
      <p:sp>
        <p:nvSpPr>
          <p:cNvPr id="31" name="Text 27"/>
          <p:cNvSpPr/>
          <p:nvPr/>
        </p:nvSpPr>
        <p:spPr>
          <a:xfrm>
            <a:off x="1707684" y="1960718"/>
            <a:ext cx="6924973"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都强调</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项目治理</a:t>
            </a:r>
            <a:r>
              <a:rPr lang="en-US" sz="1200" dirty="0" err="1">
                <a:latin typeface="微软雅黑" panose="020B0503020204020204" pitchFamily="34" charset="-122"/>
                <a:ea typeface="微软雅黑" panose="020B0503020204020204" pitchFamily="34" charset="-122"/>
                <a:cs typeface="Noto Sans" pitchFamily="34" charset="-120"/>
              </a:rPr>
              <a:t>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监督性质</a:t>
            </a:r>
            <a:r>
              <a:rPr lang="en-US" sz="1200" dirty="0" err="1">
                <a:latin typeface="微软雅黑" panose="020B0503020204020204" pitchFamily="34" charset="-122"/>
                <a:ea typeface="微软雅黑" panose="020B0503020204020204" pitchFamily="34" charset="-122"/>
                <a:cs typeface="Noto Sans" pitchFamily="34" charset="-120"/>
              </a:rPr>
              <a:t>；都认可治</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理与组织战略</a:t>
            </a:r>
            <a:r>
              <a:rPr lang="en-US" sz="1200" dirty="0" err="1">
                <a:latin typeface="微软雅黑" panose="020B0503020204020204" pitchFamily="34" charset="-122"/>
                <a:ea typeface="微软雅黑" panose="020B0503020204020204" pitchFamily="34" charset="-122"/>
                <a:cs typeface="Noto Sans" pitchFamily="34" charset="-120"/>
              </a:rPr>
              <a:t>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一致性</a:t>
            </a:r>
            <a:r>
              <a:rPr lang="en-US" sz="1200" dirty="0" err="1">
                <a:latin typeface="微软雅黑" panose="020B0503020204020204" pitchFamily="34" charset="-122"/>
                <a:ea typeface="微软雅黑" panose="020B0503020204020204" pitchFamily="34" charset="-122"/>
                <a:cs typeface="Noto Sans" pitchFamily="34" charset="-120"/>
              </a:rPr>
              <a:t>；都承认治</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理需要明确</a:t>
            </a:r>
            <a:r>
              <a:rPr lang="en-US" sz="1200" dirty="0" err="1">
                <a:latin typeface="微软雅黑" panose="020B0503020204020204" pitchFamily="34" charset="-122"/>
                <a:ea typeface="微软雅黑" panose="020B0503020204020204" pitchFamily="34" charset="-122"/>
                <a:cs typeface="Noto Sans" pitchFamily="34" charset="-120"/>
              </a:rPr>
              <a:t>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角色和责任</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32" name="Image 2" descr="preencoded.png"/>
          <p:cNvPicPr>
            <a:picLocks noChangeAspect="1"/>
          </p:cNvPicPr>
          <p:nvPr/>
        </p:nvPicPr>
        <p:blipFill>
          <a:blip r:embed="rId10"/>
          <a:stretch>
            <a:fillRect/>
          </a:stretch>
        </p:blipFill>
        <p:spPr>
          <a:xfrm>
            <a:off x="1145029" y="2511604"/>
            <a:ext cx="125016" cy="142875"/>
          </a:xfrm>
          <a:prstGeom prst="rect">
            <a:avLst/>
          </a:prstGeom>
        </p:spPr>
      </p:pic>
      <p:sp>
        <p:nvSpPr>
          <p:cNvPr id="16" name="Text 28"/>
          <p:cNvSpPr/>
          <p:nvPr/>
        </p:nvSpPr>
        <p:spPr>
          <a:xfrm>
            <a:off x="1377201" y="2496959"/>
            <a:ext cx="307777"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差异</a:t>
            </a:r>
            <a:endParaRPr lang="en-US" sz="1200" dirty="0">
              <a:latin typeface="微软雅黑" panose="020B0503020204020204" pitchFamily="34" charset="-122"/>
              <a:ea typeface="微软雅黑" panose="020B0503020204020204" pitchFamily="34" charset="-122"/>
            </a:endParaRPr>
          </a:p>
        </p:txBody>
      </p:sp>
      <p:sp>
        <p:nvSpPr>
          <p:cNvPr id="34" name="Text 29"/>
          <p:cNvSpPr/>
          <p:nvPr/>
        </p:nvSpPr>
        <p:spPr>
          <a:xfrm>
            <a:off x="1707684" y="2430510"/>
            <a:ext cx="6098380" cy="521361"/>
          </a:xfrm>
          <a:prstGeom prst="rect">
            <a:avLst/>
          </a:prstGeom>
          <a:noFill/>
          <a:ln/>
        </p:spPr>
        <p:txBody>
          <a:bodyPr wrap="square" lIns="0" tIns="0" rIns="0" bIns="0" rtlCol="0" anchor="ctr">
            <a:spAutoFit/>
          </a:bodyPr>
          <a:lstStyle/>
          <a:p>
            <a:pPr marL="0" indent="0">
              <a:lnSpc>
                <a:spcPct val="150000"/>
              </a:lnSpc>
              <a:buNone/>
            </a:pPr>
            <a:r>
              <a:rPr lang="en-US" sz="1200" dirty="0">
                <a:latin typeface="微软雅黑" panose="020B0503020204020204" pitchFamily="34" charset="-122"/>
                <a:ea typeface="微软雅黑" panose="020B0503020204020204" pitchFamily="34" charset="-122"/>
                <a:cs typeface="Noto Sans" pitchFamily="34" charset="-120"/>
              </a:rPr>
              <a:t>：PMBOK更强调</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治理与组织战略</a:t>
            </a:r>
            <a:r>
              <a:rPr lang="en-US" sz="1200" dirty="0">
                <a:latin typeface="微软雅黑" panose="020B0503020204020204" pitchFamily="34" charset="-122"/>
                <a:ea typeface="微软雅黑" panose="020B0503020204020204" pitchFamily="34" charset="-122"/>
                <a:cs typeface="Noto Sans" pitchFamily="34" charset="-120"/>
              </a:rPr>
              <a:t>的</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衔接</a:t>
            </a:r>
            <a:r>
              <a:rPr lang="en-US" sz="1200" dirty="0">
                <a:latin typeface="微软雅黑" panose="020B0503020204020204" pitchFamily="34" charset="-122"/>
                <a:ea typeface="微软雅黑" panose="020B0503020204020204" pitchFamily="34" charset="-122"/>
                <a:cs typeface="Noto Sans" pitchFamily="34" charset="-120"/>
              </a:rPr>
              <a:t>；PRINCE2更强调</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治理机构</a:t>
            </a:r>
            <a:r>
              <a:rPr lang="en-US" sz="1200" dirty="0">
                <a:solidFill>
                  <a:schemeClr val="tx1">
                    <a:lumMod val="95000"/>
                    <a:lumOff val="5000"/>
                  </a:schemeClr>
                </a:solidFill>
                <a:latin typeface="微软雅黑" panose="020B0503020204020204" pitchFamily="34" charset="-122"/>
                <a:ea typeface="微软雅黑" panose="020B0503020204020204" pitchFamily="34" charset="-122"/>
                <a:cs typeface="Noto Sans" pitchFamily="34" charset="-120"/>
              </a:rPr>
              <a:t>的</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结构</a:t>
            </a:r>
            <a:r>
              <a:rPr lang="en-US" sz="1200" dirty="0">
                <a:solidFill>
                  <a:schemeClr val="tx1">
                    <a:lumMod val="95000"/>
                    <a:lumOff val="5000"/>
                  </a:schemeClr>
                </a:solidFill>
                <a:latin typeface="微软雅黑" panose="020B0503020204020204" pitchFamily="34" charset="-122"/>
                <a:ea typeface="微软雅黑" panose="020B0503020204020204" pitchFamily="34" charset="-122"/>
                <a:cs typeface="Noto Sans" pitchFamily="34" charset="-120"/>
              </a:rPr>
              <a:t>和</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职能</a:t>
            </a:r>
            <a:r>
              <a:rPr lang="en-US" sz="1200" dirty="0">
                <a:latin typeface="微软雅黑" panose="020B0503020204020204" pitchFamily="34" charset="-122"/>
                <a:ea typeface="微软雅黑" panose="020B0503020204020204" pitchFamily="34" charset="-122"/>
                <a:cs typeface="Noto Sans" pitchFamily="34" charset="-120"/>
              </a:rPr>
              <a:t>；   </a:t>
            </a:r>
          </a:p>
          <a:p>
            <a:pPr marL="0" indent="0">
              <a:lnSpc>
                <a:spcPct val="150000"/>
              </a:lnSpc>
              <a:buNone/>
            </a:pPr>
            <a:r>
              <a:rPr lang="en-US" sz="1200" dirty="0">
                <a:latin typeface="微软雅黑" panose="020B0503020204020204" pitchFamily="34" charset="-122"/>
                <a:ea typeface="微软雅黑" panose="020B0503020204020204" pitchFamily="34" charset="-122"/>
                <a:cs typeface="Noto Sans" pitchFamily="34" charset="-120"/>
              </a:rPr>
              <a:t>    ISO21502更注重</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治理</a:t>
            </a:r>
            <a:r>
              <a:rPr lang="en-US" sz="1200" dirty="0">
                <a:latin typeface="微软雅黑" panose="020B0503020204020204" pitchFamily="34" charset="-122"/>
                <a:ea typeface="微软雅黑" panose="020B0503020204020204" pitchFamily="34" charset="-122"/>
                <a:cs typeface="Noto Sans" pitchFamily="34" charset="-120"/>
              </a:rPr>
              <a:t>的</a:t>
            </a: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标准化</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35" name="Image 3" descr="preencoded.png"/>
          <p:cNvPicPr>
            <a:picLocks noChangeAspect="1"/>
          </p:cNvPicPr>
          <p:nvPr/>
        </p:nvPicPr>
        <p:blipFill>
          <a:blip r:embed="rId11"/>
          <a:stretch>
            <a:fillRect/>
          </a:stretch>
        </p:blipFill>
        <p:spPr>
          <a:xfrm>
            <a:off x="1151807" y="3346766"/>
            <a:ext cx="107156" cy="142875"/>
          </a:xfrm>
          <a:prstGeom prst="rect">
            <a:avLst/>
          </a:prstGeom>
        </p:spPr>
      </p:pic>
      <p:sp>
        <p:nvSpPr>
          <p:cNvPr id="36" name="Text 30"/>
          <p:cNvSpPr/>
          <p:nvPr/>
        </p:nvSpPr>
        <p:spPr>
          <a:xfrm>
            <a:off x="1352709" y="3319422"/>
            <a:ext cx="307777"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启示</a:t>
            </a:r>
            <a:endParaRPr lang="en-US" sz="1200" dirty="0">
              <a:latin typeface="微软雅黑" panose="020B0503020204020204" pitchFamily="34" charset="-122"/>
              <a:ea typeface="微软雅黑" panose="020B0503020204020204" pitchFamily="34" charset="-122"/>
            </a:endParaRPr>
          </a:p>
        </p:txBody>
      </p:sp>
      <p:sp>
        <p:nvSpPr>
          <p:cNvPr id="37" name="Text 31"/>
          <p:cNvSpPr/>
          <p:nvPr/>
        </p:nvSpPr>
        <p:spPr>
          <a:xfrm>
            <a:off x="1691826" y="3319897"/>
            <a:ext cx="6001643"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不同知识体系的治理视角各有侧重，应根据项目特点和组织环境选择</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适合</a:t>
            </a:r>
            <a:r>
              <a:rPr lang="en-US" sz="1200" dirty="0" err="1">
                <a:latin typeface="微软雅黑" panose="020B0503020204020204" pitchFamily="34" charset="-122"/>
                <a:ea typeface="微软雅黑" panose="020B0503020204020204" pitchFamily="34" charset="-122"/>
                <a:cs typeface="Noto Sans" pitchFamily="34" charset="-120"/>
              </a:rPr>
              <a:t>的治理方法</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38" name="Image 4" descr="preencoded.png"/>
          <p:cNvPicPr>
            <a:picLocks noChangeAspect="1"/>
          </p:cNvPicPr>
          <p:nvPr/>
        </p:nvPicPr>
        <p:blipFill>
          <a:blip r:embed="rId11"/>
          <a:stretch>
            <a:fillRect/>
          </a:stretch>
        </p:blipFill>
        <p:spPr>
          <a:xfrm>
            <a:off x="1151807" y="3936344"/>
            <a:ext cx="107156" cy="142875"/>
          </a:xfrm>
          <a:prstGeom prst="rect">
            <a:avLst/>
          </a:prstGeom>
        </p:spPr>
      </p:pic>
      <p:sp>
        <p:nvSpPr>
          <p:cNvPr id="17" name="Text 32"/>
          <p:cNvSpPr/>
          <p:nvPr/>
        </p:nvSpPr>
        <p:spPr>
          <a:xfrm>
            <a:off x="1366119" y="3921699"/>
            <a:ext cx="307777"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趋势</a:t>
            </a:r>
            <a:endParaRPr lang="en-US" sz="1200" dirty="0">
              <a:latin typeface="微软雅黑" panose="020B0503020204020204" pitchFamily="34" charset="-122"/>
              <a:ea typeface="微软雅黑" panose="020B0503020204020204" pitchFamily="34" charset="-122"/>
            </a:endParaRPr>
          </a:p>
        </p:txBody>
      </p:sp>
      <p:sp>
        <p:nvSpPr>
          <p:cNvPr id="18" name="Text 33"/>
          <p:cNvSpPr/>
          <p:nvPr/>
        </p:nvSpPr>
        <p:spPr>
          <a:xfrm>
            <a:off x="1691826" y="3915448"/>
            <a:ext cx="5232202"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项目治理越来越受到重视，从单纯的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监督控制</a:t>
            </a:r>
            <a:r>
              <a:rPr lang="en-US" sz="1200" dirty="0" err="1">
                <a:latin typeface="微软雅黑" panose="020B0503020204020204" pitchFamily="34" charset="-122"/>
                <a:ea typeface="微软雅黑" panose="020B0503020204020204" pitchFamily="34" charset="-122"/>
                <a:cs typeface="Noto Sans" pitchFamily="34" charset="-120"/>
              </a:rPr>
              <a:t>向</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价值创造</a:t>
            </a:r>
            <a:r>
              <a:rPr lang="en-US" sz="1200" dirty="0" err="1">
                <a:latin typeface="微软雅黑" panose="020B0503020204020204" pitchFamily="34" charset="-122"/>
                <a:ea typeface="微软雅黑" panose="020B0503020204020204" pitchFamily="34" charset="-122"/>
                <a:cs typeface="Noto Sans" pitchFamily="34" charset="-120"/>
              </a:rPr>
              <a:t>和</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战略</a:t>
            </a:r>
            <a:r>
              <a:rPr lang="en-US" sz="1200" dirty="0" err="1">
                <a:latin typeface="微软雅黑" panose="020B0503020204020204" pitchFamily="34" charset="-122"/>
                <a:ea typeface="微软雅黑" panose="020B0503020204020204" pitchFamily="34" charset="-122"/>
                <a:cs typeface="Noto Sans" pitchFamily="34" charset="-120"/>
              </a:rPr>
              <a:t>支持转变</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sp>
        <p:nvSpPr>
          <p:cNvPr id="2" name="文本框 17">
            <a:extLst>
              <a:ext uri="{FF2B5EF4-FFF2-40B4-BE49-F238E27FC236}">
                <a16:creationId xmlns:a16="http://schemas.microsoft.com/office/drawing/2014/main" id="{2CD328FE-017C-D797-6735-4352238EB60F}"/>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6.1</a:t>
            </a:r>
          </a:p>
        </p:txBody>
      </p:sp>
    </p:spTree>
    <p:custDataLst>
      <p:tags r:id="rId1"/>
    </p:custDataLst>
    <p:extLst>
      <p:ext uri="{BB962C8B-B14F-4D97-AF65-F5344CB8AC3E}">
        <p14:creationId xmlns:p14="http://schemas.microsoft.com/office/powerpoint/2010/main" val="35555386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31675-502F-16E1-7823-79558331D5BD}"/>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D0BA4245-F935-55FD-37DC-8CB17A17546B}"/>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27EA49CD-FC72-F2D3-BBD9-36FC88461740}"/>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DE31C8CB-1254-F764-1078-99D258B5E09D}"/>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8B3B974F-3B5C-7A74-D8AB-2798F94DA113}"/>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4DF8EB2A-46F3-5098-42CA-94981142BBE8}"/>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28259242-B2CF-640B-4C2F-271370562038}"/>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微软雅黑" panose="020B0503020204020204" charset="-122"/>
                <a:sym typeface="+mn-ea"/>
              </a:rPr>
              <a:t>项目治理的多元视角（续）</a:t>
            </a:r>
          </a:p>
        </p:txBody>
      </p:sp>
      <p:sp>
        <p:nvSpPr>
          <p:cNvPr id="24" name="Text 21">
            <a:extLst>
              <a:ext uri="{FF2B5EF4-FFF2-40B4-BE49-F238E27FC236}">
                <a16:creationId xmlns:a16="http://schemas.microsoft.com/office/drawing/2014/main" id="{237DAB94-D886-F45F-742F-7398ED97661E}"/>
              </a:ext>
            </a:extLst>
          </p:cNvPr>
          <p:cNvSpPr/>
          <p:nvPr/>
        </p:nvSpPr>
        <p:spPr>
          <a:xfrm>
            <a:off x="1147763" y="1568994"/>
            <a:ext cx="1558119"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微软雅黑" panose="020B0503020204020204" pitchFamily="34" charset="-122"/>
                <a:ea typeface="微软雅黑" panose="020B0503020204020204" pitchFamily="34" charset="-122"/>
                <a:cs typeface="Noto Sans" pitchFamily="34" charset="-120"/>
              </a:rPr>
              <a:t>项目治理的实践挑战</a:t>
            </a:r>
            <a:endParaRPr lang="en-US" sz="1350" dirty="0">
              <a:latin typeface="微软雅黑" panose="020B0503020204020204" pitchFamily="34" charset="-122"/>
              <a:ea typeface="微软雅黑" panose="020B0503020204020204" pitchFamily="34" charset="-122"/>
            </a:endParaRPr>
          </a:p>
        </p:txBody>
      </p:sp>
      <p:pic>
        <p:nvPicPr>
          <p:cNvPr id="25" name="Image 1" descr="preencoded.png">
            <a:extLst>
              <a:ext uri="{FF2B5EF4-FFF2-40B4-BE49-F238E27FC236}">
                <a16:creationId xmlns:a16="http://schemas.microsoft.com/office/drawing/2014/main" id="{0C6FBC1E-4F9B-D539-32DE-A61BC3A6A4D5}"/>
              </a:ext>
            </a:extLst>
          </p:cNvPr>
          <p:cNvPicPr>
            <a:picLocks noChangeAspect="1"/>
          </p:cNvPicPr>
          <p:nvPr/>
        </p:nvPicPr>
        <p:blipFill>
          <a:blip r:embed="rId9"/>
          <a:stretch>
            <a:fillRect/>
          </a:stretch>
        </p:blipFill>
        <p:spPr>
          <a:xfrm>
            <a:off x="1155799" y="2128082"/>
            <a:ext cx="142875" cy="142875"/>
          </a:xfrm>
          <a:prstGeom prst="rect">
            <a:avLst/>
          </a:prstGeom>
        </p:spPr>
      </p:pic>
      <p:sp>
        <p:nvSpPr>
          <p:cNvPr id="26" name="Text 22">
            <a:extLst>
              <a:ext uri="{FF2B5EF4-FFF2-40B4-BE49-F238E27FC236}">
                <a16:creationId xmlns:a16="http://schemas.microsoft.com/office/drawing/2014/main" id="{ED8C5827-82A7-2EDD-6BBE-E18230D2A1C8}"/>
              </a:ext>
            </a:extLst>
          </p:cNvPr>
          <p:cNvSpPr/>
          <p:nvPr/>
        </p:nvSpPr>
        <p:spPr>
          <a:xfrm>
            <a:off x="1405830" y="2113438"/>
            <a:ext cx="1384995"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治理与管理界限模糊</a:t>
            </a:r>
            <a:endParaRPr lang="en-US" sz="1200" dirty="0">
              <a:latin typeface="微软雅黑" panose="020B0503020204020204" pitchFamily="34" charset="-122"/>
              <a:ea typeface="微软雅黑" panose="020B0503020204020204" pitchFamily="34" charset="-122"/>
            </a:endParaRPr>
          </a:p>
        </p:txBody>
      </p:sp>
      <p:sp>
        <p:nvSpPr>
          <p:cNvPr id="27" name="Text 23">
            <a:extLst>
              <a:ext uri="{FF2B5EF4-FFF2-40B4-BE49-F238E27FC236}">
                <a16:creationId xmlns:a16="http://schemas.microsoft.com/office/drawing/2014/main" id="{65ACDC82-C7AE-8573-49C2-1EDC2DB140A2}"/>
              </a:ext>
            </a:extLst>
          </p:cNvPr>
          <p:cNvSpPr/>
          <p:nvPr/>
        </p:nvSpPr>
        <p:spPr>
          <a:xfrm>
            <a:off x="2790825" y="2112431"/>
            <a:ext cx="4924425"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在实践中，项目治理与项目管理的界限常常模糊不清，导致</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职责混淆</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19" name="Image 2" descr="preencoded.png">
            <a:extLst>
              <a:ext uri="{FF2B5EF4-FFF2-40B4-BE49-F238E27FC236}">
                <a16:creationId xmlns:a16="http://schemas.microsoft.com/office/drawing/2014/main" id="{73212FA1-C1DE-CA1A-2350-7BBFE1B6540E}"/>
              </a:ext>
            </a:extLst>
          </p:cNvPr>
          <p:cNvPicPr>
            <a:picLocks noChangeAspect="1"/>
          </p:cNvPicPr>
          <p:nvPr/>
        </p:nvPicPr>
        <p:blipFill>
          <a:blip r:embed="rId9"/>
          <a:stretch>
            <a:fillRect/>
          </a:stretch>
        </p:blipFill>
        <p:spPr>
          <a:xfrm>
            <a:off x="1155799" y="2550718"/>
            <a:ext cx="142875" cy="142875"/>
          </a:xfrm>
          <a:prstGeom prst="rect">
            <a:avLst/>
          </a:prstGeom>
        </p:spPr>
      </p:pic>
      <p:sp>
        <p:nvSpPr>
          <p:cNvPr id="20" name="Text 24">
            <a:extLst>
              <a:ext uri="{FF2B5EF4-FFF2-40B4-BE49-F238E27FC236}">
                <a16:creationId xmlns:a16="http://schemas.microsoft.com/office/drawing/2014/main" id="{20BEC9D8-DE83-BAAA-614C-68FD32110DA6}"/>
              </a:ext>
            </a:extLst>
          </p:cNvPr>
          <p:cNvSpPr/>
          <p:nvPr/>
        </p:nvSpPr>
        <p:spPr>
          <a:xfrm>
            <a:off x="1405830" y="2536074"/>
            <a:ext cx="1384995"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治理框架适应性不足</a:t>
            </a:r>
            <a:endParaRPr lang="en-US" sz="1200" dirty="0">
              <a:latin typeface="微软雅黑" panose="020B0503020204020204" pitchFamily="34" charset="-122"/>
              <a:ea typeface="微软雅黑" panose="020B0503020204020204" pitchFamily="34" charset="-122"/>
            </a:endParaRPr>
          </a:p>
        </p:txBody>
      </p:sp>
      <p:sp>
        <p:nvSpPr>
          <p:cNvPr id="21" name="Text 25">
            <a:extLst>
              <a:ext uri="{FF2B5EF4-FFF2-40B4-BE49-F238E27FC236}">
                <a16:creationId xmlns:a16="http://schemas.microsoft.com/office/drawing/2014/main" id="{7A7F9BB8-85D3-10D1-3B50-C0522088A0F5}"/>
              </a:ext>
            </a:extLst>
          </p:cNvPr>
          <p:cNvSpPr/>
          <p:nvPr/>
        </p:nvSpPr>
        <p:spPr>
          <a:xfrm>
            <a:off x="2790825" y="2533024"/>
            <a:ext cx="4308872"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标准化的治理框架往往难以适应</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不同类型和规模</a:t>
            </a:r>
            <a:r>
              <a:rPr lang="en-US" sz="1200" dirty="0" err="1">
                <a:latin typeface="微软雅黑" panose="020B0503020204020204" pitchFamily="34" charset="-122"/>
                <a:ea typeface="微软雅黑" panose="020B0503020204020204" pitchFamily="34" charset="-122"/>
                <a:cs typeface="Noto Sans" pitchFamily="34" charset="-120"/>
              </a:rPr>
              <a:t>的</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项目需求</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22" name="Image 3" descr="preencoded.png">
            <a:extLst>
              <a:ext uri="{FF2B5EF4-FFF2-40B4-BE49-F238E27FC236}">
                <a16:creationId xmlns:a16="http://schemas.microsoft.com/office/drawing/2014/main" id="{53F1C0C2-4E38-D9F7-9362-EBABADCD1293}"/>
              </a:ext>
            </a:extLst>
          </p:cNvPr>
          <p:cNvPicPr>
            <a:picLocks noChangeAspect="1"/>
          </p:cNvPicPr>
          <p:nvPr/>
        </p:nvPicPr>
        <p:blipFill>
          <a:blip r:embed="rId9"/>
          <a:stretch>
            <a:fillRect/>
          </a:stretch>
        </p:blipFill>
        <p:spPr>
          <a:xfrm>
            <a:off x="1155990" y="2973366"/>
            <a:ext cx="142875" cy="142875"/>
          </a:xfrm>
          <a:prstGeom prst="rect">
            <a:avLst/>
          </a:prstGeom>
        </p:spPr>
      </p:pic>
      <p:sp>
        <p:nvSpPr>
          <p:cNvPr id="46" name="Text 26">
            <a:extLst>
              <a:ext uri="{FF2B5EF4-FFF2-40B4-BE49-F238E27FC236}">
                <a16:creationId xmlns:a16="http://schemas.microsoft.com/office/drawing/2014/main" id="{5BD7C573-94A2-A9C3-B532-2145196F2C3E}"/>
              </a:ext>
            </a:extLst>
          </p:cNvPr>
          <p:cNvSpPr/>
          <p:nvPr/>
        </p:nvSpPr>
        <p:spPr>
          <a:xfrm>
            <a:off x="1406021" y="2958722"/>
            <a:ext cx="1077218"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治理过度官僚化</a:t>
            </a:r>
            <a:endParaRPr lang="en-US" sz="1200" dirty="0">
              <a:latin typeface="微软雅黑" panose="020B0503020204020204" pitchFamily="34" charset="-122"/>
              <a:ea typeface="微软雅黑" panose="020B0503020204020204" pitchFamily="34" charset="-122"/>
            </a:endParaRPr>
          </a:p>
        </p:txBody>
      </p:sp>
      <p:sp>
        <p:nvSpPr>
          <p:cNvPr id="47" name="Text 27">
            <a:extLst>
              <a:ext uri="{FF2B5EF4-FFF2-40B4-BE49-F238E27FC236}">
                <a16:creationId xmlns:a16="http://schemas.microsoft.com/office/drawing/2014/main" id="{0360ED9C-333F-A74F-B6B3-B3CC33A2B07A}"/>
              </a:ext>
            </a:extLst>
          </p:cNvPr>
          <p:cNvSpPr/>
          <p:nvPr/>
        </p:nvSpPr>
        <p:spPr>
          <a:xfrm>
            <a:off x="2483239" y="2952470"/>
            <a:ext cx="4308872"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过于复杂的治理结构和流程可能导致</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效率低下</a:t>
            </a:r>
            <a:r>
              <a:rPr lang="en-US" sz="1200" dirty="0" err="1">
                <a:latin typeface="微软雅黑" panose="020B0503020204020204" pitchFamily="34" charset="-122"/>
                <a:ea typeface="微软雅黑" panose="020B0503020204020204" pitchFamily="34" charset="-122"/>
                <a:cs typeface="Noto Sans" pitchFamily="34" charset="-120"/>
              </a:rPr>
              <a:t>和</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灵活性降低</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48" name="Image 4" descr="preencoded.png">
            <a:extLst>
              <a:ext uri="{FF2B5EF4-FFF2-40B4-BE49-F238E27FC236}">
                <a16:creationId xmlns:a16="http://schemas.microsoft.com/office/drawing/2014/main" id="{6EC88B19-06CF-1CF8-2C0F-D0F5B870E07A}"/>
              </a:ext>
            </a:extLst>
          </p:cNvPr>
          <p:cNvPicPr>
            <a:picLocks noChangeAspect="1"/>
          </p:cNvPicPr>
          <p:nvPr/>
        </p:nvPicPr>
        <p:blipFill>
          <a:blip r:embed="rId9"/>
          <a:stretch>
            <a:fillRect/>
          </a:stretch>
        </p:blipFill>
        <p:spPr>
          <a:xfrm>
            <a:off x="1161736" y="3377939"/>
            <a:ext cx="142875" cy="142875"/>
          </a:xfrm>
          <a:prstGeom prst="rect">
            <a:avLst/>
          </a:prstGeom>
        </p:spPr>
      </p:pic>
      <p:sp>
        <p:nvSpPr>
          <p:cNvPr id="49" name="Text 28">
            <a:extLst>
              <a:ext uri="{FF2B5EF4-FFF2-40B4-BE49-F238E27FC236}">
                <a16:creationId xmlns:a16="http://schemas.microsoft.com/office/drawing/2014/main" id="{A45C1738-CBD4-E58E-1E5F-8A9532A6F6D3}"/>
              </a:ext>
            </a:extLst>
          </p:cNvPr>
          <p:cNvSpPr/>
          <p:nvPr/>
        </p:nvSpPr>
        <p:spPr>
          <a:xfrm>
            <a:off x="1411767" y="3363295"/>
            <a:ext cx="1384995"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治理文化适应性问题</a:t>
            </a:r>
            <a:endParaRPr lang="en-US" sz="1200" dirty="0">
              <a:latin typeface="微软雅黑" panose="020B0503020204020204" pitchFamily="34" charset="-122"/>
              <a:ea typeface="微软雅黑" panose="020B0503020204020204" pitchFamily="34" charset="-122"/>
            </a:endParaRPr>
          </a:p>
        </p:txBody>
      </p:sp>
      <p:sp>
        <p:nvSpPr>
          <p:cNvPr id="50" name="Text 29">
            <a:extLst>
              <a:ext uri="{FF2B5EF4-FFF2-40B4-BE49-F238E27FC236}">
                <a16:creationId xmlns:a16="http://schemas.microsoft.com/office/drawing/2014/main" id="{12A2CED8-A6DA-0BC6-6A06-9C54D65F452A}"/>
              </a:ext>
            </a:extLst>
          </p:cNvPr>
          <p:cNvSpPr/>
          <p:nvPr/>
        </p:nvSpPr>
        <p:spPr>
          <a:xfrm>
            <a:off x="2796762" y="3357043"/>
            <a:ext cx="3693319"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不同国家和组织文化对</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治理的理解</a:t>
            </a:r>
            <a:r>
              <a:rPr lang="en-US" sz="1200" dirty="0" err="1">
                <a:latin typeface="微软雅黑" panose="020B0503020204020204" pitchFamily="34" charset="-122"/>
                <a:ea typeface="微软雅黑" panose="020B0503020204020204" pitchFamily="34" charset="-122"/>
                <a:cs typeface="Noto Sans" pitchFamily="34" charset="-120"/>
              </a:rPr>
              <a:t>和</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实践存在差异</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51" name="Image 5" descr="preencoded.png">
            <a:extLst>
              <a:ext uri="{FF2B5EF4-FFF2-40B4-BE49-F238E27FC236}">
                <a16:creationId xmlns:a16="http://schemas.microsoft.com/office/drawing/2014/main" id="{A4FD258D-F4D7-B620-362D-C1A5C175BAFA}"/>
              </a:ext>
            </a:extLst>
          </p:cNvPr>
          <p:cNvPicPr>
            <a:picLocks noChangeAspect="1"/>
          </p:cNvPicPr>
          <p:nvPr/>
        </p:nvPicPr>
        <p:blipFill>
          <a:blip r:embed="rId9"/>
          <a:stretch>
            <a:fillRect/>
          </a:stretch>
        </p:blipFill>
        <p:spPr>
          <a:xfrm>
            <a:off x="1147763" y="3812539"/>
            <a:ext cx="142875" cy="142875"/>
          </a:xfrm>
          <a:prstGeom prst="rect">
            <a:avLst/>
          </a:prstGeom>
        </p:spPr>
      </p:pic>
      <p:sp>
        <p:nvSpPr>
          <p:cNvPr id="52" name="Text 30">
            <a:extLst>
              <a:ext uri="{FF2B5EF4-FFF2-40B4-BE49-F238E27FC236}">
                <a16:creationId xmlns:a16="http://schemas.microsoft.com/office/drawing/2014/main" id="{9FA08AB7-737F-CF39-8B00-D4ED8D1CB97C}"/>
              </a:ext>
            </a:extLst>
          </p:cNvPr>
          <p:cNvSpPr/>
          <p:nvPr/>
        </p:nvSpPr>
        <p:spPr>
          <a:xfrm>
            <a:off x="1397794" y="3797895"/>
            <a:ext cx="1538883" cy="184666"/>
          </a:xfrm>
          <a:prstGeom prst="rect">
            <a:avLst/>
          </a:prstGeom>
          <a:noFill/>
          <a:ln/>
        </p:spPr>
        <p:txBody>
          <a:bodyPr wrap="none" lIns="0" tIns="0" rIns="0" bIns="0" rtlCol="0" anchor="ctr">
            <a:spAutoFit/>
          </a:bodyPr>
          <a:lstStyle/>
          <a:p>
            <a:pPr marL="0" indent="0">
              <a:buNone/>
            </a:pPr>
            <a:r>
              <a:rPr lang="en-US" sz="1200" b="1" dirty="0">
                <a:solidFill>
                  <a:srgbClr val="FF9900"/>
                </a:solidFill>
                <a:latin typeface="微软雅黑" panose="020B0503020204020204" pitchFamily="34" charset="-122"/>
                <a:ea typeface="微软雅黑" panose="020B0503020204020204" pitchFamily="34" charset="-122"/>
                <a:cs typeface="Noto Sans" pitchFamily="34" charset="-120"/>
              </a:rPr>
              <a:t>治理与敏捷方法的融合</a:t>
            </a:r>
            <a:endParaRPr lang="en-US" sz="1200" dirty="0">
              <a:latin typeface="微软雅黑" panose="020B0503020204020204" pitchFamily="34" charset="-122"/>
              <a:ea typeface="微软雅黑" panose="020B0503020204020204" pitchFamily="34" charset="-122"/>
            </a:endParaRPr>
          </a:p>
        </p:txBody>
      </p:sp>
      <p:sp>
        <p:nvSpPr>
          <p:cNvPr id="53" name="Text 31">
            <a:extLst>
              <a:ext uri="{FF2B5EF4-FFF2-40B4-BE49-F238E27FC236}">
                <a16:creationId xmlns:a16="http://schemas.microsoft.com/office/drawing/2014/main" id="{C587FED0-9146-62FC-AFE9-F62EB6545AB5}"/>
              </a:ext>
            </a:extLst>
          </p:cNvPr>
          <p:cNvSpPr/>
          <p:nvPr/>
        </p:nvSpPr>
        <p:spPr>
          <a:xfrm>
            <a:off x="2911277" y="3797895"/>
            <a:ext cx="3385542"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如何在</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敏捷项目</a:t>
            </a:r>
            <a:r>
              <a:rPr lang="en-US" sz="1200" dirty="0" err="1">
                <a:latin typeface="微软雅黑" panose="020B0503020204020204" pitchFamily="34" charset="-122"/>
                <a:ea typeface="微软雅黑" panose="020B0503020204020204" pitchFamily="34" charset="-122"/>
                <a:cs typeface="Noto Sans" pitchFamily="34" charset="-120"/>
              </a:rPr>
              <a:t>中</a:t>
            </a:r>
            <a:r>
              <a:rPr lang="en-US" sz="1200" dirty="0" err="1">
                <a:solidFill>
                  <a:srgbClr val="FF0000"/>
                </a:solidFill>
                <a:latin typeface="微软雅黑" panose="020B0503020204020204" pitchFamily="34" charset="-122"/>
                <a:ea typeface="微软雅黑" panose="020B0503020204020204" pitchFamily="34" charset="-122"/>
                <a:cs typeface="Noto Sans" pitchFamily="34" charset="-120"/>
              </a:rPr>
              <a:t>实施有效治理</a:t>
            </a:r>
            <a:r>
              <a:rPr lang="en-US" sz="1200" dirty="0" err="1">
                <a:latin typeface="微软雅黑" panose="020B0503020204020204" pitchFamily="34" charset="-122"/>
                <a:ea typeface="微软雅黑" panose="020B0503020204020204" pitchFamily="34" charset="-122"/>
                <a:cs typeface="Noto Sans" pitchFamily="34" charset="-120"/>
              </a:rPr>
              <a:t>仍是一个挑战</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sp>
        <p:nvSpPr>
          <p:cNvPr id="2" name="文本框 17">
            <a:extLst>
              <a:ext uri="{FF2B5EF4-FFF2-40B4-BE49-F238E27FC236}">
                <a16:creationId xmlns:a16="http://schemas.microsoft.com/office/drawing/2014/main" id="{8484C745-E2A9-C9AC-891C-F99A6C43FCB6}"/>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6.1</a:t>
            </a:r>
          </a:p>
        </p:txBody>
      </p:sp>
    </p:spTree>
    <p:custDataLst>
      <p:tags r:id="rId1"/>
    </p:custDataLst>
    <p:extLst>
      <p:ext uri="{BB962C8B-B14F-4D97-AF65-F5344CB8AC3E}">
        <p14:creationId xmlns:p14="http://schemas.microsoft.com/office/powerpoint/2010/main" val="31169192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DCA1D-D0B3-4860-F3AC-BDAAC8B4E315}"/>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F2893C5F-D770-3296-8D8B-4840EF97EA2C}"/>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AAAC55A7-47E0-E521-7E3D-A4A53F984BED}"/>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766E3CC4-7A14-F064-6191-9573F2CD254E}"/>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7C39BF89-14BE-6D75-9C4C-4C278E4C9B4A}"/>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A8D44BA4-CEAF-24B4-5393-A692EA53D683}"/>
              </a:ext>
            </a:extLst>
          </p:cNvPr>
          <p:cNvPicPr>
            <a:picLocks noChangeAspect="1"/>
          </p:cNvPicPr>
          <p:nvPr>
            <p:custDataLst>
              <p:tags r:id="rId4"/>
            </p:custDataLst>
          </p:nvPr>
        </p:nvPicPr>
        <p:blipFill>
          <a:blip r:embed="rId9">
            <a:alphaModFix amt="54000"/>
          </a:blip>
          <a:stretch>
            <a:fillRect/>
          </a:stretch>
        </p:blipFill>
        <p:spPr>
          <a:xfrm>
            <a:off x="7643813" y="137160"/>
            <a:ext cx="1584960" cy="611505"/>
          </a:xfrm>
          <a:prstGeom prst="rect">
            <a:avLst/>
          </a:prstGeom>
        </p:spPr>
      </p:pic>
      <p:sp>
        <p:nvSpPr>
          <p:cNvPr id="4" name="文本框 3">
            <a:extLst>
              <a:ext uri="{FF2B5EF4-FFF2-40B4-BE49-F238E27FC236}">
                <a16:creationId xmlns:a16="http://schemas.microsoft.com/office/drawing/2014/main" id="{FE5D335B-8750-51FF-1C46-904D9A2607A5}"/>
              </a:ext>
            </a:extLst>
          </p:cNvPr>
          <p:cNvSpPr txBox="1"/>
          <p:nvPr>
            <p:custDataLst>
              <p:tags r:id="rId5"/>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j-ea"/>
                <a:ea typeface="微软雅黑" panose="020B0503020204020204" charset="-122"/>
                <a:sym typeface="+mn-ea"/>
              </a:rPr>
              <a:t>项目治理的关键要素</a:t>
            </a:r>
          </a:p>
        </p:txBody>
      </p:sp>
      <p:sp>
        <p:nvSpPr>
          <p:cNvPr id="92" name="Text 3">
            <a:extLst>
              <a:ext uri="{FF2B5EF4-FFF2-40B4-BE49-F238E27FC236}">
                <a16:creationId xmlns:a16="http://schemas.microsoft.com/office/drawing/2014/main" id="{20E6C62F-A0B4-1838-0F8C-80CE1562C4D4}"/>
              </a:ext>
            </a:extLst>
          </p:cNvPr>
          <p:cNvSpPr/>
          <p:nvPr/>
        </p:nvSpPr>
        <p:spPr>
          <a:xfrm>
            <a:off x="861060" y="1602373"/>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目标导向</a:t>
            </a:r>
            <a:endParaRPr lang="en-US" sz="1350" dirty="0"/>
          </a:p>
        </p:txBody>
      </p:sp>
      <p:pic>
        <p:nvPicPr>
          <p:cNvPr id="93" name="Image 1" descr="preencoded.png">
            <a:extLst>
              <a:ext uri="{FF2B5EF4-FFF2-40B4-BE49-F238E27FC236}">
                <a16:creationId xmlns:a16="http://schemas.microsoft.com/office/drawing/2014/main" id="{F6C28898-D18B-AD46-4B53-9D118D11992A}"/>
              </a:ext>
            </a:extLst>
          </p:cNvPr>
          <p:cNvPicPr>
            <a:picLocks noChangeAspect="1"/>
          </p:cNvPicPr>
          <p:nvPr/>
        </p:nvPicPr>
        <p:blipFill>
          <a:blip r:embed="rId10"/>
          <a:stretch>
            <a:fillRect/>
          </a:stretch>
        </p:blipFill>
        <p:spPr>
          <a:xfrm>
            <a:off x="861060" y="2066822"/>
            <a:ext cx="142875" cy="142875"/>
          </a:xfrm>
          <a:prstGeom prst="rect">
            <a:avLst/>
          </a:prstGeom>
        </p:spPr>
      </p:pic>
      <p:sp>
        <p:nvSpPr>
          <p:cNvPr id="94" name="Text 4">
            <a:extLst>
              <a:ext uri="{FF2B5EF4-FFF2-40B4-BE49-F238E27FC236}">
                <a16:creationId xmlns:a16="http://schemas.microsoft.com/office/drawing/2014/main" id="{002EECE3-DAC6-7E9C-7ACF-CDF1CBB72539}"/>
              </a:ext>
            </a:extLst>
          </p:cNvPr>
          <p:cNvSpPr/>
          <p:nvPr/>
        </p:nvSpPr>
        <p:spPr>
          <a:xfrm>
            <a:off x="1111091" y="2052178"/>
            <a:ext cx="769441"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战略一致性</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95" name="Text 5">
            <a:extLst>
              <a:ext uri="{FF2B5EF4-FFF2-40B4-BE49-F238E27FC236}">
                <a16:creationId xmlns:a16="http://schemas.microsoft.com/office/drawing/2014/main" id="{9967E5B9-1962-6542-D2B7-5B27B269F170}"/>
              </a:ext>
            </a:extLst>
          </p:cNvPr>
          <p:cNvSpPr/>
          <p:nvPr/>
        </p:nvSpPr>
        <p:spPr>
          <a:xfrm>
            <a:off x="1882828" y="2052178"/>
            <a:ext cx="2923877"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确保项目目标与组织战略目标保持一致</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96" name="Image 2" descr="preencoded.png">
            <a:extLst>
              <a:ext uri="{FF2B5EF4-FFF2-40B4-BE49-F238E27FC236}">
                <a16:creationId xmlns:a16="http://schemas.microsoft.com/office/drawing/2014/main" id="{08529DF7-2441-B88A-66BF-85D06E8CE16C}"/>
              </a:ext>
            </a:extLst>
          </p:cNvPr>
          <p:cNvPicPr>
            <a:picLocks noChangeAspect="1"/>
          </p:cNvPicPr>
          <p:nvPr/>
        </p:nvPicPr>
        <p:blipFill>
          <a:blip r:embed="rId10"/>
          <a:stretch>
            <a:fillRect/>
          </a:stretch>
        </p:blipFill>
        <p:spPr>
          <a:xfrm>
            <a:off x="861060" y="2463030"/>
            <a:ext cx="142875" cy="142875"/>
          </a:xfrm>
          <a:prstGeom prst="rect">
            <a:avLst/>
          </a:prstGeom>
        </p:spPr>
      </p:pic>
      <p:sp>
        <p:nvSpPr>
          <p:cNvPr id="97" name="Text 6">
            <a:extLst>
              <a:ext uri="{FF2B5EF4-FFF2-40B4-BE49-F238E27FC236}">
                <a16:creationId xmlns:a16="http://schemas.microsoft.com/office/drawing/2014/main" id="{9FE8CAD5-D5A4-1A33-284C-D5EEBF30543E}"/>
              </a:ext>
            </a:extLst>
          </p:cNvPr>
          <p:cNvSpPr/>
          <p:nvPr/>
        </p:nvSpPr>
        <p:spPr>
          <a:xfrm>
            <a:off x="1111091" y="2448386"/>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价值交付</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98" name="Text 7">
            <a:extLst>
              <a:ext uri="{FF2B5EF4-FFF2-40B4-BE49-F238E27FC236}">
                <a16:creationId xmlns:a16="http://schemas.microsoft.com/office/drawing/2014/main" id="{613286F5-0BAB-072D-21D5-64FE17F2F861}"/>
              </a:ext>
            </a:extLst>
          </p:cNvPr>
          <p:cNvSpPr/>
          <p:nvPr/>
        </p:nvSpPr>
        <p:spPr>
          <a:xfrm>
            <a:off x="1737657" y="2448386"/>
            <a:ext cx="2308324"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关注项目价值的实现和最大化</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99" name="Image 3" descr="preencoded.png">
            <a:extLst>
              <a:ext uri="{FF2B5EF4-FFF2-40B4-BE49-F238E27FC236}">
                <a16:creationId xmlns:a16="http://schemas.microsoft.com/office/drawing/2014/main" id="{4E5B702B-58FB-79EE-3E56-EE451D40B82B}"/>
              </a:ext>
            </a:extLst>
          </p:cNvPr>
          <p:cNvPicPr>
            <a:picLocks noChangeAspect="1"/>
          </p:cNvPicPr>
          <p:nvPr/>
        </p:nvPicPr>
        <p:blipFill>
          <a:blip r:embed="rId10"/>
          <a:stretch>
            <a:fillRect/>
          </a:stretch>
        </p:blipFill>
        <p:spPr>
          <a:xfrm>
            <a:off x="861060" y="2846379"/>
            <a:ext cx="142875" cy="142875"/>
          </a:xfrm>
          <a:prstGeom prst="rect">
            <a:avLst/>
          </a:prstGeom>
        </p:spPr>
      </p:pic>
      <p:sp>
        <p:nvSpPr>
          <p:cNvPr id="100" name="Text 8">
            <a:extLst>
              <a:ext uri="{FF2B5EF4-FFF2-40B4-BE49-F238E27FC236}">
                <a16:creationId xmlns:a16="http://schemas.microsoft.com/office/drawing/2014/main" id="{65D18188-9B82-334F-529A-AC7E455201E9}"/>
              </a:ext>
            </a:extLst>
          </p:cNvPr>
          <p:cNvSpPr/>
          <p:nvPr/>
        </p:nvSpPr>
        <p:spPr>
          <a:xfrm>
            <a:off x="1111091" y="2831735"/>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效益管理</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101" name="Text 9">
            <a:extLst>
              <a:ext uri="{FF2B5EF4-FFF2-40B4-BE49-F238E27FC236}">
                <a16:creationId xmlns:a16="http://schemas.microsoft.com/office/drawing/2014/main" id="{859D7234-47BC-1C9E-8AB3-F858788FD64C}"/>
              </a:ext>
            </a:extLst>
          </p:cNvPr>
          <p:cNvSpPr/>
          <p:nvPr/>
        </p:nvSpPr>
        <p:spPr>
          <a:xfrm>
            <a:off x="1737657" y="2831735"/>
            <a:ext cx="2462213"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确保项目效益的实现和可持续性</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102" name="Image 4" descr="preencoded.png">
            <a:extLst>
              <a:ext uri="{FF2B5EF4-FFF2-40B4-BE49-F238E27FC236}">
                <a16:creationId xmlns:a16="http://schemas.microsoft.com/office/drawing/2014/main" id="{B1B63E18-AB63-61AF-8A3D-94B4875BAA5B}"/>
              </a:ext>
            </a:extLst>
          </p:cNvPr>
          <p:cNvPicPr>
            <a:picLocks noChangeAspect="1"/>
          </p:cNvPicPr>
          <p:nvPr/>
        </p:nvPicPr>
        <p:blipFill>
          <a:blip r:embed="rId10"/>
          <a:stretch>
            <a:fillRect/>
          </a:stretch>
        </p:blipFill>
        <p:spPr>
          <a:xfrm>
            <a:off x="861060" y="3233200"/>
            <a:ext cx="142875" cy="142875"/>
          </a:xfrm>
          <a:prstGeom prst="rect">
            <a:avLst/>
          </a:prstGeom>
        </p:spPr>
      </p:pic>
      <p:sp>
        <p:nvSpPr>
          <p:cNvPr id="103" name="Text 10">
            <a:extLst>
              <a:ext uri="{FF2B5EF4-FFF2-40B4-BE49-F238E27FC236}">
                <a16:creationId xmlns:a16="http://schemas.microsoft.com/office/drawing/2014/main" id="{665C4FA4-B68B-0C25-96DE-7A81C6E9A370}"/>
              </a:ext>
            </a:extLst>
          </p:cNvPr>
          <p:cNvSpPr/>
          <p:nvPr/>
        </p:nvSpPr>
        <p:spPr>
          <a:xfrm>
            <a:off x="1111091" y="3218556"/>
            <a:ext cx="769441"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优先级管理</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104" name="Text 11">
            <a:extLst>
              <a:ext uri="{FF2B5EF4-FFF2-40B4-BE49-F238E27FC236}">
                <a16:creationId xmlns:a16="http://schemas.microsoft.com/office/drawing/2014/main" id="{5BE95EF5-4DF5-878F-CB1B-5D62996E0D89}"/>
              </a:ext>
            </a:extLst>
          </p:cNvPr>
          <p:cNvSpPr/>
          <p:nvPr/>
        </p:nvSpPr>
        <p:spPr>
          <a:xfrm>
            <a:off x="1880532" y="3219222"/>
            <a:ext cx="2462213"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根据战略重要性确定项目优先级</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sp>
        <p:nvSpPr>
          <p:cNvPr id="109" name="Text 16">
            <a:extLst>
              <a:ext uri="{FF2B5EF4-FFF2-40B4-BE49-F238E27FC236}">
                <a16:creationId xmlns:a16="http://schemas.microsoft.com/office/drawing/2014/main" id="{F7A9B546-333F-A0A3-A01A-6B4410D2495E}"/>
              </a:ext>
            </a:extLst>
          </p:cNvPr>
          <p:cNvSpPr/>
          <p:nvPr/>
        </p:nvSpPr>
        <p:spPr>
          <a:xfrm>
            <a:off x="5092455" y="1634400"/>
            <a:ext cx="3814763" cy="257175"/>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权责分配</a:t>
            </a:r>
            <a:endParaRPr lang="en-US" sz="1350" dirty="0"/>
          </a:p>
        </p:txBody>
      </p:sp>
      <p:pic>
        <p:nvPicPr>
          <p:cNvPr id="110" name="Image 7" descr="preencoded.png">
            <a:extLst>
              <a:ext uri="{FF2B5EF4-FFF2-40B4-BE49-F238E27FC236}">
                <a16:creationId xmlns:a16="http://schemas.microsoft.com/office/drawing/2014/main" id="{560B295D-319A-E1AA-3F76-4BE441EE0D21}"/>
              </a:ext>
            </a:extLst>
          </p:cNvPr>
          <p:cNvPicPr>
            <a:picLocks noChangeAspect="1"/>
          </p:cNvPicPr>
          <p:nvPr/>
        </p:nvPicPr>
        <p:blipFill>
          <a:blip r:embed="rId11"/>
          <a:stretch>
            <a:fillRect/>
          </a:stretch>
        </p:blipFill>
        <p:spPr>
          <a:xfrm>
            <a:off x="5092455" y="2069450"/>
            <a:ext cx="178594" cy="142875"/>
          </a:xfrm>
          <a:prstGeom prst="rect">
            <a:avLst/>
          </a:prstGeom>
        </p:spPr>
      </p:pic>
      <p:sp>
        <p:nvSpPr>
          <p:cNvPr id="111" name="Text 17">
            <a:extLst>
              <a:ext uri="{FF2B5EF4-FFF2-40B4-BE49-F238E27FC236}">
                <a16:creationId xmlns:a16="http://schemas.microsoft.com/office/drawing/2014/main" id="{6F557077-D7DB-0421-E214-F2DEF0EA094F}"/>
              </a:ext>
            </a:extLst>
          </p:cNvPr>
          <p:cNvSpPr/>
          <p:nvPr/>
        </p:nvSpPr>
        <p:spPr>
          <a:xfrm>
            <a:off x="5378205" y="2054806"/>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决策权限</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112" name="Text 18">
            <a:extLst>
              <a:ext uri="{FF2B5EF4-FFF2-40B4-BE49-F238E27FC236}">
                <a16:creationId xmlns:a16="http://schemas.microsoft.com/office/drawing/2014/main" id="{FCFA4C9C-5A47-A3B1-A797-A28A23B18CD6}"/>
              </a:ext>
            </a:extLst>
          </p:cNvPr>
          <p:cNvSpPr/>
          <p:nvPr/>
        </p:nvSpPr>
        <p:spPr>
          <a:xfrm>
            <a:off x="6041356" y="2054806"/>
            <a:ext cx="2000548"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明确谁有权做出哪些决策</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113" name="Image 8" descr="preencoded.png">
            <a:extLst>
              <a:ext uri="{FF2B5EF4-FFF2-40B4-BE49-F238E27FC236}">
                <a16:creationId xmlns:a16="http://schemas.microsoft.com/office/drawing/2014/main" id="{CECBEE31-DE7F-4140-EDF1-48AFA4B2B48B}"/>
              </a:ext>
            </a:extLst>
          </p:cNvPr>
          <p:cNvPicPr>
            <a:picLocks noChangeAspect="1"/>
          </p:cNvPicPr>
          <p:nvPr/>
        </p:nvPicPr>
        <p:blipFill>
          <a:blip r:embed="rId11"/>
          <a:stretch>
            <a:fillRect/>
          </a:stretch>
        </p:blipFill>
        <p:spPr>
          <a:xfrm>
            <a:off x="5092455" y="2462040"/>
            <a:ext cx="178594" cy="142875"/>
          </a:xfrm>
          <a:prstGeom prst="rect">
            <a:avLst/>
          </a:prstGeom>
        </p:spPr>
      </p:pic>
      <p:sp>
        <p:nvSpPr>
          <p:cNvPr id="114" name="Text 19">
            <a:extLst>
              <a:ext uri="{FF2B5EF4-FFF2-40B4-BE49-F238E27FC236}">
                <a16:creationId xmlns:a16="http://schemas.microsoft.com/office/drawing/2014/main" id="{FCEFCF53-9180-8FED-0E10-8C2FF19E3D08}"/>
              </a:ext>
            </a:extLst>
          </p:cNvPr>
          <p:cNvSpPr/>
          <p:nvPr/>
        </p:nvSpPr>
        <p:spPr>
          <a:xfrm>
            <a:off x="5378205" y="2447396"/>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责任分配</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115" name="Text 20">
            <a:extLst>
              <a:ext uri="{FF2B5EF4-FFF2-40B4-BE49-F238E27FC236}">
                <a16:creationId xmlns:a16="http://schemas.microsoft.com/office/drawing/2014/main" id="{7DF1F891-AC9F-D1DA-AD86-45E94C43278F}"/>
              </a:ext>
            </a:extLst>
          </p:cNvPr>
          <p:cNvSpPr/>
          <p:nvPr/>
        </p:nvSpPr>
        <p:spPr>
          <a:xfrm>
            <a:off x="6041356" y="2447396"/>
            <a:ext cx="1846659"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明确各角色的责任范围</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116" name="Image 9" descr="preencoded.png">
            <a:extLst>
              <a:ext uri="{FF2B5EF4-FFF2-40B4-BE49-F238E27FC236}">
                <a16:creationId xmlns:a16="http://schemas.microsoft.com/office/drawing/2014/main" id="{A9B62849-DFAC-4FF2-622C-9C208EA589EF}"/>
              </a:ext>
            </a:extLst>
          </p:cNvPr>
          <p:cNvPicPr>
            <a:picLocks noChangeAspect="1"/>
          </p:cNvPicPr>
          <p:nvPr/>
        </p:nvPicPr>
        <p:blipFill>
          <a:blip r:embed="rId11"/>
          <a:stretch>
            <a:fillRect/>
          </a:stretch>
        </p:blipFill>
        <p:spPr>
          <a:xfrm>
            <a:off x="5092455" y="2847002"/>
            <a:ext cx="178594" cy="142875"/>
          </a:xfrm>
          <a:prstGeom prst="rect">
            <a:avLst/>
          </a:prstGeom>
        </p:spPr>
      </p:pic>
      <p:sp>
        <p:nvSpPr>
          <p:cNvPr id="117" name="Text 21">
            <a:extLst>
              <a:ext uri="{FF2B5EF4-FFF2-40B4-BE49-F238E27FC236}">
                <a16:creationId xmlns:a16="http://schemas.microsoft.com/office/drawing/2014/main" id="{333DBDCB-31CB-AF0C-599A-29ED807C60FA}"/>
              </a:ext>
            </a:extLst>
          </p:cNvPr>
          <p:cNvSpPr/>
          <p:nvPr/>
        </p:nvSpPr>
        <p:spPr>
          <a:xfrm>
            <a:off x="5378205" y="2832358"/>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问责机制</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118" name="Text 22">
            <a:extLst>
              <a:ext uri="{FF2B5EF4-FFF2-40B4-BE49-F238E27FC236}">
                <a16:creationId xmlns:a16="http://schemas.microsoft.com/office/drawing/2014/main" id="{CB75A6EB-8DA3-7FAF-B4EC-0BB3D93E796E}"/>
              </a:ext>
            </a:extLst>
          </p:cNvPr>
          <p:cNvSpPr/>
          <p:nvPr/>
        </p:nvSpPr>
        <p:spPr>
          <a:xfrm>
            <a:off x="6041356" y="2832358"/>
            <a:ext cx="1692771"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建立明确的问责制度</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119" name="Image 10" descr="preencoded.png">
            <a:extLst>
              <a:ext uri="{FF2B5EF4-FFF2-40B4-BE49-F238E27FC236}">
                <a16:creationId xmlns:a16="http://schemas.microsoft.com/office/drawing/2014/main" id="{44B6DAC7-E448-80C5-BCB8-5344EA7564F5}"/>
              </a:ext>
            </a:extLst>
          </p:cNvPr>
          <p:cNvPicPr>
            <a:picLocks noChangeAspect="1"/>
          </p:cNvPicPr>
          <p:nvPr/>
        </p:nvPicPr>
        <p:blipFill>
          <a:blip r:embed="rId11"/>
          <a:stretch>
            <a:fillRect/>
          </a:stretch>
        </p:blipFill>
        <p:spPr>
          <a:xfrm>
            <a:off x="5092455" y="3241054"/>
            <a:ext cx="178594" cy="142875"/>
          </a:xfrm>
          <a:prstGeom prst="rect">
            <a:avLst/>
          </a:prstGeom>
        </p:spPr>
      </p:pic>
      <p:sp>
        <p:nvSpPr>
          <p:cNvPr id="120" name="Text 23">
            <a:extLst>
              <a:ext uri="{FF2B5EF4-FFF2-40B4-BE49-F238E27FC236}">
                <a16:creationId xmlns:a16="http://schemas.microsoft.com/office/drawing/2014/main" id="{8458A83F-B75F-BD8E-81E7-B03E2B28A8F5}"/>
              </a:ext>
            </a:extLst>
          </p:cNvPr>
          <p:cNvSpPr/>
          <p:nvPr/>
        </p:nvSpPr>
        <p:spPr>
          <a:xfrm>
            <a:off x="5378205" y="3226410"/>
            <a:ext cx="615553"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授权机制</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121" name="Text 24">
            <a:extLst>
              <a:ext uri="{FF2B5EF4-FFF2-40B4-BE49-F238E27FC236}">
                <a16:creationId xmlns:a16="http://schemas.microsoft.com/office/drawing/2014/main" id="{562C6973-9B11-6705-64EC-E53CF0A87672}"/>
              </a:ext>
            </a:extLst>
          </p:cNvPr>
          <p:cNvSpPr/>
          <p:nvPr/>
        </p:nvSpPr>
        <p:spPr>
          <a:xfrm>
            <a:off x="6041356" y="3226410"/>
            <a:ext cx="2154436" cy="184666"/>
          </a:xfrm>
          <a:prstGeom prst="rect">
            <a:avLst/>
          </a:prstGeom>
          <a:noFill/>
          <a:ln/>
        </p:spPr>
        <p:txBody>
          <a:bodyPr wrap="non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a:t>
            </a:r>
            <a:r>
              <a:rPr lang="en-US" sz="1200" dirty="0" err="1">
                <a:latin typeface="微软雅黑" panose="020B0503020204020204" pitchFamily="34" charset="-122"/>
                <a:ea typeface="微软雅黑" panose="020B0503020204020204" pitchFamily="34" charset="-122"/>
                <a:cs typeface="Noto Sans" pitchFamily="34" charset="-120"/>
              </a:rPr>
              <a:t>建立适当的授权和委派机制</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pic>
        <p:nvPicPr>
          <p:cNvPr id="122" name="Image 11" descr="preencoded.png">
            <a:extLst>
              <a:ext uri="{FF2B5EF4-FFF2-40B4-BE49-F238E27FC236}">
                <a16:creationId xmlns:a16="http://schemas.microsoft.com/office/drawing/2014/main" id="{479BDFF5-E01E-5B20-792A-26CD7093B72D}"/>
              </a:ext>
            </a:extLst>
          </p:cNvPr>
          <p:cNvPicPr>
            <a:picLocks noChangeAspect="1"/>
          </p:cNvPicPr>
          <p:nvPr/>
        </p:nvPicPr>
        <p:blipFill>
          <a:blip r:embed="rId11"/>
          <a:stretch>
            <a:fillRect/>
          </a:stretch>
        </p:blipFill>
        <p:spPr>
          <a:xfrm>
            <a:off x="5098461" y="3643197"/>
            <a:ext cx="178594" cy="142875"/>
          </a:xfrm>
          <a:prstGeom prst="rect">
            <a:avLst/>
          </a:prstGeom>
        </p:spPr>
      </p:pic>
      <p:sp>
        <p:nvSpPr>
          <p:cNvPr id="123" name="Text 25">
            <a:extLst>
              <a:ext uri="{FF2B5EF4-FFF2-40B4-BE49-F238E27FC236}">
                <a16:creationId xmlns:a16="http://schemas.microsoft.com/office/drawing/2014/main" id="{617076C7-50FB-E2D7-741D-029281D15E5B}"/>
              </a:ext>
            </a:extLst>
          </p:cNvPr>
          <p:cNvSpPr/>
          <p:nvPr/>
        </p:nvSpPr>
        <p:spPr>
          <a:xfrm>
            <a:off x="5384211" y="3628553"/>
            <a:ext cx="663067" cy="184666"/>
          </a:xfrm>
          <a:prstGeom prst="rect">
            <a:avLst/>
          </a:prstGeom>
          <a:noFill/>
          <a:ln/>
        </p:spPr>
        <p:txBody>
          <a:bodyPr wrap="none" lIns="0" tIns="0" rIns="0" bIns="0" rtlCol="0" anchor="ctr">
            <a:spAutoFit/>
          </a:bodyPr>
          <a:lstStyle/>
          <a:p>
            <a:pPr marL="0" indent="0">
              <a:buNone/>
            </a:pPr>
            <a:r>
              <a:rPr lang="en-US" sz="1200" dirty="0">
                <a:solidFill>
                  <a:srgbClr val="FF0000"/>
                </a:solidFill>
                <a:latin typeface="微软雅黑" panose="020B0503020204020204" pitchFamily="34" charset="-122"/>
                <a:ea typeface="微软雅黑" panose="020B0503020204020204" pitchFamily="34" charset="-122"/>
                <a:cs typeface="Noto Sans" pitchFamily="34" charset="-120"/>
              </a:rPr>
              <a:t>RACI矩阵</a:t>
            </a:r>
            <a:endParaRPr lang="en-US" sz="1200" dirty="0">
              <a:solidFill>
                <a:srgbClr val="FF0000"/>
              </a:solidFill>
              <a:latin typeface="微软雅黑" panose="020B0503020204020204" pitchFamily="34" charset="-122"/>
              <a:ea typeface="微软雅黑" panose="020B0503020204020204" pitchFamily="34" charset="-122"/>
            </a:endParaRPr>
          </a:p>
        </p:txBody>
      </p:sp>
      <p:sp>
        <p:nvSpPr>
          <p:cNvPr id="124" name="Text 26">
            <a:extLst>
              <a:ext uri="{FF2B5EF4-FFF2-40B4-BE49-F238E27FC236}">
                <a16:creationId xmlns:a16="http://schemas.microsoft.com/office/drawing/2014/main" id="{B9657810-15A0-F0C9-4C6D-026D11FF9026}"/>
              </a:ext>
            </a:extLst>
          </p:cNvPr>
          <p:cNvSpPr/>
          <p:nvPr/>
        </p:nvSpPr>
        <p:spPr>
          <a:xfrm>
            <a:off x="6085003" y="3619000"/>
            <a:ext cx="2906642" cy="184666"/>
          </a:xfrm>
          <a:prstGeom prst="rect">
            <a:avLst/>
          </a:prstGeom>
          <a:noFill/>
          <a:ln/>
        </p:spPr>
        <p:txBody>
          <a:bodyPr wrap="square" lIns="0" tIns="0" rIns="0" bIns="0" rtlCol="0" anchor="ctr">
            <a:spAutoFit/>
          </a:bodyPr>
          <a:lstStyle/>
          <a:p>
            <a:pPr marL="0" indent="0">
              <a:buNone/>
            </a:pPr>
            <a:r>
              <a:rPr lang="en-US" sz="1200" dirty="0">
                <a:latin typeface="微软雅黑" panose="020B0503020204020204" pitchFamily="34" charset="-122"/>
                <a:ea typeface="微软雅黑" panose="020B0503020204020204" pitchFamily="34" charset="-122"/>
                <a:cs typeface="Noto Sans" pitchFamily="34" charset="-120"/>
              </a:rPr>
              <a:t>：明确谁负责(R)、谁批准(A)、</a:t>
            </a:r>
            <a:r>
              <a:rPr lang="en-US" sz="1200" dirty="0" err="1">
                <a:latin typeface="微软雅黑" panose="020B0503020204020204" pitchFamily="34" charset="-122"/>
                <a:ea typeface="微软雅黑" panose="020B0503020204020204" pitchFamily="34" charset="-122"/>
                <a:cs typeface="Noto Sans" pitchFamily="34" charset="-120"/>
              </a:rPr>
              <a:t>谁咨询</a:t>
            </a:r>
            <a:r>
              <a:rPr lang="en-US" sz="1200" dirty="0">
                <a:latin typeface="微软雅黑" panose="020B0503020204020204" pitchFamily="34" charset="-122"/>
                <a:ea typeface="微软雅黑" panose="020B0503020204020204" pitchFamily="34" charset="-122"/>
                <a:cs typeface="Noto Sans" pitchFamily="34" charset="-120"/>
              </a:rPr>
              <a:t>(C)</a:t>
            </a:r>
            <a:endParaRPr lang="en-US" sz="1200" dirty="0">
              <a:latin typeface="微软雅黑" panose="020B0503020204020204" pitchFamily="34" charset="-122"/>
              <a:ea typeface="微软雅黑" panose="020B0503020204020204" pitchFamily="34" charset="-122"/>
            </a:endParaRPr>
          </a:p>
        </p:txBody>
      </p:sp>
      <p:sp>
        <p:nvSpPr>
          <p:cNvPr id="125" name="Text 27">
            <a:extLst>
              <a:ext uri="{FF2B5EF4-FFF2-40B4-BE49-F238E27FC236}">
                <a16:creationId xmlns:a16="http://schemas.microsoft.com/office/drawing/2014/main" id="{9E0A3923-4BD5-40ED-BFEE-8A1D4E828D12}"/>
              </a:ext>
            </a:extLst>
          </p:cNvPr>
          <p:cNvSpPr/>
          <p:nvPr/>
        </p:nvSpPr>
        <p:spPr>
          <a:xfrm>
            <a:off x="5378205" y="3965503"/>
            <a:ext cx="916918" cy="184666"/>
          </a:xfrm>
          <a:prstGeom prst="rect">
            <a:avLst/>
          </a:prstGeom>
          <a:noFill/>
          <a:ln/>
        </p:spPr>
        <p:txBody>
          <a:bodyPr wrap="none" lIns="0" tIns="0" rIns="0" bIns="0" rtlCol="0" anchor="ctr">
            <a:spAutoFit/>
          </a:bodyPr>
          <a:lstStyle/>
          <a:p>
            <a:r>
              <a:rPr lang="en-US" altLang="zh-CN" sz="1200" dirty="0">
                <a:latin typeface="微软雅黑" panose="020B0503020204020204" pitchFamily="34" charset="-122"/>
                <a:ea typeface="微软雅黑" panose="020B0503020204020204" pitchFamily="34" charset="-122"/>
                <a:cs typeface="Noto Sans" pitchFamily="34" charset="-120"/>
              </a:rPr>
              <a:t>、</a:t>
            </a:r>
            <a:r>
              <a:rPr lang="zh-CN" altLang="en-US" sz="1200" dirty="0">
                <a:latin typeface="微软雅黑" panose="020B0503020204020204" pitchFamily="34" charset="-122"/>
                <a:ea typeface="微软雅黑" panose="020B0503020204020204" pitchFamily="34" charset="-122"/>
                <a:cs typeface="Noto Sans" pitchFamily="34" charset="-120"/>
              </a:rPr>
              <a:t>谁</a:t>
            </a:r>
            <a:r>
              <a:rPr lang="en-US" sz="1200" dirty="0" err="1">
                <a:latin typeface="微软雅黑" panose="020B0503020204020204" pitchFamily="34" charset="-122"/>
                <a:ea typeface="微软雅黑" panose="020B0503020204020204" pitchFamily="34" charset="-122"/>
                <a:cs typeface="Noto Sans" pitchFamily="34" charset="-120"/>
              </a:rPr>
              <a:t>知情</a:t>
            </a:r>
            <a:r>
              <a:rPr lang="en-US" sz="1200" dirty="0">
                <a:latin typeface="微软雅黑" panose="020B0503020204020204" pitchFamily="34" charset="-122"/>
                <a:ea typeface="微软雅黑" panose="020B0503020204020204" pitchFamily="34" charset="-122"/>
                <a:cs typeface="Noto Sans" pitchFamily="34" charset="-120"/>
              </a:rPr>
              <a:t>(I)</a:t>
            </a:r>
            <a:r>
              <a:rPr lang="zh-CN" altLang="en-US" sz="1200" dirty="0">
                <a:latin typeface="微软雅黑" panose="020B0503020204020204" pitchFamily="34" charset="-122"/>
                <a:ea typeface="微软雅黑" panose="020B0503020204020204" pitchFamily="34" charset="-122"/>
                <a:cs typeface="Noto Sans" pitchFamily="34" charset="-120"/>
              </a:rPr>
              <a:t>。</a:t>
            </a:r>
            <a:endParaRPr lang="en-US" sz="1200" dirty="0">
              <a:latin typeface="微软雅黑" panose="020B0503020204020204" pitchFamily="34" charset="-122"/>
              <a:ea typeface="微软雅黑" panose="020B0503020204020204" pitchFamily="34" charset="-122"/>
            </a:endParaRPr>
          </a:p>
        </p:txBody>
      </p:sp>
      <p:sp>
        <p:nvSpPr>
          <p:cNvPr id="2" name="文本框 17">
            <a:extLst>
              <a:ext uri="{FF2B5EF4-FFF2-40B4-BE49-F238E27FC236}">
                <a16:creationId xmlns:a16="http://schemas.microsoft.com/office/drawing/2014/main" id="{A9805C79-B955-EBDA-245F-98B03FCDF8C9}"/>
              </a:ext>
            </a:extLst>
          </p:cNvPr>
          <p:cNvSpPr txBox="1"/>
          <p:nvPr>
            <p:custDataLst>
              <p:tags r:id="rId6"/>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6.1</a:t>
            </a:r>
          </a:p>
        </p:txBody>
      </p:sp>
    </p:spTree>
    <p:custDataLst>
      <p:tags r:id="rId1"/>
    </p:custDataLst>
    <p:extLst>
      <p:ext uri="{BB962C8B-B14F-4D97-AF65-F5344CB8AC3E}">
        <p14:creationId xmlns:p14="http://schemas.microsoft.com/office/powerpoint/2010/main" val="7117795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354D0-3703-7A28-6648-6C4965A78AF3}"/>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2DA995E8-C4E7-BF6F-522C-1D94EDFCE341}"/>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E9A34D34-CBC0-452D-C119-D52AFD6BBAE6}"/>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4B4A5221-E67C-14C6-811E-E924B3F33709}"/>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9601E106-5E2E-E18A-5EFC-605390B97C97}"/>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513529DB-7CB7-5BC6-C787-C68FFF516C23}"/>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4A796BA6-4ECE-024C-1B90-ECDB1B076472}"/>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6.2</a:t>
            </a:r>
          </a:p>
        </p:txBody>
      </p:sp>
      <p:sp>
        <p:nvSpPr>
          <p:cNvPr id="4" name="文本框 3">
            <a:extLst>
              <a:ext uri="{FF2B5EF4-FFF2-40B4-BE49-F238E27FC236}">
                <a16:creationId xmlns:a16="http://schemas.microsoft.com/office/drawing/2014/main" id="{11CAC0BF-69FA-2369-795E-89967DC7DA70}"/>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项目组织的多元视角</a:t>
            </a:r>
          </a:p>
        </p:txBody>
      </p:sp>
      <p:sp>
        <p:nvSpPr>
          <p:cNvPr id="94" name="Text 37">
            <a:extLst>
              <a:ext uri="{FF2B5EF4-FFF2-40B4-BE49-F238E27FC236}">
                <a16:creationId xmlns:a16="http://schemas.microsoft.com/office/drawing/2014/main" id="{2AA192DD-CD55-0DC1-A9C7-D9920997AFE4}"/>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B0561029-FCB3-0D30-3CDC-84609D1B0308}"/>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组织</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487B1A69-E71A-7BDE-8FBE-2FCF6F76AC12}"/>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95362CE8-25BC-DD23-9252-7B940DA561D7}"/>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C1C98DB3-5079-C600-511E-D16102A97C36}"/>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91531927-7F47-FE3B-2AE9-BA25E07BA906}"/>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项目组织</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2E8E74E8-C5B5-0FA4-04CF-1883E0DF45BB}"/>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33950407-EDED-3E5F-1633-1AA3E88761FB}"/>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65F3F176-3BDD-5EAC-02AF-6DBE68797051}"/>
              </a:ext>
            </a:extLst>
          </p:cNvPr>
          <p:cNvSpPr/>
          <p:nvPr/>
        </p:nvSpPr>
        <p:spPr>
          <a:xfrm>
            <a:off x="667656" y="2702099"/>
            <a:ext cx="1479572" cy="169277"/>
          </a:xfrm>
          <a:prstGeom prst="rect">
            <a:avLst/>
          </a:prstGeom>
          <a:noFill/>
          <a:ln/>
        </p:spPr>
        <p:txBody>
          <a:bodyPr wrap="none" lIns="0" tIns="0" rIns="0" bIns="0" rtlCol="0" anchor="ctr">
            <a:spAutoFit/>
          </a:bodyPr>
          <a:lstStyle/>
          <a:p>
            <a:pPr marL="0" indent="0">
              <a:buNone/>
            </a:pPr>
            <a:r>
              <a:rPr lang="en-US" sz="1100" b="1" dirty="0">
                <a:solidFill>
                  <a:srgbClr val="FF9900"/>
                </a:solidFill>
                <a:latin typeface="微软雅黑" panose="020B0503020204020204" pitchFamily="34" charset="-122"/>
                <a:ea typeface="微软雅黑" panose="020B0503020204020204" pitchFamily="34" charset="-122"/>
                <a:cs typeface="Noto Sans" pitchFamily="34" charset="-120"/>
              </a:rPr>
              <a:t>PMBOK指南（第6版）</a:t>
            </a:r>
            <a:endParaRPr lang="en-US" sz="1100" dirty="0">
              <a:latin typeface="微软雅黑" panose="020B0503020204020204" pitchFamily="34" charset="-122"/>
              <a:ea typeface="微软雅黑" panose="020B0503020204020204" pitchFamily="34" charset="-122"/>
            </a:endParaRPr>
          </a:p>
        </p:txBody>
      </p:sp>
      <p:sp>
        <p:nvSpPr>
          <p:cNvPr id="32" name="Text 11">
            <a:extLst>
              <a:ext uri="{FF2B5EF4-FFF2-40B4-BE49-F238E27FC236}">
                <a16:creationId xmlns:a16="http://schemas.microsoft.com/office/drawing/2014/main" id="{334E5D45-5358-A149-CE28-D22B7FA93A29}"/>
              </a:ext>
            </a:extLst>
          </p:cNvPr>
          <p:cNvSpPr/>
          <p:nvPr/>
        </p:nvSpPr>
        <p:spPr>
          <a:xfrm>
            <a:off x="2213110" y="2317013"/>
            <a:ext cx="3286125" cy="940322"/>
          </a:xfrm>
          <a:prstGeom prst="rect">
            <a:avLst/>
          </a:prstGeom>
          <a:noFill/>
          <a:ln/>
        </p:spPr>
        <p:txBody>
          <a:bodyPr wrap="square" lIns="102108" tIns="102108" rIns="102108" bIns="102108" rtlCol="0" anchor="ctr">
            <a:spAutoFit/>
          </a:bodyPr>
          <a:lstStyle/>
          <a:p>
            <a:pPr>
              <a:lnSpc>
                <a:spcPct val="150000"/>
              </a:lnSpc>
            </a:pPr>
            <a:r>
              <a:rPr lang="ja-JP" altLang="en-US" sz="1100" dirty="0">
                <a:latin typeface="Noto Sans" panose="020B0502040504020204" pitchFamily="34" charset="0"/>
                <a:ea typeface="Microsoft YaHei"/>
                <a:cs typeface="Noto Sans" panose="020B0502040504020204" pitchFamily="34" charset="0"/>
              </a:rPr>
              <a:t>围绕</a:t>
            </a:r>
            <a:r>
              <a:rPr lang="ja-JP" altLang="en-US" sz="1100" dirty="0">
                <a:solidFill>
                  <a:srgbClr val="FF0000"/>
                </a:solidFill>
                <a:latin typeface="Noto Sans" panose="020B0502040504020204" pitchFamily="34" charset="0"/>
                <a:ea typeface="Microsoft YaHei"/>
                <a:cs typeface="Noto Sans" panose="020B0502040504020204" pitchFamily="34" charset="0"/>
              </a:rPr>
              <a:t>项目目标</a:t>
            </a:r>
            <a:r>
              <a:rPr lang="ja-JP" altLang="en-US" sz="1100" dirty="0">
                <a:latin typeface="Noto Sans" panose="020B0502040504020204" pitchFamily="34" charset="0"/>
                <a:ea typeface="Microsoft YaHei"/>
                <a:cs typeface="Noto Sans" panose="020B0502040504020204" pitchFamily="34" charset="0"/>
              </a:rPr>
              <a:t>，通过</a:t>
            </a:r>
            <a:r>
              <a:rPr lang="ja-JP" altLang="en-US" sz="1100" dirty="0">
                <a:solidFill>
                  <a:srgbClr val="FF0000"/>
                </a:solidFill>
                <a:latin typeface="Noto Sans" panose="020B0502040504020204" pitchFamily="34" charset="0"/>
                <a:ea typeface="Microsoft YaHei"/>
                <a:cs typeface="Noto Sans" panose="020B0502040504020204" pitchFamily="34" charset="0"/>
              </a:rPr>
              <a:t>构建团队、识别干系人、管理资源</a:t>
            </a:r>
            <a:r>
              <a:rPr lang="ja-JP" altLang="en-US" sz="1100" dirty="0">
                <a:latin typeface="Noto Sans" panose="020B0502040504020204" pitchFamily="34" charset="0"/>
                <a:ea typeface="Microsoft YaHei"/>
                <a:cs typeface="Noto Sans" panose="020B0502040504020204" pitchFamily="34" charset="0"/>
              </a:rPr>
              <a:t>等过程</a:t>
            </a:r>
            <a:r>
              <a:rPr lang="en-US" altLang="zh-CN" sz="1100" dirty="0">
                <a:latin typeface="Noto Sans" panose="020B0502040504020204" pitchFamily="34" charset="0"/>
                <a:ea typeface="Noto Sans" panose="020B0502040504020204" pitchFamily="34" charset="0"/>
                <a:cs typeface="Noto Sans" panose="020B0502040504020204" pitchFamily="34" charset="0"/>
              </a:rPr>
              <a:t>，</a:t>
            </a:r>
            <a:r>
              <a:rPr lang="ja-JP" altLang="en-US" sz="1100" dirty="0">
                <a:latin typeface="Noto Sans" panose="020B0502040504020204" pitchFamily="34" charset="0"/>
                <a:ea typeface="Microsoft YaHei"/>
                <a:cs typeface="Noto Sans" panose="020B0502040504020204" pitchFamily="34" charset="0"/>
              </a:rPr>
              <a:t>确保项目有效执行和管理的系统化结构</a:t>
            </a:r>
            <a:r>
              <a:rPr lang="en-US" altLang="zh-CN" sz="1100" dirty="0">
                <a:latin typeface="Noto Sans" panose="020B0502040504020204" pitchFamily="34" charset="0"/>
                <a:ea typeface="Noto Sans" panose="020B0502040504020204" pitchFamily="34" charset="0"/>
                <a:cs typeface="Noto Sans" panose="020B0502040504020204" pitchFamily="34" charset="0"/>
              </a:rPr>
              <a:t>。</a:t>
            </a:r>
          </a:p>
        </p:txBody>
      </p:sp>
      <p:sp>
        <p:nvSpPr>
          <p:cNvPr id="33" name="Text 12">
            <a:extLst>
              <a:ext uri="{FF2B5EF4-FFF2-40B4-BE49-F238E27FC236}">
                <a16:creationId xmlns:a16="http://schemas.microsoft.com/office/drawing/2014/main" id="{5A994108-1AEB-8382-7930-A49D9CF6ABC6}"/>
              </a:ext>
            </a:extLst>
          </p:cNvPr>
          <p:cNvSpPr/>
          <p:nvPr/>
        </p:nvSpPr>
        <p:spPr>
          <a:xfrm>
            <a:off x="5530559" y="2087997"/>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治理结构：</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过程驱动</a:t>
            </a:r>
            <a:r>
              <a:rPr lang="zh-CN" altLang="en-US" sz="1100" dirty="0">
                <a:latin typeface="微软雅黑" panose="020B0503020204020204" pitchFamily="34" charset="-122"/>
                <a:ea typeface="微软雅黑" panose="020B0503020204020204" pitchFamily="34" charset="-122"/>
                <a:cs typeface="Noto Sans" pitchFamily="34" charset="-120"/>
              </a:rPr>
              <a:t>型</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管理</a:t>
            </a:r>
            <a:r>
              <a:rPr lang="zh-CN" altLang="en-US" sz="1100" dirty="0">
                <a:latin typeface="微软雅黑" panose="020B0503020204020204" pitchFamily="34" charset="-122"/>
                <a:ea typeface="微软雅黑" panose="020B0503020204020204" pitchFamily="34" charset="-122"/>
                <a:cs typeface="Noto Sans" pitchFamily="34" charset="-120"/>
              </a:rPr>
              <a:t>体系。</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核心职能：</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流程监控</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资源调配</a:t>
            </a:r>
            <a:r>
              <a:rPr lang="zh-CN" altLang="en-US" sz="1100" dirty="0">
                <a:latin typeface="微软雅黑" panose="020B0503020204020204" pitchFamily="34" charset="-122"/>
                <a:ea typeface="微软雅黑" panose="020B0503020204020204" pitchFamily="34" charset="-122"/>
                <a:cs typeface="Noto Sans" pitchFamily="34" charset="-12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实施机制：</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里程碑</a:t>
            </a:r>
            <a:r>
              <a:rPr lang="zh-CN" altLang="en-US" sz="1100" dirty="0">
                <a:latin typeface="微软雅黑" panose="020B0503020204020204" pitchFamily="34" charset="-122"/>
                <a:ea typeface="微软雅黑" panose="020B0503020204020204" pitchFamily="34" charset="-122"/>
                <a:cs typeface="Noto Sans" pitchFamily="34" charset="-120"/>
              </a:rPr>
              <a:t>评审</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变更</a:t>
            </a:r>
            <a:r>
              <a:rPr lang="zh-CN" altLang="en-US" sz="1100" dirty="0">
                <a:latin typeface="微软雅黑" panose="020B0503020204020204" pitchFamily="34" charset="-122"/>
                <a:ea typeface="微软雅黑" panose="020B0503020204020204" pitchFamily="34" charset="-122"/>
                <a:cs typeface="Noto Sans" pitchFamily="34" charset="-120"/>
              </a:rPr>
              <a:t>管理。</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决策边界：执行权与审批权</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分离</a:t>
            </a:r>
            <a:r>
              <a:rPr lang="zh-CN" altLang="en-US" sz="1100" dirty="0">
                <a:latin typeface="微软雅黑" panose="020B0503020204020204" pitchFamily="34" charset="-122"/>
                <a:ea typeface="微软雅黑" panose="020B0503020204020204" pitchFamily="34" charset="-122"/>
                <a:cs typeface="Noto Sans" pitchFamily="34" charset="-12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适应性：</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传统</a:t>
            </a:r>
            <a:r>
              <a:rPr lang="zh-CN" altLang="en-US" sz="1100" dirty="0">
                <a:latin typeface="微软雅黑" panose="020B0503020204020204" pitchFamily="34" charset="-122"/>
                <a:ea typeface="微软雅黑" panose="020B0503020204020204" pitchFamily="34" charset="-122"/>
                <a:cs typeface="Noto Sans" pitchFamily="34" charset="-120"/>
              </a:rPr>
              <a:t>组织适配。</a:t>
            </a:r>
          </a:p>
        </p:txBody>
      </p:sp>
      <p:sp>
        <p:nvSpPr>
          <p:cNvPr id="34" name="Shape 13">
            <a:extLst>
              <a:ext uri="{FF2B5EF4-FFF2-40B4-BE49-F238E27FC236}">
                <a16:creationId xmlns:a16="http://schemas.microsoft.com/office/drawing/2014/main" id="{66CBC0CC-7084-F705-D8E8-71DEEF494E4E}"/>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E86536F6-C88D-01CF-9D79-ACF393F63C5A}"/>
              </a:ext>
            </a:extLst>
          </p:cNvPr>
          <p:cNvSpPr/>
          <p:nvPr/>
        </p:nvSpPr>
        <p:spPr>
          <a:xfrm>
            <a:off x="667656" y="4193125"/>
            <a:ext cx="1479572" cy="169277"/>
          </a:xfrm>
          <a:prstGeom prst="rect">
            <a:avLst/>
          </a:prstGeom>
          <a:noFill/>
          <a:ln/>
        </p:spPr>
        <p:txBody>
          <a:bodyPr wrap="none" lIns="0" tIns="0" rIns="0" bIns="0" rtlCol="0" anchor="ctr">
            <a:spAutoFit/>
          </a:bodyPr>
          <a:lstStyle/>
          <a:p>
            <a:pPr marL="0" indent="0">
              <a:buNone/>
            </a:pPr>
            <a:r>
              <a:rPr lang="en-US" sz="1100" b="1" dirty="0">
                <a:solidFill>
                  <a:srgbClr val="FF9900"/>
                </a:solidFill>
                <a:latin typeface="微软雅黑" panose="020B0503020204020204" pitchFamily="34" charset="-122"/>
                <a:ea typeface="微软雅黑" panose="020B0503020204020204" pitchFamily="34" charset="-122"/>
                <a:cs typeface="Noto Sans" pitchFamily="34" charset="-120"/>
              </a:rPr>
              <a:t>PMBOK指南（第7版）</a:t>
            </a:r>
            <a:endParaRPr lang="en-US" sz="1100" dirty="0">
              <a:latin typeface="微软雅黑" panose="020B0503020204020204" pitchFamily="34" charset="-122"/>
              <a:ea typeface="微软雅黑" panose="020B0503020204020204" pitchFamily="34" charset="-122"/>
            </a:endParaRPr>
          </a:p>
        </p:txBody>
      </p:sp>
      <p:sp>
        <p:nvSpPr>
          <p:cNvPr id="37" name="Text 15">
            <a:extLst>
              <a:ext uri="{FF2B5EF4-FFF2-40B4-BE49-F238E27FC236}">
                <a16:creationId xmlns:a16="http://schemas.microsoft.com/office/drawing/2014/main" id="{765BE396-52FE-11BF-FB72-672E320E631D}"/>
              </a:ext>
            </a:extLst>
          </p:cNvPr>
          <p:cNvSpPr/>
          <p:nvPr/>
        </p:nvSpPr>
        <p:spPr>
          <a:xfrm>
            <a:off x="2186110" y="3951493"/>
            <a:ext cx="3286125" cy="686406"/>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ja-JP" altLang="en-US" sz="1100" dirty="0">
                <a:latin typeface="Noto Sans" panose="020B0502040504020204" pitchFamily="34" charset="0"/>
                <a:ea typeface="Microsoft YaHei"/>
                <a:cs typeface="Noto Sans" panose="020B0502040504020204" pitchFamily="34" charset="0"/>
              </a:rPr>
              <a:t>通过</a:t>
            </a:r>
            <a:r>
              <a:rPr lang="ja-JP" altLang="en-US" sz="1100" dirty="0">
                <a:solidFill>
                  <a:srgbClr val="FF0000"/>
                </a:solidFill>
                <a:latin typeface="Noto Sans" panose="020B0502040504020204" pitchFamily="34" charset="0"/>
                <a:ea typeface="Microsoft YaHei"/>
                <a:cs typeface="Noto Sans" panose="020B0502040504020204" pitchFamily="34" charset="0"/>
              </a:rPr>
              <a:t>团队协作和干系人参与</a:t>
            </a:r>
            <a:r>
              <a:rPr lang="ja-JP" altLang="en-US" sz="1100" dirty="0">
                <a:latin typeface="Noto Sans" panose="020B0502040504020204" pitchFamily="34" charset="0"/>
                <a:ea typeface="Microsoft YaHei"/>
                <a:cs typeface="Noto Sans" panose="020B0502040504020204" pitchFamily="34" charset="0"/>
              </a:rPr>
              <a:t>，营造协作环境并实现有效领导力，以支持项目目标实现的有机整体。</a:t>
            </a:r>
            <a:endParaRPr lang="en-US" altLang="ja-JP" sz="1100" dirty="0">
              <a:latin typeface="Noto Sans" panose="020B0502040504020204" pitchFamily="34" charset="0"/>
              <a:ea typeface="Microsoft YaHei"/>
              <a:cs typeface="Noto Sans" panose="020B0502040504020204" pitchFamily="34" charset="0"/>
            </a:endParaRPr>
          </a:p>
        </p:txBody>
      </p:sp>
      <p:sp>
        <p:nvSpPr>
          <p:cNvPr id="40" name="文本框 39">
            <a:extLst>
              <a:ext uri="{FF2B5EF4-FFF2-40B4-BE49-F238E27FC236}">
                <a16:creationId xmlns:a16="http://schemas.microsoft.com/office/drawing/2014/main" id="{60B4BE47-0436-D9E5-D8BC-6920FFF2A809}"/>
              </a:ext>
            </a:extLst>
          </p:cNvPr>
          <p:cNvSpPr txBox="1"/>
          <p:nvPr/>
        </p:nvSpPr>
        <p:spPr>
          <a:xfrm>
            <a:off x="5530559" y="3642877"/>
            <a:ext cx="3286125" cy="1332031"/>
          </a:xfrm>
          <a:prstGeom prst="rect">
            <a:avLst/>
          </a:prstGeom>
          <a:noFill/>
        </p:spPr>
        <p:txBody>
          <a:bodyPr wrap="square">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治理结构：</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价值导向</a:t>
            </a:r>
            <a:r>
              <a:rPr lang="zh-CN" altLang="en-US" sz="1100" dirty="0">
                <a:latin typeface="微软雅黑" panose="020B0503020204020204" pitchFamily="34" charset="-122"/>
                <a:ea typeface="微软雅黑" panose="020B0503020204020204" pitchFamily="34" charset="-122"/>
                <a:cs typeface="Noto Sans" pitchFamily="34" charset="-120"/>
              </a:rPr>
              <a:t>型</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治理</a:t>
            </a:r>
            <a:r>
              <a:rPr lang="zh-CN" altLang="en-US" sz="1100" dirty="0">
                <a:latin typeface="微软雅黑" panose="020B0503020204020204" pitchFamily="34" charset="-122"/>
                <a:ea typeface="微软雅黑" panose="020B0503020204020204" pitchFamily="34" charset="-122"/>
                <a:cs typeface="Noto Sans" pitchFamily="34" charset="-120"/>
              </a:rPr>
              <a:t>体系。</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核心职能：</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战略对齐</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动态</a:t>
            </a:r>
            <a:r>
              <a:rPr lang="zh-CN" altLang="en-US" sz="1100" dirty="0">
                <a:latin typeface="微软雅黑" panose="020B0503020204020204" pitchFamily="34" charset="-122"/>
                <a:ea typeface="微软雅黑" panose="020B0503020204020204" pitchFamily="34" charset="-122"/>
                <a:cs typeface="Noto Sans" pitchFamily="34" charset="-120"/>
              </a:rPr>
              <a:t>治理。</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实施机制：</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持续反馈</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风险</a:t>
            </a:r>
            <a:r>
              <a:rPr lang="zh-CN" altLang="en-US" sz="1100" dirty="0">
                <a:latin typeface="微软雅黑" panose="020B0503020204020204" pitchFamily="34" charset="-122"/>
                <a:ea typeface="微软雅黑" panose="020B0503020204020204" pitchFamily="34" charset="-122"/>
                <a:cs typeface="Noto Sans" pitchFamily="34" charset="-120"/>
              </a:rPr>
              <a:t>响应。</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决策边界：</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战略决策</a:t>
            </a:r>
            <a:r>
              <a:rPr lang="zh-CN" altLang="en-US" sz="1100" dirty="0">
                <a:latin typeface="微软雅黑" panose="020B0503020204020204" pitchFamily="34" charset="-122"/>
                <a:ea typeface="微软雅黑" panose="020B0503020204020204" pitchFamily="34" charset="-122"/>
                <a:cs typeface="Noto Sans" pitchFamily="34" charset="-120"/>
              </a:rPr>
              <a:t>与</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运营自主</a:t>
            </a:r>
            <a:r>
              <a:rPr lang="zh-CN" altLang="en-US" sz="1100" dirty="0">
                <a:latin typeface="微软雅黑" panose="020B0503020204020204" pitchFamily="34" charset="-122"/>
                <a:ea typeface="微软雅黑" panose="020B0503020204020204" pitchFamily="34" charset="-122"/>
                <a:cs typeface="Noto Sans" pitchFamily="34" charset="-12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适应性：</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敏捷</a:t>
            </a:r>
            <a:r>
              <a:rPr lang="zh-CN" altLang="en-US" sz="1100" dirty="0">
                <a:latin typeface="微软雅黑" panose="020B0503020204020204" pitchFamily="34" charset="-122"/>
                <a:ea typeface="微软雅黑" panose="020B0503020204020204" pitchFamily="34" charset="-122"/>
                <a:cs typeface="Noto Sans" pitchFamily="34" charset="-120"/>
              </a:rPr>
              <a:t>组织适配。</a:t>
            </a:r>
          </a:p>
        </p:txBody>
      </p:sp>
    </p:spTree>
    <p:custDataLst>
      <p:tags r:id="rId1"/>
    </p:custDataLst>
    <p:extLst>
      <p:ext uri="{BB962C8B-B14F-4D97-AF65-F5344CB8AC3E}">
        <p14:creationId xmlns:p14="http://schemas.microsoft.com/office/powerpoint/2010/main" val="12397996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BE997-CC23-5E9E-0FBD-F5EFB611CC81}"/>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B64C7628-ECB0-8F57-6D7E-9BCDD078A4C7}"/>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2EAFCD9B-FA77-097E-DB33-1892879167E4}"/>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84F8F1D2-DEE2-10F9-312E-C27EE5BF91F5}"/>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395891B4-5255-FE57-07A4-BF6034450827}"/>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3CF72EAE-70E3-B2F9-4EE4-96504FD77657}"/>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BB186E00-DA07-DBC7-C4EB-19A698EBEC75}"/>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6.2</a:t>
            </a:r>
          </a:p>
        </p:txBody>
      </p:sp>
      <p:sp>
        <p:nvSpPr>
          <p:cNvPr id="4" name="文本框 3">
            <a:extLst>
              <a:ext uri="{FF2B5EF4-FFF2-40B4-BE49-F238E27FC236}">
                <a16:creationId xmlns:a16="http://schemas.microsoft.com/office/drawing/2014/main" id="{BF79BEA6-0D94-DC30-B6F4-801AAF56E87F}"/>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项目组织的多元视角</a:t>
            </a:r>
          </a:p>
        </p:txBody>
      </p:sp>
      <p:sp>
        <p:nvSpPr>
          <p:cNvPr id="94" name="Text 37">
            <a:extLst>
              <a:ext uri="{FF2B5EF4-FFF2-40B4-BE49-F238E27FC236}">
                <a16:creationId xmlns:a16="http://schemas.microsoft.com/office/drawing/2014/main" id="{B5530F92-2388-4B30-CD65-656A94389A4C}"/>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C063AFDC-E18E-E79B-8361-C22756E02063}"/>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组织</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B11265D8-FB17-0600-A0E4-66CAD2FD64ED}"/>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3433D1A5-9904-52A2-EDD0-D62F0EB19F74}"/>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CA07B8A7-1F6D-01FB-6DAB-18AD388A3BD9}"/>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314933DD-FE59-FF32-AACA-23CA858CC120}"/>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项目组织</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B39F988E-A51D-F489-8B09-ACF454B765FF}"/>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5A0581B5-F66B-B42F-D1A0-3F310DEEF540}"/>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3469FBA5-BCFE-0BFA-3485-7AF25658721D}"/>
              </a:ext>
            </a:extLst>
          </p:cNvPr>
          <p:cNvSpPr/>
          <p:nvPr/>
        </p:nvSpPr>
        <p:spPr>
          <a:xfrm>
            <a:off x="667656" y="2702099"/>
            <a:ext cx="1138132" cy="169277"/>
          </a:xfrm>
          <a:prstGeom prst="rect">
            <a:avLst/>
          </a:prstGeom>
          <a:noFill/>
          <a:ln/>
        </p:spPr>
        <p:txBody>
          <a:bodyPr wrap="none" lIns="0" tIns="0" rIns="0" bIns="0" rtlCol="0" anchor="ctr">
            <a:spAutoFit/>
          </a:bodyPr>
          <a:lstStyle/>
          <a:p>
            <a:r>
              <a:rPr lang="en-US" altLang="zh-CN" sz="1100" b="1" dirty="0">
                <a:solidFill>
                  <a:srgbClr val="FF9900"/>
                </a:solidFill>
                <a:latin typeface="Noto Sans" panose="020B0502040504020204" pitchFamily="34" charset="0"/>
                <a:ea typeface="Noto Sans" panose="020B0502040504020204" pitchFamily="34" charset="0"/>
                <a:cs typeface="Noto Sans" panose="020B0502040504020204" pitchFamily="34" charset="0"/>
              </a:rPr>
              <a:t>PRINCE2  </a:t>
            </a:r>
            <a:r>
              <a:rPr lang="en-US" altLang="ja-JP" sz="1100" b="1" dirty="0">
                <a:solidFill>
                  <a:srgbClr val="FF9900"/>
                </a:solidFill>
                <a:latin typeface="Noto Sans" panose="020B0502040504020204" pitchFamily="34" charset="0"/>
                <a:ea typeface="Noto Sans" panose="020B0502040504020204" pitchFamily="34" charset="0"/>
                <a:cs typeface="Noto Sans" panose="020B0502040504020204" pitchFamily="34" charset="0"/>
              </a:rPr>
              <a:t>(</a:t>
            </a:r>
            <a:r>
              <a:rPr lang="ja-JP" altLang="en-US" sz="1100" b="1" dirty="0">
                <a:solidFill>
                  <a:srgbClr val="FF9900"/>
                </a:solidFill>
                <a:latin typeface="Noto Sans" panose="020B0502040504020204" pitchFamily="34" charset="0"/>
                <a:ea typeface="Noto Sans"/>
                <a:cs typeface="Noto Sans" panose="020B0502040504020204" pitchFamily="34" charset="0"/>
              </a:rPr>
              <a:t>第6版)</a:t>
            </a:r>
            <a:endParaRPr lang="en-US" altLang="zh-CN" sz="1100" dirty="0">
              <a:latin typeface="Noto Sans" panose="020B0502040504020204" pitchFamily="34" charset="0"/>
              <a:ea typeface="Noto Sans" panose="020B0502040504020204" pitchFamily="34" charset="0"/>
              <a:cs typeface="Noto Sans" panose="020B0502040504020204" pitchFamily="34" charset="0"/>
            </a:endParaRPr>
          </a:p>
        </p:txBody>
      </p:sp>
      <p:sp>
        <p:nvSpPr>
          <p:cNvPr id="32" name="Text 11">
            <a:extLst>
              <a:ext uri="{FF2B5EF4-FFF2-40B4-BE49-F238E27FC236}">
                <a16:creationId xmlns:a16="http://schemas.microsoft.com/office/drawing/2014/main" id="{2C2D574A-C682-1B67-8302-427D5960C4A5}"/>
              </a:ext>
            </a:extLst>
          </p:cNvPr>
          <p:cNvSpPr/>
          <p:nvPr/>
        </p:nvSpPr>
        <p:spPr>
          <a:xfrm>
            <a:off x="2213110" y="2514791"/>
            <a:ext cx="3286125" cy="544765"/>
          </a:xfrm>
          <a:prstGeom prst="rect">
            <a:avLst/>
          </a:prstGeom>
          <a:noFill/>
          <a:ln/>
        </p:spPr>
        <p:txBody>
          <a:bodyPr wrap="square" lIns="102108" tIns="102108" rIns="102108" bIns="102108" rtlCol="0" anchor="ctr">
            <a:spAutoFit/>
          </a:bodyPr>
          <a:lstStyle/>
          <a:p>
            <a:r>
              <a:rPr lang="zh-CN" altLang="en-US" sz="1100" dirty="0">
                <a:latin typeface="Noto Sans" panose="020B0502040504020204" pitchFamily="34" charset="0"/>
                <a:ea typeface="Microsoft YaHei"/>
                <a:cs typeface="Noto Sans" panose="020B0502040504020204" pitchFamily="34" charset="0"/>
              </a:rPr>
              <a:t>组织管理通过</a:t>
            </a:r>
            <a:r>
              <a:rPr lang="zh-CN" altLang="en-US" sz="1100" dirty="0">
                <a:solidFill>
                  <a:srgbClr val="FF0000"/>
                </a:solidFill>
                <a:latin typeface="Noto Sans" panose="020B0502040504020204" pitchFamily="34" charset="0"/>
                <a:ea typeface="Microsoft YaHei"/>
                <a:cs typeface="Noto Sans" panose="020B0502040504020204" pitchFamily="34" charset="0"/>
              </a:rPr>
              <a:t>明确定义角色和职责</a:t>
            </a:r>
            <a:r>
              <a:rPr lang="zh-CN" altLang="en-US" sz="1100" dirty="0">
                <a:latin typeface="Noto Sans" panose="020B0502040504020204" pitchFamily="34" charset="0"/>
                <a:ea typeface="Microsoft YaHei"/>
                <a:cs typeface="Noto Sans" panose="020B0502040504020204" pitchFamily="34" charset="0"/>
              </a:rPr>
              <a:t>，</a:t>
            </a:r>
            <a:r>
              <a:rPr lang="zh-CN" altLang="en-US" sz="1100" dirty="0">
                <a:solidFill>
                  <a:srgbClr val="FF0000"/>
                </a:solidFill>
                <a:latin typeface="Noto Sans" panose="020B0502040504020204" pitchFamily="34" charset="0"/>
                <a:ea typeface="Microsoft YaHei"/>
                <a:cs typeface="Noto Sans" panose="020B0502040504020204" pitchFamily="34" charset="0"/>
              </a:rPr>
              <a:t>建立三层治理结</a:t>
            </a:r>
            <a:r>
              <a:rPr lang="zh-CN" altLang="en-US" sz="1100" dirty="0">
                <a:latin typeface="Noto Sans" panose="020B0502040504020204" pitchFamily="34" charset="0"/>
                <a:ea typeface="Microsoft YaHei"/>
                <a:cs typeface="Noto Sans" panose="020B0502040504020204" pitchFamily="34" charset="0"/>
              </a:rPr>
              <a:t>构，实现有效的项目治理。</a:t>
            </a:r>
            <a:endParaRPr lang="en-US" altLang="zh-CN" sz="1100" dirty="0">
              <a:latin typeface="Noto Sans" panose="020B0502040504020204" pitchFamily="34" charset="0"/>
              <a:ea typeface="Microsoft YaHei"/>
              <a:cs typeface="Noto Sans" panose="020B0502040504020204" pitchFamily="34" charset="0"/>
            </a:endParaRPr>
          </a:p>
        </p:txBody>
      </p:sp>
      <p:sp>
        <p:nvSpPr>
          <p:cNvPr id="33" name="Text 12">
            <a:extLst>
              <a:ext uri="{FF2B5EF4-FFF2-40B4-BE49-F238E27FC236}">
                <a16:creationId xmlns:a16="http://schemas.microsoft.com/office/drawing/2014/main" id="{F514FFCF-CC2D-0FA7-85AE-BBFC865C53B7}"/>
              </a:ext>
            </a:extLst>
          </p:cNvPr>
          <p:cNvSpPr/>
          <p:nvPr/>
        </p:nvSpPr>
        <p:spPr>
          <a:xfrm>
            <a:off x="5530559" y="2087998"/>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治理结构：</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分层授权</a:t>
            </a:r>
            <a:r>
              <a:rPr lang="zh-CN" altLang="en-US" sz="1100" dirty="0">
                <a:latin typeface="微软雅黑" panose="020B0503020204020204" pitchFamily="34" charset="-122"/>
                <a:ea typeface="微软雅黑" panose="020B0503020204020204" pitchFamily="34" charset="-122"/>
                <a:cs typeface="Noto Sans" pitchFamily="34" charset="-120"/>
              </a:rPr>
              <a:t>型</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治理</a:t>
            </a:r>
            <a:r>
              <a:rPr lang="zh-CN" altLang="en-US" sz="1100" dirty="0">
                <a:latin typeface="微软雅黑" panose="020B0503020204020204" pitchFamily="34" charset="-122"/>
                <a:ea typeface="微软雅黑" panose="020B0503020204020204" pitchFamily="34" charset="-122"/>
                <a:cs typeface="Noto Sans" pitchFamily="34" charset="-120"/>
              </a:rPr>
              <a:t>体系。</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核心职能：</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利益平衡</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权责管控</a:t>
            </a:r>
            <a:r>
              <a:rPr lang="zh-CN" altLang="en-US" sz="1100" dirty="0">
                <a:latin typeface="微软雅黑" panose="020B0503020204020204" pitchFamily="34" charset="-122"/>
                <a:ea typeface="微软雅黑" panose="020B0503020204020204" pitchFamily="34" charset="-122"/>
                <a:cs typeface="Noto Sans" pitchFamily="34" charset="-12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实施机制：</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角色分工</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四层</a:t>
            </a:r>
            <a:r>
              <a:rPr lang="zh-CN" altLang="en-US" sz="1100" dirty="0">
                <a:latin typeface="微软雅黑" panose="020B0503020204020204" pitchFamily="34" charset="-122"/>
                <a:ea typeface="微软雅黑" panose="020B0503020204020204" pitchFamily="34" charset="-122"/>
                <a:cs typeface="Noto Sans" pitchFamily="34" charset="-120"/>
              </a:rPr>
              <a:t>决策。</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决策边界：</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三权分立</a:t>
            </a:r>
            <a:r>
              <a:rPr lang="zh-CN" altLang="en-US" sz="1100" dirty="0">
                <a:latin typeface="微软雅黑" panose="020B0503020204020204" pitchFamily="34" charset="-122"/>
                <a:ea typeface="微软雅黑" panose="020B0503020204020204" pitchFamily="34" charset="-122"/>
                <a:cs typeface="Noto Sans" pitchFamily="34" charset="-120"/>
              </a:rPr>
              <a:t> </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指导</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管理</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交付</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适应性：适用于</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强矩阵型</a:t>
            </a:r>
            <a:r>
              <a:rPr lang="zh-CN" altLang="en-US" sz="1100" dirty="0">
                <a:latin typeface="微软雅黑" panose="020B0503020204020204" pitchFamily="34" charset="-122"/>
                <a:ea typeface="微软雅黑" panose="020B0503020204020204" pitchFamily="34" charset="-122"/>
                <a:cs typeface="Noto Sans" pitchFamily="34" charset="-120"/>
              </a:rPr>
              <a:t>组织。</a:t>
            </a:r>
          </a:p>
        </p:txBody>
      </p:sp>
      <p:sp>
        <p:nvSpPr>
          <p:cNvPr id="34" name="Shape 13">
            <a:extLst>
              <a:ext uri="{FF2B5EF4-FFF2-40B4-BE49-F238E27FC236}">
                <a16:creationId xmlns:a16="http://schemas.microsoft.com/office/drawing/2014/main" id="{28871A9F-16FD-C407-81CA-AFD00FA816F3}"/>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CF0D3944-E54A-E40E-2920-B7A781622D3B}"/>
              </a:ext>
            </a:extLst>
          </p:cNvPr>
          <p:cNvSpPr/>
          <p:nvPr/>
        </p:nvSpPr>
        <p:spPr>
          <a:xfrm>
            <a:off x="667656" y="4193125"/>
            <a:ext cx="1138132" cy="169277"/>
          </a:xfrm>
          <a:prstGeom prst="rect">
            <a:avLst/>
          </a:prstGeom>
          <a:noFill/>
          <a:ln/>
        </p:spPr>
        <p:txBody>
          <a:bodyPr wrap="none" lIns="0" tIns="0" rIns="0" bIns="0" rtlCol="0" anchor="ctr">
            <a:spAutoFit/>
          </a:bodyPr>
          <a:lstStyle/>
          <a:p>
            <a:r>
              <a:rPr lang="en-US" altLang="zh-CN" sz="1100" b="1" dirty="0">
                <a:solidFill>
                  <a:srgbClr val="FF9900"/>
                </a:solidFill>
                <a:latin typeface="Noto Sans" panose="020B0502040504020204" pitchFamily="34" charset="0"/>
                <a:ea typeface="Noto Sans" panose="020B0502040504020204" pitchFamily="34" charset="0"/>
                <a:cs typeface="Noto Sans" panose="020B0502040504020204" pitchFamily="34" charset="0"/>
              </a:rPr>
              <a:t>PRINCE2  </a:t>
            </a:r>
            <a:r>
              <a:rPr lang="en-US" altLang="ja-JP" sz="1100" b="1" dirty="0">
                <a:solidFill>
                  <a:srgbClr val="FF9900"/>
                </a:solidFill>
                <a:latin typeface="Noto Sans" panose="020B0502040504020204" pitchFamily="34" charset="0"/>
                <a:ea typeface="Noto Sans" panose="020B0502040504020204" pitchFamily="34" charset="0"/>
                <a:cs typeface="Noto Sans" panose="020B0502040504020204" pitchFamily="34" charset="0"/>
              </a:rPr>
              <a:t>(</a:t>
            </a:r>
            <a:r>
              <a:rPr lang="ja-JP" altLang="en-US" sz="1100" b="1" dirty="0">
                <a:solidFill>
                  <a:srgbClr val="FF9900"/>
                </a:solidFill>
                <a:latin typeface="Noto Sans" panose="020B0502040504020204" pitchFamily="34" charset="0"/>
                <a:ea typeface="Noto Sans"/>
                <a:cs typeface="Noto Sans" panose="020B0502040504020204" pitchFamily="34" charset="0"/>
              </a:rPr>
              <a:t>第7版)</a:t>
            </a:r>
            <a:endParaRPr lang="en-US" altLang="zh-CN" sz="1100" dirty="0">
              <a:latin typeface="Noto Sans" panose="020B0502040504020204" pitchFamily="34" charset="0"/>
              <a:ea typeface="Noto Sans" panose="020B0502040504020204" pitchFamily="34" charset="0"/>
              <a:cs typeface="Noto Sans" panose="020B0502040504020204" pitchFamily="34" charset="0"/>
            </a:endParaRPr>
          </a:p>
        </p:txBody>
      </p:sp>
      <p:sp>
        <p:nvSpPr>
          <p:cNvPr id="37" name="Text 15">
            <a:extLst>
              <a:ext uri="{FF2B5EF4-FFF2-40B4-BE49-F238E27FC236}">
                <a16:creationId xmlns:a16="http://schemas.microsoft.com/office/drawing/2014/main" id="{94D27775-D9A9-B7F3-4FE2-285967AD457D}"/>
              </a:ext>
            </a:extLst>
          </p:cNvPr>
          <p:cNvSpPr/>
          <p:nvPr/>
        </p:nvSpPr>
        <p:spPr>
          <a:xfrm>
            <a:off x="2186110" y="3824535"/>
            <a:ext cx="3286125" cy="940322"/>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ja-JP" altLang="en-US" sz="1100" dirty="0">
                <a:latin typeface="Noto Sans" panose="020B0502040504020204" pitchFamily="34" charset="0"/>
                <a:ea typeface="Microsoft YaHei"/>
                <a:cs typeface="Noto Sans" panose="020B0502040504020204" pitchFamily="34" charset="0"/>
              </a:rPr>
              <a:t>组织管理</a:t>
            </a:r>
            <a:r>
              <a:rPr lang="ja-JP" altLang="en-US" sz="1100" dirty="0">
                <a:solidFill>
                  <a:srgbClr val="FF0000"/>
                </a:solidFill>
                <a:latin typeface="Noto Sans" panose="020B0502040504020204" pitchFamily="34" charset="0"/>
                <a:ea typeface="Microsoft YaHei"/>
                <a:cs typeface="Noto Sans" panose="020B0502040504020204" pitchFamily="34" charset="0"/>
              </a:rPr>
              <a:t>以人员为核心</a:t>
            </a:r>
            <a:r>
              <a:rPr lang="en-US" altLang="zh-CN" sz="1100" dirty="0">
                <a:latin typeface="Noto Sans" panose="020B0502040504020204" pitchFamily="34" charset="0"/>
                <a:ea typeface="Microsoft YaHei"/>
                <a:cs typeface="Noto Sans" panose="020B0502040504020204" pitchFamily="34" charset="0"/>
              </a:rPr>
              <a:t>，</a:t>
            </a:r>
            <a:r>
              <a:rPr lang="ja-JP" altLang="en-US" sz="1100" dirty="0">
                <a:latin typeface="Noto Sans" panose="020B0502040504020204" pitchFamily="34" charset="0"/>
                <a:ea typeface="Microsoft YaHei"/>
                <a:cs typeface="Noto Sans" panose="020B0502040504020204" pitchFamily="34" charset="0"/>
              </a:rPr>
              <a:t>强调领导力和团队协作</a:t>
            </a:r>
            <a:r>
              <a:rPr lang="en-US" altLang="zh-CN" sz="1100" dirty="0">
                <a:latin typeface="Noto Sans" panose="020B0502040504020204" pitchFamily="34" charset="0"/>
                <a:ea typeface="Microsoft YaHei"/>
                <a:cs typeface="Noto Sans" panose="020B0502040504020204" pitchFamily="34" charset="0"/>
              </a:rPr>
              <a:t>，</a:t>
            </a:r>
            <a:r>
              <a:rPr lang="ja-JP" altLang="en-US" sz="1100" dirty="0">
                <a:latin typeface="Noto Sans" panose="020B0502040504020204" pitchFamily="34" charset="0"/>
                <a:ea typeface="Microsoft YaHei"/>
                <a:cs typeface="Noto Sans" panose="020B0502040504020204" pitchFamily="34" charset="0"/>
              </a:rPr>
              <a:t>通过</a:t>
            </a:r>
            <a:r>
              <a:rPr lang="ja-JP" altLang="en-US" sz="1100" dirty="0">
                <a:solidFill>
                  <a:srgbClr val="FF0000"/>
                </a:solidFill>
                <a:latin typeface="Noto Sans" panose="020B0502040504020204" pitchFamily="34" charset="0"/>
                <a:ea typeface="Microsoft YaHei"/>
                <a:cs typeface="Noto Sans" panose="020B0502040504020204" pitchFamily="34" charset="0"/>
              </a:rPr>
              <a:t>设计项目生态系统和管理变革</a:t>
            </a:r>
            <a:r>
              <a:rPr lang="en-US" altLang="zh-CN" sz="1100" dirty="0">
                <a:latin typeface="Noto Sans" panose="020B0502040504020204" pitchFamily="34" charset="0"/>
                <a:ea typeface="Microsoft YaHei"/>
                <a:cs typeface="Noto Sans" panose="020B0502040504020204" pitchFamily="34" charset="0"/>
              </a:rPr>
              <a:t>，</a:t>
            </a:r>
            <a:r>
              <a:rPr lang="ja-JP" altLang="en-US" sz="1100" dirty="0">
                <a:latin typeface="Noto Sans" panose="020B0502040504020204" pitchFamily="34" charset="0"/>
                <a:ea typeface="Microsoft YaHei"/>
                <a:cs typeface="Noto Sans" panose="020B0502040504020204" pitchFamily="34" charset="0"/>
              </a:rPr>
              <a:t>实现项目与组织的有效整合</a:t>
            </a:r>
            <a:r>
              <a:rPr lang="en-US" altLang="zh-CN" sz="1100" dirty="0">
                <a:latin typeface="Noto Sans" panose="020B0502040504020204" pitchFamily="34" charset="0"/>
                <a:ea typeface="Microsoft YaHei"/>
                <a:cs typeface="Noto Sans" panose="020B0502040504020204" pitchFamily="34" charset="0"/>
              </a:rPr>
              <a:t>。</a:t>
            </a:r>
          </a:p>
        </p:txBody>
      </p:sp>
      <p:sp>
        <p:nvSpPr>
          <p:cNvPr id="40" name="文本框 39">
            <a:extLst>
              <a:ext uri="{FF2B5EF4-FFF2-40B4-BE49-F238E27FC236}">
                <a16:creationId xmlns:a16="http://schemas.microsoft.com/office/drawing/2014/main" id="{487E2DDC-1FC5-458D-17BF-CBA7E4D8B6B7}"/>
              </a:ext>
            </a:extLst>
          </p:cNvPr>
          <p:cNvSpPr txBox="1"/>
          <p:nvPr/>
        </p:nvSpPr>
        <p:spPr>
          <a:xfrm>
            <a:off x="5530559" y="3642877"/>
            <a:ext cx="3286125" cy="1332031"/>
          </a:xfrm>
          <a:prstGeom prst="rect">
            <a:avLst/>
          </a:prstGeom>
          <a:noFill/>
        </p:spPr>
        <p:txBody>
          <a:bodyPr wrap="square">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治理结构：</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人员中心</a:t>
            </a:r>
            <a:r>
              <a:rPr lang="zh-CN" altLang="en-US" sz="1100" dirty="0">
                <a:latin typeface="微软雅黑" panose="020B0503020204020204" pitchFamily="34" charset="-122"/>
                <a:ea typeface="微软雅黑" panose="020B0503020204020204" pitchFamily="34" charset="-122"/>
                <a:cs typeface="Noto Sans" pitchFamily="34" charset="-120"/>
              </a:rPr>
              <a:t>型</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治理</a:t>
            </a:r>
            <a:r>
              <a:rPr lang="zh-CN" altLang="en-US" sz="1100" dirty="0">
                <a:latin typeface="微软雅黑" panose="020B0503020204020204" pitchFamily="34" charset="-122"/>
                <a:ea typeface="微软雅黑" panose="020B0503020204020204" pitchFamily="34" charset="-122"/>
                <a:cs typeface="Noto Sans" pitchFamily="34" charset="-120"/>
              </a:rPr>
              <a:t>体系。</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核心职能：</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变革领导</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生态协调</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实施机制：</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五步组织设计</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三新产品</a:t>
            </a:r>
            <a:r>
              <a:rPr lang="zh-CN" altLang="en-US" sz="1100" dirty="0">
                <a:latin typeface="微软雅黑" panose="020B0503020204020204" pitchFamily="34" charset="-122"/>
                <a:ea typeface="微软雅黑" panose="020B0503020204020204" pitchFamily="34" charset="-122"/>
                <a:cs typeface="Noto Sans" pitchFamily="34" charset="-120"/>
              </a:rPr>
              <a:t>。</a:t>
            </a:r>
            <a:endPar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endParaRP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决策边界：</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双生态系统</a:t>
            </a:r>
            <a:r>
              <a:rPr lang="zh-CN" altLang="en-US" sz="1100" dirty="0">
                <a:latin typeface="微软雅黑" panose="020B0503020204020204" pitchFamily="34" charset="-122"/>
                <a:ea typeface="微软雅黑" panose="020B0503020204020204" pitchFamily="34" charset="-122"/>
                <a:cs typeface="Noto Sans" pitchFamily="34" charset="-120"/>
              </a:rPr>
              <a:t>互动。</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适应性：适用于</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变革型</a:t>
            </a:r>
            <a:r>
              <a:rPr lang="zh-CN" altLang="en-US" sz="1100" dirty="0">
                <a:latin typeface="微软雅黑" panose="020B0503020204020204" pitchFamily="34" charset="-122"/>
                <a:ea typeface="微软雅黑" panose="020B0503020204020204" pitchFamily="34" charset="-122"/>
                <a:cs typeface="Noto Sans" pitchFamily="34" charset="-120"/>
              </a:rPr>
              <a:t>组织。</a:t>
            </a:r>
          </a:p>
        </p:txBody>
      </p:sp>
    </p:spTree>
    <p:custDataLst>
      <p:tags r:id="rId1"/>
    </p:custDataLst>
    <p:extLst>
      <p:ext uri="{BB962C8B-B14F-4D97-AF65-F5344CB8AC3E}">
        <p14:creationId xmlns:p14="http://schemas.microsoft.com/office/powerpoint/2010/main" val="39422335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9AA07-7688-633D-283C-5C9CE80CAD88}"/>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CBEEEC83-09F2-5B88-464D-9C64EC873252}"/>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642B93A6-1728-4935-DC50-C9EFEE4E3F53}"/>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A581FDB4-0566-B1E9-91A7-668FAE743201}"/>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8133DEFA-1AAE-C509-A300-D026840EBC2D}"/>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0E08BE8E-36E3-C226-61B4-CB3FC0087583}"/>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76E7C24C-1C45-ABA1-5CC4-C92445D9011D}"/>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6.2</a:t>
            </a:r>
          </a:p>
        </p:txBody>
      </p:sp>
      <p:sp>
        <p:nvSpPr>
          <p:cNvPr id="4" name="文本框 3">
            <a:extLst>
              <a:ext uri="{FF2B5EF4-FFF2-40B4-BE49-F238E27FC236}">
                <a16:creationId xmlns:a16="http://schemas.microsoft.com/office/drawing/2014/main" id="{20F91A2A-FAD0-3EEF-5D72-C36DE72AF5E4}"/>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项目组织的多元视角</a:t>
            </a:r>
          </a:p>
        </p:txBody>
      </p:sp>
      <p:sp>
        <p:nvSpPr>
          <p:cNvPr id="94" name="Text 37">
            <a:extLst>
              <a:ext uri="{FF2B5EF4-FFF2-40B4-BE49-F238E27FC236}">
                <a16:creationId xmlns:a16="http://schemas.microsoft.com/office/drawing/2014/main" id="{3BEB44B5-A687-CBD9-162E-CED5E56ED504}"/>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3B809B88-D5BD-14B6-DB46-8270470075A9}"/>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组织</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317F7095-1DF9-9005-7495-E5657C256341}"/>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D5C03F59-7C72-A7C7-F4BB-0A78CC1B32C1}"/>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D512AA7E-0817-98F9-63F5-674CC95183DD}"/>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D8D49D0D-2041-4F85-71A8-25627361259C}"/>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项目组织</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24C2418D-49BF-5F54-0001-869A421734A9}"/>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FA98E64D-DAF5-5576-D49C-6C2F734396CD}"/>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857F0EA0-46C9-AF19-2903-9B6AFDBBB10D}"/>
              </a:ext>
            </a:extLst>
          </p:cNvPr>
          <p:cNvSpPr/>
          <p:nvPr/>
        </p:nvSpPr>
        <p:spPr>
          <a:xfrm>
            <a:off x="667656" y="2702099"/>
            <a:ext cx="718145" cy="169277"/>
          </a:xfrm>
          <a:prstGeom prst="rect">
            <a:avLst/>
          </a:prstGeom>
          <a:noFill/>
          <a:ln/>
        </p:spPr>
        <p:txBody>
          <a:bodyPr wrap="none" lIns="0" tIns="0" rIns="0" bIns="0" rtlCol="0" anchor="ctr">
            <a:spAutoFit/>
          </a:bodyPr>
          <a:lstStyle/>
          <a:p>
            <a:r>
              <a:rPr lang="en-US" altLang="zh-CN" sz="1100" b="1" dirty="0">
                <a:solidFill>
                  <a:srgbClr val="FF9700"/>
                </a:solidFill>
                <a:latin typeface="微软雅黑" panose="020B0503020204020204" pitchFamily="34" charset="-122"/>
                <a:ea typeface="微软雅黑" panose="020B0503020204020204" pitchFamily="34" charset="-122"/>
                <a:cs typeface="Noto Sans" panose="020B0502040504020204" pitchFamily="34" charset="0"/>
              </a:rPr>
              <a:t>PM</a:t>
            </a:r>
            <a:r>
              <a:rPr lang="en-US" altLang="zh-CN" sz="1100" b="1" baseline="30000" dirty="0">
                <a:solidFill>
                  <a:srgbClr val="FF9700"/>
                </a:solidFill>
                <a:latin typeface="微软雅黑" panose="020B0503020204020204" pitchFamily="34" charset="-122"/>
                <a:ea typeface="微软雅黑" panose="020B0503020204020204" pitchFamily="34" charset="-122"/>
                <a:cs typeface="Noto Sans" panose="020B0502040504020204" pitchFamily="34" charset="0"/>
              </a:rPr>
              <a:t>2</a:t>
            </a:r>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方法论</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2" name="Text 11">
            <a:extLst>
              <a:ext uri="{FF2B5EF4-FFF2-40B4-BE49-F238E27FC236}">
                <a16:creationId xmlns:a16="http://schemas.microsoft.com/office/drawing/2014/main" id="{C8233C3E-E8B7-89A4-FB13-C5D726988CB3}"/>
              </a:ext>
            </a:extLst>
          </p:cNvPr>
          <p:cNvSpPr/>
          <p:nvPr/>
        </p:nvSpPr>
        <p:spPr>
          <a:xfrm>
            <a:off x="2213110" y="2445093"/>
            <a:ext cx="3286125" cy="684162"/>
          </a:xfrm>
          <a:prstGeom prst="rect">
            <a:avLst/>
          </a:prstGeom>
          <a:noFill/>
          <a:ln/>
        </p:spPr>
        <p:txBody>
          <a:bodyPr wrap="square" lIns="102108" tIns="102108" rIns="102108" bIns="102108" rtlCol="0" anchor="ctr">
            <a:spAutoFit/>
          </a:body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包括</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商业治理层</a:t>
            </a:r>
            <a:r>
              <a:rPr lang="en-US" altLang="zh-CN"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指导层</a:t>
            </a:r>
            <a:r>
              <a:rPr lang="en-US" altLang="zh-CN"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监督层</a:t>
            </a:r>
            <a:r>
              <a:rPr lang="en-US" altLang="zh-CN"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管理层和执行层</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五层结构。</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3" name="Text 12">
            <a:extLst>
              <a:ext uri="{FF2B5EF4-FFF2-40B4-BE49-F238E27FC236}">
                <a16:creationId xmlns:a16="http://schemas.microsoft.com/office/drawing/2014/main" id="{85EBE662-90BE-28A4-1C03-8A78AFC77374}"/>
              </a:ext>
            </a:extLst>
          </p:cNvPr>
          <p:cNvSpPr/>
          <p:nvPr/>
        </p:nvSpPr>
        <p:spPr>
          <a:xfrm>
            <a:off x="5530559" y="2087999"/>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治理结构：</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五层联动</a:t>
            </a:r>
            <a:r>
              <a:rPr lang="zh-CN" altLang="en-US" sz="1100" dirty="0">
                <a:latin typeface="微软雅黑" panose="020B0503020204020204" pitchFamily="34" charset="-122"/>
                <a:ea typeface="微软雅黑" panose="020B0503020204020204" pitchFamily="34" charset="-122"/>
                <a:cs typeface="Noto Sans" pitchFamily="34" charset="-120"/>
              </a:rPr>
              <a:t>型</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治理</a:t>
            </a:r>
            <a:r>
              <a:rPr lang="zh-CN" altLang="en-US" sz="1100" dirty="0">
                <a:latin typeface="微软雅黑" panose="020B0503020204020204" pitchFamily="34" charset="-122"/>
                <a:ea typeface="微软雅黑" panose="020B0503020204020204" pitchFamily="34" charset="-122"/>
                <a:cs typeface="Noto Sans" pitchFamily="34" charset="-120"/>
              </a:rPr>
              <a:t>体系。</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核心职能：</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战略传导</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价值实现</a:t>
            </a:r>
            <a:r>
              <a:rPr lang="zh-CN" altLang="en-US" sz="1100" dirty="0">
                <a:latin typeface="微软雅黑" panose="020B0503020204020204" pitchFamily="34" charset="-122"/>
                <a:ea typeface="微软雅黑" panose="020B0503020204020204" pitchFamily="34" charset="-122"/>
                <a:cs typeface="Noto Sans" pitchFamily="34" charset="-12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实施机制：</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责任矩阵</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三层报告</a:t>
            </a:r>
            <a:r>
              <a:rPr lang="zh-CN" altLang="en-US" sz="1100" dirty="0">
                <a:latin typeface="微软雅黑" panose="020B0503020204020204" pitchFamily="34" charset="-122"/>
                <a:ea typeface="微软雅黑" panose="020B0503020204020204" pitchFamily="34" charset="-122"/>
                <a:cs typeface="Noto Sans" pitchFamily="34" charset="-12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决策边界：</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双向制衡</a:t>
            </a:r>
            <a:r>
              <a:rPr lang="zh-CN" altLang="en-US" sz="1100" dirty="0">
                <a:latin typeface="微软雅黑" panose="020B0503020204020204" pitchFamily="34" charset="-122"/>
                <a:ea typeface="微软雅黑" panose="020B0503020204020204" pitchFamily="34" charset="-122"/>
                <a:cs typeface="Noto Sans" pitchFamily="34" charset="-120"/>
              </a:rPr>
              <a:t>机制。</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适应性：</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多类型组织</a:t>
            </a:r>
            <a:r>
              <a:rPr lang="zh-CN" altLang="en-US" sz="1100" dirty="0">
                <a:latin typeface="微软雅黑" panose="020B0503020204020204" pitchFamily="34" charset="-122"/>
                <a:ea typeface="微软雅黑" panose="020B0503020204020204" pitchFamily="34" charset="-122"/>
                <a:cs typeface="Noto Sans" pitchFamily="34" charset="-120"/>
              </a:rPr>
              <a:t>兼容。</a:t>
            </a:r>
          </a:p>
        </p:txBody>
      </p:sp>
      <p:sp>
        <p:nvSpPr>
          <p:cNvPr id="34" name="Shape 13">
            <a:extLst>
              <a:ext uri="{FF2B5EF4-FFF2-40B4-BE49-F238E27FC236}">
                <a16:creationId xmlns:a16="http://schemas.microsoft.com/office/drawing/2014/main" id="{D75FDB24-96C4-69FE-B2B1-F7F18226C3A5}"/>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44EDCA81-D834-A36A-BAFA-DAAAB8BFD4E2}"/>
              </a:ext>
            </a:extLst>
          </p:cNvPr>
          <p:cNvSpPr/>
          <p:nvPr/>
        </p:nvSpPr>
        <p:spPr>
          <a:xfrm>
            <a:off x="667656" y="4193125"/>
            <a:ext cx="681277"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ISO21502</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7" name="Text 15">
            <a:extLst>
              <a:ext uri="{FF2B5EF4-FFF2-40B4-BE49-F238E27FC236}">
                <a16:creationId xmlns:a16="http://schemas.microsoft.com/office/drawing/2014/main" id="{DEE8CEE2-4707-FE58-C9E3-E214388B4CC4}"/>
              </a:ext>
            </a:extLst>
          </p:cNvPr>
          <p:cNvSpPr/>
          <p:nvPr/>
        </p:nvSpPr>
        <p:spPr>
          <a:xfrm>
            <a:off x="2186110" y="3952615"/>
            <a:ext cx="3286125" cy="684162"/>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项目组织是一个</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临时性结构</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，并在该结构定义了项目的角色、责任和权力 (</a:t>
            </a:r>
            <a:r>
              <a:rPr lang="en-US" altLang="ja-JP" sz="1100" dirty="0">
                <a:latin typeface="微软雅黑" panose="020B0503020204020204" pitchFamily="34" charset="-122"/>
                <a:ea typeface="微软雅黑" panose="020B0503020204020204" pitchFamily="34" charset="-122"/>
                <a:cs typeface="Noto Sans" panose="020B0502040504020204" pitchFamily="34" charset="0"/>
              </a:rPr>
              <a:t>4.5</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节) 。</a:t>
            </a:r>
            <a:endParaRPr lang="en-US" altLang="ja-JP"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40" name="文本框 39">
            <a:extLst>
              <a:ext uri="{FF2B5EF4-FFF2-40B4-BE49-F238E27FC236}">
                <a16:creationId xmlns:a16="http://schemas.microsoft.com/office/drawing/2014/main" id="{6F032A74-56D7-BD03-E27B-2B8F97988EA4}"/>
              </a:ext>
            </a:extLst>
          </p:cNvPr>
          <p:cNvSpPr txBox="1"/>
          <p:nvPr/>
        </p:nvSpPr>
        <p:spPr>
          <a:xfrm>
            <a:off x="5530559" y="3642877"/>
            <a:ext cx="3286125" cy="1332031"/>
          </a:xfrm>
          <a:prstGeom prst="rect">
            <a:avLst/>
          </a:prstGeom>
          <a:noFill/>
        </p:spPr>
        <p:txBody>
          <a:bodyPr wrap="square">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治理结构：</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临时性权责</a:t>
            </a:r>
            <a:r>
              <a:rPr lang="zh-CN" altLang="en-US" sz="1100" dirty="0">
                <a:latin typeface="微软雅黑" panose="020B0503020204020204" pitchFamily="34" charset="-122"/>
                <a:ea typeface="微软雅黑" panose="020B0503020204020204" pitchFamily="34" charset="-122"/>
                <a:cs typeface="Noto Sans" pitchFamily="34" charset="-120"/>
              </a:rPr>
              <a:t>架构。</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核心职能：</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目标导向</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风险管控</a:t>
            </a:r>
            <a:r>
              <a:rPr lang="zh-CN" altLang="en-US" sz="1100" dirty="0">
                <a:latin typeface="微软雅黑" panose="020B0503020204020204" pitchFamily="34" charset="-122"/>
                <a:ea typeface="微软雅黑" panose="020B0503020204020204" pitchFamily="34" charset="-122"/>
                <a:cs typeface="Noto Sans" pitchFamily="34" charset="-12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实施机制：</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分层授权</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独立保证</a:t>
            </a:r>
            <a:r>
              <a:rPr lang="zh-CN" altLang="en-US" sz="1100" dirty="0">
                <a:latin typeface="微软雅黑" panose="020B0503020204020204" pitchFamily="34" charset="-122"/>
                <a:ea typeface="微软雅黑" panose="020B0503020204020204" pitchFamily="34" charset="-122"/>
                <a:cs typeface="Noto Sans" pitchFamily="34" charset="-12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决策边界：</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三级决策</a:t>
            </a:r>
            <a:r>
              <a:rPr lang="zh-CN" altLang="en-US" sz="1100" dirty="0">
                <a:latin typeface="微软雅黑" panose="020B0503020204020204" pitchFamily="34" charset="-122"/>
                <a:ea typeface="微软雅黑" panose="020B0503020204020204" pitchFamily="34" charset="-122"/>
                <a:cs typeface="Noto Sans" pitchFamily="34" charset="-120"/>
              </a:rPr>
              <a:t>体系。</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适应性：</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情境化</a:t>
            </a:r>
            <a:r>
              <a:rPr lang="zh-CN" altLang="en-US" sz="1100" dirty="0">
                <a:latin typeface="微软雅黑" panose="020B0503020204020204" pitchFamily="34" charset="-122"/>
                <a:ea typeface="微软雅黑" panose="020B0503020204020204" pitchFamily="34" charset="-122"/>
                <a:cs typeface="Noto Sans" pitchFamily="34" charset="-120"/>
              </a:rPr>
              <a:t>组织设计。</a:t>
            </a:r>
          </a:p>
        </p:txBody>
      </p:sp>
    </p:spTree>
    <p:custDataLst>
      <p:tags r:id="rId1"/>
    </p:custDataLst>
    <p:extLst>
      <p:ext uri="{BB962C8B-B14F-4D97-AF65-F5344CB8AC3E}">
        <p14:creationId xmlns:p14="http://schemas.microsoft.com/office/powerpoint/2010/main" val="28765270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48E61-E597-794C-8B36-D90FA566658A}"/>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33C6A6FA-5AEA-402B-847D-A513E5A7F71F}"/>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6A7431FB-72F6-39E3-08DA-50FF2BAF87C8}"/>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85945586-27A9-68DC-6E67-AF7658E1E4D1}"/>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10285B9E-B284-9940-1D6B-CD4E1DF223CA}"/>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DAB5F3B9-ECFA-0B64-96FA-E30094666CD5}"/>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28A0A426-9C98-0DEB-DBB3-F7EEBF9B4B5E}"/>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6.2</a:t>
            </a:r>
          </a:p>
        </p:txBody>
      </p:sp>
      <p:sp>
        <p:nvSpPr>
          <p:cNvPr id="4" name="文本框 3">
            <a:extLst>
              <a:ext uri="{FF2B5EF4-FFF2-40B4-BE49-F238E27FC236}">
                <a16:creationId xmlns:a16="http://schemas.microsoft.com/office/drawing/2014/main" id="{2B2D1812-928E-C5AF-F440-3F05C0DC1375}"/>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项目组织的多元视角</a:t>
            </a:r>
          </a:p>
        </p:txBody>
      </p:sp>
      <p:sp>
        <p:nvSpPr>
          <p:cNvPr id="94" name="Text 37">
            <a:extLst>
              <a:ext uri="{FF2B5EF4-FFF2-40B4-BE49-F238E27FC236}">
                <a16:creationId xmlns:a16="http://schemas.microsoft.com/office/drawing/2014/main" id="{24993E57-346C-8ABD-29ED-D7C2E8E0707D}"/>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B4D74400-FB2D-2189-860C-7C59A3952105}"/>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组织</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C5C995E6-36D6-6D48-941F-3889359C1700}"/>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4FDBF650-B28D-2AEE-0167-F146F4E5F9C1}"/>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F03A6A4D-9DA3-703F-33A0-1368A2ACBB0B}"/>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D432272A-8B82-4894-C7EC-D346FCC16B63}"/>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项目组织</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E215F040-1465-5C41-49F4-A3110ABDB676}"/>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1B60BCCD-4EAC-920F-81ED-97F0A553C1A3}"/>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BB7BE296-23B6-4AF6-931A-783CBB7A0D9C}"/>
              </a:ext>
            </a:extLst>
          </p:cNvPr>
          <p:cNvSpPr/>
          <p:nvPr/>
        </p:nvSpPr>
        <p:spPr>
          <a:xfrm>
            <a:off x="667656" y="2702099"/>
            <a:ext cx="527388"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BS6079</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2" name="Text 11">
            <a:extLst>
              <a:ext uri="{FF2B5EF4-FFF2-40B4-BE49-F238E27FC236}">
                <a16:creationId xmlns:a16="http://schemas.microsoft.com/office/drawing/2014/main" id="{1A770662-4681-9566-7748-C9A21C88891B}"/>
              </a:ext>
            </a:extLst>
          </p:cNvPr>
          <p:cNvSpPr/>
          <p:nvPr/>
        </p:nvSpPr>
        <p:spPr>
          <a:xfrm>
            <a:off x="2213110" y="2599430"/>
            <a:ext cx="3286125" cy="375487"/>
          </a:xfrm>
          <a:prstGeom prst="rect">
            <a:avLst/>
          </a:prstGeom>
          <a:noFill/>
          <a:ln/>
        </p:spPr>
        <p:txBody>
          <a:bodyPr wrap="square" lIns="102108" tIns="102108" rIns="102108" bIns="102108" rtlCol="0" anchor="ctr">
            <a:spAutoFit/>
          </a:bodyPr>
          <a:lstStyle/>
          <a:p>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角色与责任 </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(第7部分)。</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3" name="Text 12">
            <a:extLst>
              <a:ext uri="{FF2B5EF4-FFF2-40B4-BE49-F238E27FC236}">
                <a16:creationId xmlns:a16="http://schemas.microsoft.com/office/drawing/2014/main" id="{57100CBF-1615-2DCA-6CF6-65FF54D6F114}"/>
              </a:ext>
            </a:extLst>
          </p:cNvPr>
          <p:cNvSpPr/>
          <p:nvPr/>
        </p:nvSpPr>
        <p:spPr>
          <a:xfrm>
            <a:off x="5530559" y="2088000"/>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治理结构：</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分层授权</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型</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临时</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组织。</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核心职能：</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目标对齐</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效益实现</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实施机制：</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角色绑定</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双轨运行</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决策边界：</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四级责任链条</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适应性：</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跨边界</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组织设计。</a:t>
            </a:r>
          </a:p>
        </p:txBody>
      </p:sp>
      <p:sp>
        <p:nvSpPr>
          <p:cNvPr id="34" name="Shape 13">
            <a:extLst>
              <a:ext uri="{FF2B5EF4-FFF2-40B4-BE49-F238E27FC236}">
                <a16:creationId xmlns:a16="http://schemas.microsoft.com/office/drawing/2014/main" id="{F589B210-D57F-99A4-4455-29379EDE9755}"/>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F6739F4C-5B47-E306-5552-B96435D8C7CF}"/>
              </a:ext>
            </a:extLst>
          </p:cNvPr>
          <p:cNvSpPr/>
          <p:nvPr/>
        </p:nvSpPr>
        <p:spPr>
          <a:xfrm>
            <a:off x="667656" y="4193125"/>
            <a:ext cx="652423"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APMBOK</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7" name="Text 15">
            <a:extLst>
              <a:ext uri="{FF2B5EF4-FFF2-40B4-BE49-F238E27FC236}">
                <a16:creationId xmlns:a16="http://schemas.microsoft.com/office/drawing/2014/main" id="{1DA92A39-3DAB-A2DE-7420-AA942C8FF389}"/>
              </a:ext>
            </a:extLst>
          </p:cNvPr>
          <p:cNvSpPr/>
          <p:nvPr/>
        </p:nvSpPr>
        <p:spPr>
          <a:xfrm>
            <a:off x="2186110" y="4106952"/>
            <a:ext cx="3286125" cy="375487"/>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人和行为 </a:t>
            </a:r>
            <a:r>
              <a:rPr lang="en-US" altLang="ja-JP"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第</a:t>
            </a:r>
            <a:r>
              <a:rPr lang="en-US" altLang="ja-JP" sz="1100" dirty="0">
                <a:latin typeface="微软雅黑" panose="020B0503020204020204" pitchFamily="34" charset="-122"/>
                <a:ea typeface="微软雅黑" panose="020B0503020204020204" pitchFamily="34" charset="-122"/>
                <a:cs typeface="Noto Sans" panose="020B0502040504020204" pitchFamily="34" charset="0"/>
              </a:rPr>
              <a:t>3</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章</a:t>
            </a:r>
            <a:r>
              <a:rPr lang="en-US" altLang="ja-JP"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40" name="文本框 39">
            <a:extLst>
              <a:ext uri="{FF2B5EF4-FFF2-40B4-BE49-F238E27FC236}">
                <a16:creationId xmlns:a16="http://schemas.microsoft.com/office/drawing/2014/main" id="{44D99D64-6139-4E92-D2A9-932F9959D28F}"/>
              </a:ext>
            </a:extLst>
          </p:cNvPr>
          <p:cNvSpPr txBox="1"/>
          <p:nvPr/>
        </p:nvSpPr>
        <p:spPr>
          <a:xfrm>
            <a:off x="5530559" y="3642877"/>
            <a:ext cx="3286125" cy="1332031"/>
          </a:xfrm>
          <a:prstGeom prst="rect">
            <a:avLst/>
          </a:prstGeom>
          <a:noFill/>
        </p:spPr>
        <p:txBody>
          <a:bodyPr wrap="square">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治理结构：</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人本导向</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型</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治理</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框架。</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核心职能：</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关系协调</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团队赋能</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实施机制：</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行为管理</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职业发展</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决策边界：情境化</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权责分配</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适应性：</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高情商</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组织适配。</a:t>
            </a:r>
          </a:p>
        </p:txBody>
      </p:sp>
    </p:spTree>
    <p:custDataLst>
      <p:tags r:id="rId1"/>
    </p:custDataLst>
    <p:extLst>
      <p:ext uri="{BB962C8B-B14F-4D97-AF65-F5344CB8AC3E}">
        <p14:creationId xmlns:p14="http://schemas.microsoft.com/office/powerpoint/2010/main" val="26558366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22A87-F3FF-FB78-9B10-33B115A1FB08}"/>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59DB2083-BB3C-454A-92EC-D735A375B66A}"/>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4F511552-14F4-D87A-C559-F56FA826C316}"/>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A17D6FC4-37C7-44E3-2D84-D86FB94A14EF}"/>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5D835913-9C7F-EF5A-A85D-64EC74ECD27C}"/>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5332A993-B679-73FA-D1AC-8F5C5BCF147A}"/>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B5A6308B-50EE-9463-B347-24625E9F7139}"/>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6.2</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23CF0C5C-2963-70FB-7121-A0487D6FA8F6}"/>
              </a:ext>
            </a:extLst>
          </p:cNvPr>
          <p:cNvSpPr txBox="1"/>
          <p:nvPr>
            <p:custDataLst>
              <p:tags r:id="rId6"/>
            </p:custDataLst>
          </p:nvPr>
        </p:nvSpPr>
        <p:spPr>
          <a:xfrm>
            <a:off x="1147763" y="238125"/>
            <a:ext cx="3143250" cy="646331"/>
          </a:xfrm>
          <a:prstGeom prst="rect">
            <a:avLst/>
          </a:prstGeom>
          <a:noFill/>
        </p:spPr>
        <p:txBody>
          <a:bodyPr wrap="square" lIns="91440" tIns="45720" rIns="91440" bIns="45720" rtlCol="0" anchor="t">
            <a:spAutoFit/>
          </a:bodyPr>
          <a:lstStyle/>
          <a:p>
            <a:r>
              <a:rPr lang="zh-CN" b="1">
                <a:solidFill>
                  <a:schemeClr val="bg1"/>
                </a:solidFill>
                <a:latin typeface="Microsoft YaHei"/>
                <a:ea typeface="Microsoft YaHei"/>
                <a:cs typeface="Noto Sans"/>
                <a:sym typeface="+mn-ea"/>
              </a:rPr>
              <a:t>项目治理与组织的内涵</a:t>
            </a:r>
            <a:endParaRPr lang="zh-CN">
              <a:solidFill>
                <a:schemeClr val="bg1"/>
              </a:solidFill>
              <a:latin typeface="Microsoft YaHei"/>
              <a:ea typeface="Microsoft YaHei"/>
              <a:cs typeface="Noto Sans"/>
              <a:sym typeface="+mn-ea"/>
            </a:endParaRPr>
          </a:p>
          <a:p>
            <a:pPr lvl="0" algn="l">
              <a:buClrTx/>
              <a:buSzTx/>
              <a:buFontTx/>
            </a:pPr>
            <a:endParaRPr lang="zh-CN" altLang="en-US" b="1" dirty="0">
              <a:solidFill>
                <a:schemeClr val="bg1"/>
              </a:solidFill>
              <a:latin typeface="Noto Sans"/>
              <a:ea typeface="微软雅黑" panose="020B0503020204020204" charset="-122"/>
              <a:cs typeface="Noto Sans"/>
            </a:endParaRPr>
          </a:p>
        </p:txBody>
      </p:sp>
      <p:sp>
        <p:nvSpPr>
          <p:cNvPr id="6" name="TextBox 5">
            <a:extLst>
              <a:ext uri="{FF2B5EF4-FFF2-40B4-BE49-F238E27FC236}">
                <a16:creationId xmlns:a16="http://schemas.microsoft.com/office/drawing/2014/main" id="{3177E59F-56DC-BAC0-6F33-F67B49F11803}"/>
              </a:ext>
            </a:extLst>
          </p:cNvPr>
          <p:cNvSpPr txBox="1"/>
          <p:nvPr/>
        </p:nvSpPr>
        <p:spPr>
          <a:xfrm>
            <a:off x="1277182" y="1519531"/>
            <a:ext cx="7302041" cy="14446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50000"/>
              </a:lnSpc>
              <a:buFont typeface="Arial"/>
              <a:buChar char="•"/>
            </a:pPr>
            <a:r>
              <a:rPr lang="en-US" altLang="zh-CN" sz="1200" dirty="0">
                <a:latin typeface="微软雅黑" panose="020B0503020204020204" pitchFamily="34" charset="-122"/>
                <a:ea typeface="微软雅黑" panose="020B0503020204020204" pitchFamily="34" charset="-122"/>
                <a:cs typeface="Noto Sans"/>
              </a:rPr>
              <a:t>APMBOK</a:t>
            </a:r>
            <a:r>
              <a:rPr lang="zh-CN" altLang="en-US" sz="1200" dirty="0">
                <a:latin typeface="微软雅黑" panose="020B0503020204020204" pitchFamily="34" charset="-122"/>
                <a:ea typeface="微软雅黑" panose="020B0503020204020204" pitchFamily="34" charset="-122"/>
                <a:cs typeface="Noto Sans"/>
              </a:rPr>
              <a:t>指出对项目的</a:t>
            </a:r>
            <a:r>
              <a:rPr lang="zh-CN" altLang="en-US" sz="1200" dirty="0">
                <a:solidFill>
                  <a:srgbClr val="FF0000"/>
                </a:solidFill>
                <a:latin typeface="微软雅黑" panose="020B0503020204020204" pitchFamily="34" charset="-122"/>
                <a:ea typeface="微软雅黑" panose="020B0503020204020204" pitchFamily="34" charset="-122"/>
                <a:cs typeface="Noto Sans"/>
              </a:rPr>
              <a:t>产出</a:t>
            </a:r>
            <a:r>
              <a:rPr lang="zh-CN" altLang="en-US" sz="1200" dirty="0">
                <a:latin typeface="微软雅黑" panose="020B0503020204020204" pitchFamily="34" charset="-122"/>
                <a:ea typeface="微软雅黑" panose="020B0503020204020204" pitchFamily="34" charset="-122"/>
                <a:cs typeface="Noto Sans"/>
              </a:rPr>
              <a:t>、</a:t>
            </a:r>
            <a:r>
              <a:rPr lang="zh-CN" altLang="en-US" sz="1200" dirty="0">
                <a:solidFill>
                  <a:srgbClr val="FF0000"/>
                </a:solidFill>
                <a:latin typeface="微软雅黑" panose="020B0503020204020204" pitchFamily="34" charset="-122"/>
                <a:ea typeface="微软雅黑" panose="020B0503020204020204" pitchFamily="34" charset="-122"/>
                <a:cs typeface="Noto Sans"/>
              </a:rPr>
              <a:t>结果</a:t>
            </a:r>
            <a:r>
              <a:rPr lang="zh-CN" altLang="en-US" sz="1200" dirty="0">
                <a:latin typeface="微软雅黑" panose="020B0503020204020204" pitchFamily="34" charset="-122"/>
                <a:ea typeface="微软雅黑" panose="020B0503020204020204" pitchFamily="34" charset="-122"/>
                <a:cs typeface="Noto Sans"/>
              </a:rPr>
              <a:t>和</a:t>
            </a:r>
            <a:r>
              <a:rPr lang="zh-CN" altLang="en-US" sz="1200" dirty="0">
                <a:solidFill>
                  <a:srgbClr val="FF0000"/>
                </a:solidFill>
                <a:latin typeface="微软雅黑" panose="020B0503020204020204" pitchFamily="34" charset="-122"/>
                <a:ea typeface="微软雅黑" panose="020B0503020204020204" pitchFamily="34" charset="-122"/>
                <a:cs typeface="Noto Sans"/>
              </a:rPr>
              <a:t>效益</a:t>
            </a:r>
            <a:r>
              <a:rPr lang="zh-CN" altLang="en-US" sz="1200" dirty="0">
                <a:latin typeface="微软雅黑" panose="020B0503020204020204" pitchFamily="34" charset="-122"/>
                <a:ea typeface="微软雅黑" panose="020B0503020204020204" pitchFamily="34" charset="-122"/>
                <a:cs typeface="Noto Sans"/>
              </a:rPr>
              <a:t>进行控制与管理。</a:t>
            </a:r>
            <a:endParaRPr lang="en-US" sz="1200" dirty="0">
              <a:latin typeface="微软雅黑" panose="020B0503020204020204" pitchFamily="34" charset="-122"/>
              <a:ea typeface="微软雅黑" panose="020B0503020204020204" pitchFamily="34" charset="-122"/>
            </a:endParaRPr>
          </a:p>
          <a:p>
            <a:pPr marL="171450" indent="-171450">
              <a:lnSpc>
                <a:spcPct val="150000"/>
              </a:lnSpc>
              <a:buFont typeface="Arial"/>
              <a:buChar char="•"/>
            </a:pPr>
            <a:endParaRPr lang="zh-CN" altLang="en-US" sz="1200" dirty="0">
              <a:latin typeface="微软雅黑" panose="020B0503020204020204" pitchFamily="34" charset="-122"/>
              <a:ea typeface="微软雅黑" panose="020B0503020204020204" pitchFamily="34" charset="-122"/>
              <a:cs typeface="Noto Sans"/>
            </a:endParaRPr>
          </a:p>
          <a:p>
            <a:pPr marL="171450" indent="-171450">
              <a:lnSpc>
                <a:spcPct val="150000"/>
              </a:lnSpc>
              <a:buFont typeface="Arial"/>
              <a:buChar char="•"/>
            </a:pPr>
            <a:r>
              <a:rPr lang="en-US" altLang="zh-CN" sz="1200" dirty="0">
                <a:latin typeface="微软雅黑" panose="020B0503020204020204" pitchFamily="34" charset="-122"/>
                <a:ea typeface="微软雅黑" panose="020B0503020204020204" pitchFamily="34" charset="-122"/>
                <a:cs typeface="Noto Sans"/>
              </a:rPr>
              <a:t>ISO21502</a:t>
            </a:r>
            <a:r>
              <a:rPr lang="zh-CN" altLang="en-US" sz="1200" dirty="0">
                <a:latin typeface="微软雅黑" panose="020B0503020204020204" pitchFamily="34" charset="-122"/>
                <a:ea typeface="微软雅黑" panose="020B0503020204020204" pitchFamily="34" charset="-122"/>
                <a:cs typeface="Noto Sans"/>
              </a:rPr>
              <a:t>认为项目治理是组织根据商定的</a:t>
            </a:r>
            <a:r>
              <a:rPr lang="zh-CN" altLang="en-US" sz="1200" dirty="0">
                <a:solidFill>
                  <a:srgbClr val="FF0000"/>
                </a:solidFill>
                <a:latin typeface="微软雅黑" panose="020B0503020204020204" pitchFamily="34" charset="-122"/>
                <a:ea typeface="微软雅黑" panose="020B0503020204020204" pitchFamily="34" charset="-122"/>
                <a:cs typeface="Noto Sans"/>
              </a:rPr>
              <a:t>商业计划</a:t>
            </a:r>
            <a:r>
              <a:rPr lang="zh-CN" altLang="en-US" sz="1200" dirty="0">
                <a:latin typeface="微软雅黑" panose="020B0503020204020204" pitchFamily="34" charset="-122"/>
                <a:ea typeface="微软雅黑" panose="020B0503020204020204" pitchFamily="34" charset="-122"/>
                <a:cs typeface="Noto Sans"/>
              </a:rPr>
              <a:t>来指导、授权和控制项目。</a:t>
            </a:r>
          </a:p>
          <a:p>
            <a:pPr marL="171450" indent="-171450">
              <a:lnSpc>
                <a:spcPct val="150000"/>
              </a:lnSpc>
              <a:buFont typeface="Arial"/>
              <a:buChar char="•"/>
            </a:pPr>
            <a:endParaRPr lang="zh-CN" altLang="en-US" sz="1200" dirty="0">
              <a:latin typeface="微软雅黑" panose="020B0503020204020204" pitchFamily="34" charset="-122"/>
              <a:ea typeface="微软雅黑" panose="020B0503020204020204" pitchFamily="34" charset="-122"/>
              <a:cs typeface="Noto Sans"/>
            </a:endParaRPr>
          </a:p>
          <a:p>
            <a:pPr marL="171450" indent="-171450">
              <a:lnSpc>
                <a:spcPct val="150000"/>
              </a:lnSpc>
              <a:buFont typeface="Arial"/>
              <a:buChar char="•"/>
            </a:pPr>
            <a:r>
              <a:rPr lang="en-US" altLang="zh-CN" sz="1200" dirty="0">
                <a:latin typeface="微软雅黑" panose="020B0503020204020204" pitchFamily="34" charset="-122"/>
                <a:ea typeface="微软雅黑" panose="020B0503020204020204" pitchFamily="34" charset="-122"/>
                <a:cs typeface="Noto Sans"/>
              </a:rPr>
              <a:t>PMBOK</a:t>
            </a:r>
            <a:r>
              <a:rPr lang="zh-CN" altLang="en-US" sz="1200" dirty="0">
                <a:latin typeface="微软雅黑" panose="020B0503020204020204" pitchFamily="34" charset="-122"/>
                <a:ea typeface="微软雅黑" panose="020B0503020204020204" pitchFamily="34" charset="-122"/>
                <a:cs typeface="Noto Sans"/>
              </a:rPr>
              <a:t>指南（第</a:t>
            </a:r>
            <a:r>
              <a:rPr lang="en-US" altLang="zh-CN" sz="1200" dirty="0">
                <a:latin typeface="微软雅黑" panose="020B0503020204020204" pitchFamily="34" charset="-122"/>
                <a:ea typeface="微软雅黑" panose="020B0503020204020204" pitchFamily="34" charset="-122"/>
                <a:cs typeface="Noto Sans"/>
              </a:rPr>
              <a:t>6</a:t>
            </a:r>
            <a:r>
              <a:rPr lang="zh-CN" altLang="en-US" sz="1200" dirty="0">
                <a:latin typeface="微软雅黑" panose="020B0503020204020204" pitchFamily="34" charset="-122"/>
                <a:ea typeface="微软雅黑" panose="020B0503020204020204" pitchFamily="34" charset="-122"/>
                <a:cs typeface="Noto Sans"/>
              </a:rPr>
              <a:t>版）认为项目治理可以</a:t>
            </a:r>
            <a:r>
              <a:rPr lang="zh-CN" altLang="en-US" sz="1200" dirty="0">
                <a:solidFill>
                  <a:srgbClr val="FF0000"/>
                </a:solidFill>
                <a:latin typeface="微软雅黑" panose="020B0503020204020204" pitchFamily="34" charset="-122"/>
                <a:ea typeface="微软雅黑" panose="020B0503020204020204" pitchFamily="34" charset="-122"/>
                <a:cs typeface="Noto Sans"/>
              </a:rPr>
              <a:t>创造</a:t>
            </a:r>
            <a:r>
              <a:rPr lang="zh-CN" altLang="en-US" sz="1200" dirty="0">
                <a:latin typeface="微软雅黑" panose="020B0503020204020204" pitchFamily="34" charset="-122"/>
                <a:ea typeface="微软雅黑" panose="020B0503020204020204" pitchFamily="34" charset="-122"/>
                <a:cs typeface="Noto Sans"/>
              </a:rPr>
              <a:t>独特的产品、服务或结果以满足</a:t>
            </a:r>
            <a:r>
              <a:rPr lang="zh-CN" altLang="en-US" sz="1200" dirty="0">
                <a:solidFill>
                  <a:srgbClr val="FF0000"/>
                </a:solidFill>
                <a:latin typeface="微软雅黑" panose="020B0503020204020204" pitchFamily="34" charset="-122"/>
                <a:ea typeface="微软雅黑" panose="020B0503020204020204" pitchFamily="34" charset="-122"/>
                <a:cs typeface="Noto Sans"/>
              </a:rPr>
              <a:t>组织</a:t>
            </a:r>
            <a:r>
              <a:rPr lang="zh-CN" altLang="en-US" sz="1200" dirty="0">
                <a:latin typeface="微软雅黑" panose="020B0503020204020204" pitchFamily="34" charset="-122"/>
                <a:ea typeface="微软雅黑" panose="020B0503020204020204" pitchFamily="34" charset="-122"/>
                <a:cs typeface="Noto Sans"/>
              </a:rPr>
              <a:t>、</a:t>
            </a:r>
            <a:r>
              <a:rPr lang="zh-CN" altLang="en-US" sz="1200" dirty="0">
                <a:solidFill>
                  <a:srgbClr val="FF0000"/>
                </a:solidFill>
                <a:latin typeface="微软雅黑" panose="020B0503020204020204" pitchFamily="34" charset="-122"/>
                <a:ea typeface="微软雅黑" panose="020B0503020204020204" pitchFamily="34" charset="-122"/>
                <a:cs typeface="Noto Sans"/>
              </a:rPr>
              <a:t>战略</a:t>
            </a:r>
            <a:r>
              <a:rPr lang="zh-CN" altLang="en-US" sz="1200" dirty="0">
                <a:latin typeface="微软雅黑" panose="020B0503020204020204" pitchFamily="34" charset="-122"/>
                <a:ea typeface="微软雅黑" panose="020B0503020204020204" pitchFamily="34" charset="-122"/>
                <a:cs typeface="Noto Sans"/>
              </a:rPr>
              <a:t>和</a:t>
            </a:r>
            <a:r>
              <a:rPr lang="zh-CN" altLang="en-US" sz="1200" dirty="0">
                <a:solidFill>
                  <a:srgbClr val="FF0000"/>
                </a:solidFill>
                <a:latin typeface="微软雅黑" panose="020B0503020204020204" pitchFamily="34" charset="-122"/>
                <a:ea typeface="微软雅黑" panose="020B0503020204020204" pitchFamily="34" charset="-122"/>
                <a:cs typeface="Noto Sans"/>
              </a:rPr>
              <a:t>运营</a:t>
            </a:r>
            <a:r>
              <a:rPr lang="zh-CN" altLang="en-US" sz="1200" dirty="0">
                <a:latin typeface="微软雅黑" panose="020B0503020204020204" pitchFamily="34" charset="-122"/>
                <a:ea typeface="微软雅黑" panose="020B0503020204020204" pitchFamily="34" charset="-122"/>
                <a:cs typeface="Noto Sans"/>
              </a:rPr>
              <a:t>目标。</a:t>
            </a:r>
          </a:p>
        </p:txBody>
      </p:sp>
      <p:sp>
        <p:nvSpPr>
          <p:cNvPr id="10" name="TextBox 9">
            <a:extLst>
              <a:ext uri="{FF2B5EF4-FFF2-40B4-BE49-F238E27FC236}">
                <a16:creationId xmlns:a16="http://schemas.microsoft.com/office/drawing/2014/main" id="{9B7562E4-5BBE-3674-21F7-7D8976055C34}"/>
              </a:ext>
            </a:extLst>
          </p:cNvPr>
          <p:cNvSpPr txBox="1"/>
          <p:nvPr/>
        </p:nvSpPr>
        <p:spPr>
          <a:xfrm>
            <a:off x="1223678" y="3460684"/>
            <a:ext cx="6996957" cy="14446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200" dirty="0">
                <a:latin typeface="微软雅黑" panose="020B0503020204020204" pitchFamily="34" charset="-122"/>
                <a:ea typeface="微软雅黑" panose="020B0503020204020204" pitchFamily="34" charset="-122"/>
                <a:cs typeface="Noto Sans"/>
              </a:rPr>
              <a:t>第1</a:t>
            </a:r>
            <a:r>
              <a:rPr lang="ja-JP" altLang="en-US" sz="1200" dirty="0">
                <a:latin typeface="微软雅黑" panose="020B0503020204020204" pitchFamily="34" charset="-122"/>
                <a:ea typeface="微软雅黑" panose="020B0503020204020204" pitchFamily="34" charset="-122"/>
                <a:cs typeface="Noto Sans"/>
              </a:rPr>
              <a:t>层级为</a:t>
            </a:r>
            <a:r>
              <a:rPr lang="ja-JP" altLang="en-US" sz="1200" dirty="0">
                <a:solidFill>
                  <a:srgbClr val="FF0000"/>
                </a:solidFill>
                <a:latin typeface="微软雅黑" panose="020B0503020204020204" pitchFamily="34" charset="-122"/>
                <a:ea typeface="微软雅黑" panose="020B0503020204020204" pitchFamily="34" charset="-122"/>
                <a:cs typeface="Noto Sans"/>
              </a:rPr>
              <a:t>最高的治理层级 </a:t>
            </a:r>
            <a:r>
              <a:rPr lang="ja-JP" altLang="en-US" sz="1200" dirty="0">
                <a:latin typeface="微软雅黑" panose="020B0503020204020204" pitchFamily="34" charset="-122"/>
                <a:ea typeface="微软雅黑" panose="020B0503020204020204" pitchFamily="34" charset="-122"/>
                <a:cs typeface="Noto Sans"/>
              </a:rPr>
              <a:t>(治理层</a:t>
            </a:r>
            <a:r>
              <a:rPr lang="en-US" altLang="ja-JP" sz="1200" dirty="0">
                <a:latin typeface="微软雅黑" panose="020B0503020204020204" pitchFamily="34" charset="-122"/>
                <a:ea typeface="微软雅黑" panose="020B0503020204020204" pitchFamily="34" charset="-122"/>
                <a:cs typeface="Noto Sans"/>
              </a:rPr>
              <a:t>)，</a:t>
            </a:r>
            <a:r>
              <a:rPr lang="ja-JP" altLang="en-US" sz="1200" dirty="0">
                <a:latin typeface="微软雅黑" panose="020B0503020204020204" pitchFamily="34" charset="-122"/>
                <a:ea typeface="微软雅黑" panose="020B0503020204020204" pitchFamily="34" charset="-122"/>
                <a:cs typeface="Noto Sans"/>
              </a:rPr>
              <a:t>虽然不同知识体系中组织层级的最高决策主体名称不同，但其职责与权力相近，均负责组织的战略决策或项目投资。</a:t>
            </a:r>
            <a:endParaRPr lang="en-US" altLang="ja-JP" sz="1200" dirty="0">
              <a:latin typeface="微软雅黑" panose="020B0503020204020204" pitchFamily="34" charset="-122"/>
              <a:ea typeface="微软雅黑" panose="020B0503020204020204" pitchFamily="34" charset="-122"/>
              <a:cs typeface="Arial"/>
            </a:endParaRPr>
          </a:p>
          <a:p>
            <a:pPr>
              <a:lnSpc>
                <a:spcPct val="150000"/>
              </a:lnSpc>
            </a:pPr>
            <a:endParaRPr lang="ja-JP" altLang="en-US" sz="1200" dirty="0">
              <a:latin typeface="微软雅黑" panose="020B0503020204020204" pitchFamily="34" charset="-122"/>
              <a:ea typeface="微软雅黑" panose="020B0503020204020204" pitchFamily="34" charset="-122"/>
              <a:cs typeface="Noto Sans"/>
            </a:endParaRPr>
          </a:p>
          <a:p>
            <a:pPr marL="171450" indent="-171450">
              <a:lnSpc>
                <a:spcPct val="150000"/>
              </a:lnSpc>
              <a:buFont typeface="Arial"/>
              <a:buChar char="•"/>
            </a:pPr>
            <a:r>
              <a:rPr lang="ja-JP" altLang="en-US" sz="1200" dirty="0">
                <a:latin typeface="微软雅黑" panose="020B0503020204020204" pitchFamily="34" charset="-122"/>
                <a:ea typeface="微软雅黑" panose="020B0503020204020204" pitchFamily="34" charset="-122"/>
                <a:cs typeface="Noto Sans"/>
              </a:rPr>
              <a:t>如</a:t>
            </a:r>
            <a:r>
              <a:rPr lang="en-US" sz="1200" dirty="0">
                <a:latin typeface="微软雅黑" panose="020B0503020204020204" pitchFamily="34" charset="-122"/>
                <a:ea typeface="微软雅黑" panose="020B0503020204020204" pitchFamily="34" charset="-122"/>
                <a:cs typeface="Noto Sans"/>
              </a:rPr>
              <a:t>ISO21502</a:t>
            </a:r>
            <a:r>
              <a:rPr lang="ja-JP" altLang="en-US" sz="1200" dirty="0">
                <a:latin typeface="微软雅黑" panose="020B0503020204020204" pitchFamily="34" charset="-122"/>
                <a:ea typeface="微软雅黑" panose="020B0503020204020204" pitchFamily="34" charset="-122"/>
                <a:cs typeface="Noto Sans"/>
              </a:rPr>
              <a:t>称之为</a:t>
            </a:r>
            <a:r>
              <a:rPr lang="ja-JP" altLang="en-US" sz="1200" dirty="0">
                <a:solidFill>
                  <a:srgbClr val="FF0000"/>
                </a:solidFill>
                <a:latin typeface="微软雅黑" panose="020B0503020204020204" pitchFamily="34" charset="-122"/>
                <a:ea typeface="微软雅黑" panose="020B0503020204020204" pitchFamily="34" charset="-122"/>
                <a:cs typeface="Noto Sans"/>
              </a:rPr>
              <a:t>赞助组织</a:t>
            </a:r>
            <a:r>
              <a:rPr lang="en-US" sz="1200" dirty="0">
                <a:latin typeface="微软雅黑" panose="020B0503020204020204" pitchFamily="34" charset="-122"/>
                <a:ea typeface="微软雅黑" panose="020B0503020204020204" pitchFamily="34" charset="-122"/>
                <a:cs typeface="Noto Sans"/>
              </a:rPr>
              <a:t>、PM2</a:t>
            </a:r>
            <a:r>
              <a:rPr lang="ja-JP" altLang="en-US" sz="1200" dirty="0">
                <a:latin typeface="微软雅黑" panose="020B0503020204020204" pitchFamily="34" charset="-122"/>
                <a:ea typeface="微软雅黑" panose="020B0503020204020204" pitchFamily="34" charset="-122"/>
                <a:cs typeface="Noto Sans"/>
              </a:rPr>
              <a:t>是商业治理层</a:t>
            </a:r>
            <a:r>
              <a:rPr lang="ja-JP" altLang="en-US" sz="1200" dirty="0">
                <a:solidFill>
                  <a:srgbClr val="FF0000"/>
                </a:solidFill>
                <a:latin typeface="微软雅黑" panose="020B0503020204020204" pitchFamily="34" charset="-122"/>
                <a:ea typeface="微软雅黑" panose="020B0503020204020204" pitchFamily="34" charset="-122"/>
                <a:cs typeface="Noto Sans"/>
              </a:rPr>
              <a:t>负责战略规划和投资组合管理</a:t>
            </a:r>
            <a:r>
              <a:rPr lang="en-US" sz="1200" dirty="0">
                <a:latin typeface="微软雅黑" panose="020B0503020204020204" pitchFamily="34" charset="-122"/>
                <a:ea typeface="微软雅黑" panose="020B0503020204020204" pitchFamily="34" charset="-122"/>
                <a:cs typeface="Noto Sans"/>
              </a:rPr>
              <a:t>、APMBOK</a:t>
            </a:r>
            <a:r>
              <a:rPr lang="ja-JP" altLang="en-US" sz="1200" dirty="0">
                <a:latin typeface="微软雅黑" panose="020B0503020204020204" pitchFamily="34" charset="-122"/>
                <a:ea typeface="微软雅黑" panose="020B0503020204020204" pitchFamily="34" charset="-122"/>
                <a:cs typeface="Noto Sans"/>
              </a:rPr>
              <a:t>称之为</a:t>
            </a:r>
            <a:r>
              <a:rPr lang="ja-JP" altLang="en-US" sz="1200" dirty="0">
                <a:solidFill>
                  <a:srgbClr val="FF0000"/>
                </a:solidFill>
                <a:latin typeface="微软雅黑" panose="020B0503020204020204" pitchFamily="34" charset="-122"/>
                <a:ea typeface="微软雅黑" panose="020B0503020204020204" pitchFamily="34" charset="-122"/>
                <a:cs typeface="Noto Sans"/>
              </a:rPr>
              <a:t>投资机构（投资管理</a:t>
            </a:r>
            <a:r>
              <a:rPr lang="en-US" sz="1200" dirty="0">
                <a:latin typeface="微软雅黑" panose="020B0503020204020204" pitchFamily="34" charset="-122"/>
                <a:ea typeface="微软雅黑" panose="020B0503020204020204" pitchFamily="34" charset="-122"/>
                <a:cs typeface="Noto Sans"/>
              </a:rPr>
              <a:t>）、PRINCE2</a:t>
            </a:r>
            <a:r>
              <a:rPr lang="ja-JP" altLang="en-US" sz="1200" dirty="0">
                <a:latin typeface="微软雅黑" panose="020B0503020204020204" pitchFamily="34" charset="-122"/>
                <a:ea typeface="微软雅黑" panose="020B0503020204020204" pitchFamily="34" charset="-122"/>
                <a:cs typeface="Noto Sans"/>
              </a:rPr>
              <a:t>把</a:t>
            </a:r>
            <a:r>
              <a:rPr lang="ja-JP" altLang="en-US" sz="1200" dirty="0">
                <a:solidFill>
                  <a:srgbClr val="FF0000"/>
                </a:solidFill>
                <a:latin typeface="微软雅黑" panose="020B0503020204020204" pitchFamily="34" charset="-122"/>
                <a:ea typeface="微软雅黑" panose="020B0503020204020204" pitchFamily="34" charset="-122"/>
                <a:cs typeface="Noto Sans"/>
              </a:rPr>
              <a:t>公司</a:t>
            </a:r>
            <a:r>
              <a:rPr lang="ja-JP" altLang="en-US" sz="1200" dirty="0">
                <a:latin typeface="微软雅黑" panose="020B0503020204020204" pitchFamily="34" charset="-122"/>
                <a:ea typeface="微软雅黑" panose="020B0503020204020204" pitchFamily="34" charset="-122"/>
                <a:cs typeface="Noto Sans"/>
              </a:rPr>
              <a:t>、</a:t>
            </a:r>
            <a:r>
              <a:rPr lang="ja-JP" altLang="en-US" sz="1200" dirty="0">
                <a:solidFill>
                  <a:srgbClr val="FF0000"/>
                </a:solidFill>
                <a:latin typeface="微软雅黑" panose="020B0503020204020204" pitchFamily="34" charset="-122"/>
                <a:ea typeface="微软雅黑" panose="020B0503020204020204" pitchFamily="34" charset="-122"/>
                <a:cs typeface="Noto Sans"/>
              </a:rPr>
              <a:t>项目群管理</a:t>
            </a:r>
            <a:r>
              <a:rPr lang="ja-JP" altLang="en-US" sz="1200" dirty="0">
                <a:latin typeface="微软雅黑" panose="020B0503020204020204" pitchFamily="34" charset="-122"/>
                <a:ea typeface="微软雅黑" panose="020B0503020204020204" pitchFamily="34" charset="-122"/>
                <a:cs typeface="Noto Sans"/>
              </a:rPr>
              <a:t>或</a:t>
            </a:r>
            <a:r>
              <a:rPr lang="ja-JP" altLang="en-US" sz="1200" dirty="0">
                <a:solidFill>
                  <a:srgbClr val="FF0000"/>
                </a:solidFill>
                <a:latin typeface="微软雅黑" panose="020B0503020204020204" pitchFamily="34" charset="-122"/>
                <a:ea typeface="微软雅黑" panose="020B0503020204020204" pitchFamily="34" charset="-122"/>
                <a:cs typeface="Noto Sans"/>
              </a:rPr>
              <a:t>客户方</a:t>
            </a:r>
            <a:r>
              <a:rPr lang="ja-JP" altLang="en-US" sz="1200" dirty="0">
                <a:latin typeface="微软雅黑" panose="020B0503020204020204" pitchFamily="34" charset="-122"/>
                <a:ea typeface="微软雅黑" panose="020B0503020204020204" pitchFamily="34" charset="-122"/>
                <a:cs typeface="Noto Sans"/>
              </a:rPr>
              <a:t>统一置于</a:t>
            </a:r>
            <a:r>
              <a:rPr lang="ja-JP" altLang="en-US" sz="1200" dirty="0">
                <a:solidFill>
                  <a:srgbClr val="FF0000"/>
                </a:solidFill>
                <a:latin typeface="微软雅黑" panose="020B0503020204020204" pitchFamily="34" charset="-122"/>
                <a:ea typeface="微软雅黑" panose="020B0503020204020204" pitchFamily="34" charset="-122"/>
                <a:cs typeface="Noto Sans"/>
              </a:rPr>
              <a:t>最高管理</a:t>
            </a:r>
            <a:r>
              <a:rPr lang="ja-JP" altLang="en-US" sz="1200" dirty="0">
                <a:latin typeface="微软雅黑" panose="020B0503020204020204" pitchFamily="34" charset="-122"/>
                <a:ea typeface="微软雅黑" panose="020B0503020204020204" pitchFamily="34" charset="-122"/>
                <a:cs typeface="Noto Sans"/>
              </a:rPr>
              <a:t>层级</a:t>
            </a:r>
            <a:r>
              <a:rPr lang="en-US" sz="1200" dirty="0">
                <a:latin typeface="微软雅黑" panose="020B0503020204020204" pitchFamily="34" charset="-122"/>
                <a:ea typeface="微软雅黑" panose="020B0503020204020204" pitchFamily="34" charset="-122"/>
                <a:cs typeface="Noto Sans"/>
              </a:rPr>
              <a:t>。</a:t>
            </a:r>
            <a:endParaRPr lang="en-US" sz="1200" dirty="0">
              <a:latin typeface="微软雅黑" panose="020B0503020204020204" pitchFamily="34" charset="-122"/>
              <a:ea typeface="微软雅黑" panose="020B0503020204020204" pitchFamily="34" charset="-122"/>
              <a:cs typeface="Arial"/>
            </a:endParaRPr>
          </a:p>
        </p:txBody>
      </p:sp>
      <p:sp>
        <p:nvSpPr>
          <p:cNvPr id="2" name="Text 3">
            <a:extLst>
              <a:ext uri="{FF2B5EF4-FFF2-40B4-BE49-F238E27FC236}">
                <a16:creationId xmlns:a16="http://schemas.microsoft.com/office/drawing/2014/main" id="{C460821B-9891-B806-EF51-BD7144AB9D01}"/>
              </a:ext>
            </a:extLst>
          </p:cNvPr>
          <p:cNvSpPr/>
          <p:nvPr/>
        </p:nvSpPr>
        <p:spPr>
          <a:xfrm>
            <a:off x="1311304" y="1177947"/>
            <a:ext cx="692497" cy="207749"/>
          </a:xfrm>
          <a:prstGeom prst="rect">
            <a:avLst/>
          </a:prstGeom>
          <a:noFill/>
          <a:ln/>
        </p:spPr>
        <p:txBody>
          <a:bodyPr wrap="none" lIns="0" tIns="0" rIns="0" bIns="0" rtlCol="0" anchor="ctr">
            <a:spAutoFit/>
          </a:bodyPr>
          <a:lstStyle/>
          <a:p>
            <a:pPr marL="0" indent="0">
              <a:buNone/>
            </a:pPr>
            <a:r>
              <a:rPr lang="zh-CN" altLang="en-US" sz="1350" b="1" dirty="0">
                <a:solidFill>
                  <a:srgbClr val="0066CC"/>
                </a:solidFill>
                <a:latin typeface="微软雅黑" panose="020B0503020204020204" pitchFamily="34" charset="-122"/>
                <a:ea typeface="微软雅黑" panose="020B0503020204020204" pitchFamily="34" charset="-122"/>
                <a:cs typeface="Noto Sans" pitchFamily="34" charset="-120"/>
              </a:rPr>
              <a:t>目标导向</a:t>
            </a:r>
            <a:endParaRPr lang="en-US" sz="1350" dirty="0">
              <a:latin typeface="微软雅黑" panose="020B0503020204020204" pitchFamily="34" charset="-122"/>
              <a:ea typeface="微软雅黑" panose="020B0503020204020204" pitchFamily="34" charset="-122"/>
            </a:endParaRPr>
          </a:p>
        </p:txBody>
      </p:sp>
      <p:sp>
        <p:nvSpPr>
          <p:cNvPr id="11" name="Text 3">
            <a:extLst>
              <a:ext uri="{FF2B5EF4-FFF2-40B4-BE49-F238E27FC236}">
                <a16:creationId xmlns:a16="http://schemas.microsoft.com/office/drawing/2014/main" id="{D4C0B79A-DDFF-9E90-5B36-279BCBD89E6F}"/>
              </a:ext>
            </a:extLst>
          </p:cNvPr>
          <p:cNvSpPr/>
          <p:nvPr/>
        </p:nvSpPr>
        <p:spPr>
          <a:xfrm>
            <a:off x="1311304" y="3108578"/>
            <a:ext cx="1558119" cy="207749"/>
          </a:xfrm>
          <a:prstGeom prst="rect">
            <a:avLst/>
          </a:prstGeom>
          <a:noFill/>
          <a:ln/>
        </p:spPr>
        <p:txBody>
          <a:bodyPr wrap="none" lIns="0" tIns="0" rIns="0" bIns="0" rtlCol="0" anchor="ctr">
            <a:spAutoFit/>
          </a:bodyPr>
          <a:lstStyle/>
          <a:p>
            <a:pPr marL="0" indent="0">
              <a:buNone/>
            </a:pPr>
            <a:r>
              <a:rPr lang="zh-CN" altLang="en-US" sz="1350" b="1" dirty="0">
                <a:solidFill>
                  <a:srgbClr val="0066CC"/>
                </a:solidFill>
                <a:latin typeface="微软雅黑" panose="020B0503020204020204" pitchFamily="34" charset="-122"/>
                <a:ea typeface="微软雅黑" panose="020B0503020204020204" pitchFamily="34" charset="-122"/>
                <a:cs typeface="Noto Sans" pitchFamily="34" charset="-120"/>
              </a:rPr>
              <a:t>项目治理的组织结构</a:t>
            </a:r>
            <a:endParaRPr lang="en-US" sz="1350"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5658660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523FD-F70C-6EA3-083A-BF024064E8FB}"/>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E25D3E4B-B7A5-84FC-3409-BF5161B6B11B}"/>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6572F44F-14C8-8578-4D5D-F606EAA96CFB}"/>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E009F143-077C-9FE0-1B22-3C8BD4044BAC}"/>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B2DA5ED1-6715-536D-87E2-42625F017EC8}"/>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9FD4BBAA-4F53-2F5A-87A9-197861FA9005}"/>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41FBADF5-98C7-9E91-180C-5DEBC3DBEB1D}"/>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6.2</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446C8C72-0C03-D3E0-E70C-AD5DADA6E281}"/>
              </a:ext>
            </a:extLst>
          </p:cNvPr>
          <p:cNvSpPr txBox="1"/>
          <p:nvPr>
            <p:custDataLst>
              <p:tags r:id="rId6"/>
            </p:custDataLst>
          </p:nvPr>
        </p:nvSpPr>
        <p:spPr>
          <a:xfrm>
            <a:off x="1147763" y="238125"/>
            <a:ext cx="3143250" cy="646331"/>
          </a:xfrm>
          <a:prstGeom prst="rect">
            <a:avLst/>
          </a:prstGeom>
          <a:noFill/>
        </p:spPr>
        <p:txBody>
          <a:bodyPr wrap="square" lIns="91440" tIns="45720" rIns="91440" bIns="45720" rtlCol="0" anchor="t">
            <a:spAutoFit/>
          </a:bodyPr>
          <a:lstStyle/>
          <a:p>
            <a:r>
              <a:rPr lang="zh-CN" altLang="zh-CN" b="1" dirty="0">
                <a:solidFill>
                  <a:schemeClr val="bg1"/>
                </a:solidFill>
                <a:latin typeface="Microsoft YaHei"/>
                <a:ea typeface="Microsoft YaHei"/>
                <a:cs typeface="Noto Sans"/>
                <a:sym typeface="+mn-ea"/>
              </a:rPr>
              <a:t>项目治理与组织的内涵</a:t>
            </a:r>
            <a:r>
              <a:rPr lang="zh-CN" altLang="en-US" b="1" dirty="0">
                <a:solidFill>
                  <a:schemeClr val="bg1"/>
                </a:solidFill>
                <a:latin typeface="Microsoft YaHei"/>
                <a:ea typeface="Microsoft YaHei"/>
                <a:cs typeface="Noto Sans"/>
                <a:sym typeface="+mn-ea"/>
              </a:rPr>
              <a:t> (续)</a:t>
            </a:r>
            <a:endParaRPr lang="zh-CN" altLang="zh-CN" dirty="0">
              <a:solidFill>
                <a:schemeClr val="bg1"/>
              </a:solidFill>
              <a:latin typeface="Microsoft YaHei"/>
              <a:ea typeface="Microsoft YaHei"/>
              <a:cs typeface="Noto Sans"/>
              <a:sym typeface="+mn-ea"/>
            </a:endParaRPr>
          </a:p>
          <a:p>
            <a:pPr lvl="0"/>
            <a:endParaRPr lang="zh-CN" altLang="en-US" b="1" dirty="0">
              <a:solidFill>
                <a:schemeClr val="bg1"/>
              </a:solidFill>
              <a:latin typeface="Noto Sans"/>
              <a:ea typeface="微软雅黑" panose="020B0503020204020204" charset="-122"/>
              <a:cs typeface="Noto Sans"/>
            </a:endParaRPr>
          </a:p>
        </p:txBody>
      </p:sp>
      <p:sp>
        <p:nvSpPr>
          <p:cNvPr id="10" name="TextBox 9">
            <a:extLst>
              <a:ext uri="{FF2B5EF4-FFF2-40B4-BE49-F238E27FC236}">
                <a16:creationId xmlns:a16="http://schemas.microsoft.com/office/drawing/2014/main" id="{3FB50ED6-6468-0067-AB3F-4F64399CB161}"/>
              </a:ext>
            </a:extLst>
          </p:cNvPr>
          <p:cNvSpPr txBox="1"/>
          <p:nvPr/>
        </p:nvSpPr>
        <p:spPr>
          <a:xfrm>
            <a:off x="1147763" y="1443930"/>
            <a:ext cx="7592825" cy="33861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ltLang="zh-CN" sz="1200" dirty="0">
                <a:latin typeface="Noto Sans"/>
                <a:ea typeface="Microsoft YaHei"/>
                <a:cs typeface="Noto Sans"/>
              </a:rPr>
              <a:t>第2层为</a:t>
            </a:r>
            <a:r>
              <a:rPr lang="en-US" altLang="zh-CN" sz="1200" dirty="0">
                <a:solidFill>
                  <a:srgbClr val="FF0000"/>
                </a:solidFill>
                <a:latin typeface="Noto Sans"/>
                <a:ea typeface="Microsoft YaHei"/>
                <a:cs typeface="Noto Sans"/>
              </a:rPr>
              <a:t>项目赞助人</a:t>
            </a:r>
            <a:r>
              <a:rPr lang="en-US" altLang="zh-CN" sz="1200" dirty="0">
                <a:latin typeface="Noto Sans"/>
                <a:ea typeface="Microsoft YaHei"/>
                <a:cs typeface="Noto Sans"/>
              </a:rPr>
              <a:t> (</a:t>
            </a:r>
            <a:r>
              <a:rPr lang="en-US" altLang="zh-CN" sz="1200" dirty="0" err="1">
                <a:latin typeface="Noto Sans"/>
                <a:ea typeface="Microsoft YaHei"/>
                <a:cs typeface="Noto Sans"/>
              </a:rPr>
              <a:t>控制或监督层</a:t>
            </a:r>
            <a:r>
              <a:rPr lang="en-US" altLang="zh-CN" sz="1200" dirty="0">
                <a:latin typeface="Noto Sans"/>
                <a:ea typeface="Microsoft YaHei"/>
                <a:cs typeface="Noto Sans"/>
              </a:rPr>
              <a:t>)</a:t>
            </a:r>
            <a:r>
              <a:rPr lang="en-US" altLang="ja-JP" sz="1200" dirty="0">
                <a:latin typeface="Noto Sans"/>
                <a:ea typeface="Microsoft YaHei"/>
                <a:cs typeface="Noto Sans"/>
              </a:rPr>
              <a:t> ，</a:t>
            </a:r>
            <a:r>
              <a:rPr lang="ja-JP" altLang="en-US" sz="1200" dirty="0">
                <a:latin typeface="Noto Sans"/>
                <a:ea typeface="Microsoft YaHei"/>
                <a:cs typeface="Noto Sans"/>
              </a:rPr>
              <a:t>项目赞助人接受</a:t>
            </a:r>
            <a:r>
              <a:rPr lang="ja-JP" altLang="en-US" sz="1200" dirty="0">
                <a:solidFill>
                  <a:srgbClr val="FF0000"/>
                </a:solidFill>
                <a:latin typeface="Noto Sans"/>
                <a:ea typeface="Microsoft YaHei"/>
                <a:cs typeface="Noto Sans"/>
              </a:rPr>
              <a:t>治理层</a:t>
            </a:r>
            <a:r>
              <a:rPr lang="ja-JP" altLang="en-US" sz="1200" dirty="0">
                <a:latin typeface="Noto Sans"/>
                <a:ea typeface="Microsoft YaHei"/>
                <a:cs typeface="Noto Sans"/>
              </a:rPr>
              <a:t>的</a:t>
            </a:r>
            <a:r>
              <a:rPr lang="ja-JP" altLang="en-US" sz="1200" dirty="0">
                <a:solidFill>
                  <a:srgbClr val="FF0000"/>
                </a:solidFill>
                <a:latin typeface="Noto Sans"/>
                <a:ea typeface="Microsoft YaHei"/>
                <a:cs typeface="Noto Sans"/>
              </a:rPr>
              <a:t>委托</a:t>
            </a:r>
            <a:r>
              <a:rPr lang="en-US" altLang="zh-CN" sz="1200" dirty="0">
                <a:latin typeface="Noto Sans"/>
                <a:ea typeface="Microsoft YaHei"/>
                <a:cs typeface="Noto Sans"/>
              </a:rPr>
              <a:t>，</a:t>
            </a:r>
            <a:r>
              <a:rPr lang="ja-JP" altLang="en-US" sz="1200" dirty="0">
                <a:latin typeface="Noto Sans"/>
                <a:ea typeface="Microsoft YaHei"/>
                <a:cs typeface="Noto Sans"/>
              </a:rPr>
              <a:t>对</a:t>
            </a:r>
            <a:r>
              <a:rPr lang="ja-JP" altLang="en-US" sz="1200" dirty="0">
                <a:solidFill>
                  <a:srgbClr val="FF0000"/>
                </a:solidFill>
                <a:latin typeface="Noto Sans"/>
                <a:ea typeface="Microsoft YaHei"/>
                <a:cs typeface="Noto Sans"/>
              </a:rPr>
              <a:t>商业成功</a:t>
            </a:r>
            <a:r>
              <a:rPr lang="ja-JP" altLang="en-US" sz="1200" dirty="0">
                <a:latin typeface="Noto Sans"/>
                <a:ea typeface="Microsoft YaHei"/>
                <a:cs typeface="Noto Sans"/>
              </a:rPr>
              <a:t>负责</a:t>
            </a:r>
            <a:r>
              <a:rPr lang="en-US" altLang="zh-CN" sz="1200" dirty="0">
                <a:latin typeface="Noto Sans"/>
                <a:ea typeface="Microsoft YaHei"/>
                <a:cs typeface="Noto Sans"/>
              </a:rPr>
              <a:t>，</a:t>
            </a:r>
            <a:r>
              <a:rPr lang="ja-JP" altLang="en-US" sz="1200" dirty="0">
                <a:latin typeface="Noto Sans"/>
                <a:ea typeface="Microsoft YaHei"/>
                <a:cs typeface="Noto Sans"/>
              </a:rPr>
              <a:t>并</a:t>
            </a:r>
            <a:r>
              <a:rPr lang="ja-JP" altLang="en-US" sz="1200" dirty="0">
                <a:solidFill>
                  <a:srgbClr val="FF0000"/>
                </a:solidFill>
                <a:latin typeface="Noto Sans"/>
                <a:ea typeface="Microsoft YaHei"/>
                <a:cs typeface="Noto Sans"/>
              </a:rPr>
              <a:t>授权</a:t>
            </a:r>
            <a:r>
              <a:rPr lang="ja-JP" altLang="en-US" sz="1200" dirty="0">
                <a:latin typeface="Noto Sans"/>
                <a:ea typeface="Microsoft YaHei"/>
                <a:cs typeface="Noto Sans"/>
              </a:rPr>
              <a:t>给项目经理</a:t>
            </a:r>
            <a:r>
              <a:rPr lang="en-US" altLang="zh-CN" sz="1200" dirty="0">
                <a:latin typeface="Noto Sans"/>
                <a:ea typeface="Microsoft YaHei"/>
                <a:cs typeface="Noto Sans"/>
              </a:rPr>
              <a:t>。</a:t>
            </a:r>
          </a:p>
          <a:p>
            <a:pPr>
              <a:lnSpc>
                <a:spcPct val="150000"/>
              </a:lnSpc>
            </a:pPr>
            <a:endParaRPr lang="en-US" altLang="zh-CN" sz="1200" dirty="0">
              <a:latin typeface="仿宋"/>
              <a:ea typeface="仿宋"/>
              <a:cs typeface="Noto Sans"/>
            </a:endParaRPr>
          </a:p>
          <a:p>
            <a:pPr algn="just">
              <a:lnSpc>
                <a:spcPct val="150000"/>
              </a:lnSpc>
            </a:pPr>
            <a:r>
              <a:rPr lang="ja-JP" altLang="en-US" sz="1200" dirty="0">
                <a:latin typeface="Noto Sans"/>
                <a:ea typeface="Microsoft YaHei"/>
                <a:cs typeface="Noto Sans"/>
              </a:rPr>
              <a:t>第</a:t>
            </a:r>
            <a:r>
              <a:rPr lang="en-US" altLang="zh-CN" sz="1200" dirty="0">
                <a:latin typeface="Noto Sans"/>
                <a:ea typeface="Microsoft YaHei"/>
                <a:cs typeface="Noto Sans"/>
              </a:rPr>
              <a:t>3</a:t>
            </a:r>
            <a:r>
              <a:rPr lang="ja-JP" altLang="en-US" sz="1200" dirty="0">
                <a:latin typeface="Noto Sans"/>
                <a:ea typeface="Microsoft YaHei"/>
                <a:cs typeface="Noto Sans"/>
              </a:rPr>
              <a:t>层为</a:t>
            </a:r>
            <a:r>
              <a:rPr lang="ja-JP" altLang="en-US" sz="1200" dirty="0">
                <a:solidFill>
                  <a:srgbClr val="FF0000"/>
                </a:solidFill>
                <a:latin typeface="Noto Sans"/>
                <a:ea typeface="Microsoft YaHei"/>
                <a:cs typeface="Noto Sans"/>
              </a:rPr>
              <a:t>项目经理 </a:t>
            </a:r>
            <a:r>
              <a:rPr lang="ja-JP" altLang="en-US" sz="1200" dirty="0">
                <a:latin typeface="Noto Sans"/>
                <a:ea typeface="Microsoft YaHei"/>
                <a:cs typeface="Noto Sans"/>
              </a:rPr>
              <a:t>(管理层) ，完成</a:t>
            </a:r>
            <a:r>
              <a:rPr lang="ja-JP" altLang="en-US" sz="1200" dirty="0">
                <a:solidFill>
                  <a:srgbClr val="FF0000"/>
                </a:solidFill>
                <a:latin typeface="Noto Sans"/>
                <a:ea typeface="Microsoft YaHei"/>
                <a:cs typeface="Noto Sans"/>
              </a:rPr>
              <a:t>项目规定</a:t>
            </a:r>
            <a:r>
              <a:rPr lang="ja-JP" altLang="en-US" sz="1200" dirty="0">
                <a:latin typeface="Noto Sans"/>
                <a:ea typeface="Microsoft YaHei"/>
                <a:cs typeface="Noto Sans"/>
              </a:rPr>
              <a:t>的</a:t>
            </a:r>
            <a:r>
              <a:rPr lang="ja-JP" altLang="en-US" sz="1200" dirty="0">
                <a:solidFill>
                  <a:srgbClr val="FF0000"/>
                </a:solidFill>
                <a:latin typeface="Noto Sans"/>
                <a:ea typeface="Microsoft YaHei"/>
                <a:cs typeface="Noto Sans"/>
              </a:rPr>
              <a:t>范围</a:t>
            </a:r>
            <a:r>
              <a:rPr lang="ja-JP" altLang="en-US" sz="1200" dirty="0">
                <a:latin typeface="Noto Sans"/>
                <a:ea typeface="Microsoft YaHei"/>
                <a:cs typeface="Noto Sans"/>
              </a:rPr>
              <a:t>，并</a:t>
            </a:r>
            <a:r>
              <a:rPr lang="ja-JP" altLang="en-US" sz="1200" dirty="0">
                <a:solidFill>
                  <a:srgbClr val="FF0000"/>
                </a:solidFill>
                <a:latin typeface="Noto Sans"/>
                <a:ea typeface="Microsoft YaHei"/>
                <a:cs typeface="Noto Sans"/>
              </a:rPr>
              <a:t>领导</a:t>
            </a:r>
            <a:r>
              <a:rPr lang="ja-JP" altLang="en-US" sz="1200" dirty="0">
                <a:latin typeface="Noto Sans"/>
                <a:ea typeface="Microsoft YaHei"/>
                <a:cs typeface="Noto Sans"/>
              </a:rPr>
              <a:t>和</a:t>
            </a:r>
            <a:r>
              <a:rPr lang="ja-JP" altLang="en-US" sz="1200" dirty="0">
                <a:solidFill>
                  <a:srgbClr val="FF0000"/>
                </a:solidFill>
                <a:latin typeface="Noto Sans"/>
                <a:ea typeface="Microsoft YaHei"/>
                <a:cs typeface="Noto Sans"/>
              </a:rPr>
              <a:t>管理</a:t>
            </a:r>
            <a:r>
              <a:rPr lang="ja-JP" altLang="en-US" sz="1200" dirty="0">
                <a:latin typeface="Noto Sans"/>
                <a:ea typeface="Microsoft YaHei"/>
                <a:cs typeface="Noto Sans"/>
              </a:rPr>
              <a:t>项目团队，对</a:t>
            </a:r>
            <a:r>
              <a:rPr lang="ja-JP" altLang="en-US" sz="1200" dirty="0">
                <a:solidFill>
                  <a:srgbClr val="FF0000"/>
                </a:solidFill>
                <a:latin typeface="Noto Sans"/>
                <a:ea typeface="Microsoft YaHei"/>
                <a:cs typeface="Noto Sans"/>
              </a:rPr>
              <a:t>项目成功</a:t>
            </a:r>
            <a:r>
              <a:rPr lang="ja-JP" altLang="en-US" sz="1200" dirty="0">
                <a:latin typeface="Noto Sans"/>
                <a:ea typeface="Microsoft YaHei"/>
                <a:cs typeface="Noto Sans"/>
              </a:rPr>
              <a:t>负责</a:t>
            </a:r>
            <a:r>
              <a:rPr lang="en-US" altLang="zh-CN" sz="1200" dirty="0">
                <a:latin typeface="Noto Sans"/>
                <a:ea typeface="Microsoft YaHei"/>
                <a:cs typeface="Noto Sans"/>
              </a:rPr>
              <a:t>。</a:t>
            </a:r>
          </a:p>
          <a:p>
            <a:pPr>
              <a:lnSpc>
                <a:spcPct val="150000"/>
              </a:lnSpc>
            </a:pPr>
            <a:endParaRPr lang="en-US" altLang="zh-CN" sz="1200" dirty="0">
              <a:latin typeface="仿宋"/>
              <a:ea typeface="仿宋"/>
              <a:cs typeface="Noto Sans"/>
            </a:endParaRPr>
          </a:p>
          <a:p>
            <a:pPr>
              <a:lnSpc>
                <a:spcPct val="150000"/>
              </a:lnSpc>
            </a:pPr>
            <a:r>
              <a:rPr lang="ja-JP" altLang="en-US" sz="1200" dirty="0">
                <a:latin typeface="Noto Sans"/>
                <a:ea typeface="Microsoft YaHei"/>
                <a:cs typeface="Noto Sans"/>
              </a:rPr>
              <a:t>第</a:t>
            </a:r>
            <a:r>
              <a:rPr lang="en-US" altLang="zh-CN" sz="1200" dirty="0">
                <a:latin typeface="Noto Sans"/>
                <a:ea typeface="Microsoft YaHei"/>
                <a:cs typeface="Noto Sans"/>
              </a:rPr>
              <a:t>4</a:t>
            </a:r>
            <a:r>
              <a:rPr lang="ja-JP" altLang="en-US" sz="1200" dirty="0">
                <a:latin typeface="Noto Sans"/>
                <a:ea typeface="Microsoft YaHei"/>
                <a:cs typeface="Noto Sans"/>
              </a:rPr>
              <a:t>层为</a:t>
            </a:r>
            <a:r>
              <a:rPr lang="ja-JP" altLang="en-US" sz="1200" dirty="0">
                <a:solidFill>
                  <a:srgbClr val="FF0000"/>
                </a:solidFill>
                <a:latin typeface="Noto Sans"/>
                <a:ea typeface="Microsoft YaHei"/>
                <a:cs typeface="Noto Sans"/>
              </a:rPr>
              <a:t>项目团队</a:t>
            </a:r>
            <a:r>
              <a:rPr lang="ja-JP" altLang="en-US" sz="1200" dirty="0">
                <a:latin typeface="Noto Sans"/>
                <a:ea typeface="Microsoft YaHei"/>
                <a:cs typeface="Noto Sans"/>
              </a:rPr>
              <a:t> (执行层)，执行项目活动</a:t>
            </a:r>
            <a:r>
              <a:rPr lang="en-US" altLang="zh-CN" sz="1200" dirty="0">
                <a:latin typeface="Noto Sans"/>
                <a:ea typeface="Microsoft YaHei"/>
                <a:cs typeface="Noto Sans"/>
              </a:rPr>
              <a:t>。</a:t>
            </a:r>
          </a:p>
          <a:p>
            <a:pPr>
              <a:lnSpc>
                <a:spcPct val="150000"/>
              </a:lnSpc>
            </a:pPr>
            <a:endParaRPr lang="en-US" altLang="ja-JP" sz="1200" dirty="0">
              <a:latin typeface="Noto Sans"/>
              <a:ea typeface="Microsoft YaHei"/>
              <a:cs typeface="Noto Sans"/>
            </a:endParaRPr>
          </a:p>
          <a:p>
            <a:pPr marL="171450" indent="-171450">
              <a:lnSpc>
                <a:spcPct val="150000"/>
              </a:lnSpc>
              <a:buFont typeface="Arial"/>
              <a:buChar char="•"/>
            </a:pPr>
            <a:r>
              <a:rPr lang="ja-JP" altLang="en-US" sz="1200" dirty="0">
                <a:latin typeface="Noto Sans"/>
                <a:ea typeface="Microsoft YaHei"/>
                <a:cs typeface="Noto Sans"/>
              </a:rPr>
              <a:t>如</a:t>
            </a:r>
            <a:r>
              <a:rPr lang="en-US" altLang="zh-CN" sz="1200" dirty="0">
                <a:latin typeface="Noto Sans"/>
                <a:ea typeface="Microsoft YaHei"/>
                <a:cs typeface="Noto Sans"/>
              </a:rPr>
              <a:t>ISO</a:t>
            </a:r>
            <a:r>
              <a:rPr lang="ja-JP" altLang="en-US" sz="1200" dirty="0">
                <a:latin typeface="Noto Sans"/>
                <a:ea typeface="Microsoft YaHei"/>
                <a:cs typeface="Noto Sans"/>
              </a:rPr>
              <a:t>中的</a:t>
            </a:r>
            <a:r>
              <a:rPr lang="ja-JP" altLang="en-US" sz="1200" dirty="0">
                <a:solidFill>
                  <a:srgbClr val="FF0000"/>
                </a:solidFill>
                <a:latin typeface="Noto Sans"/>
                <a:ea typeface="Microsoft YaHei"/>
                <a:cs typeface="Noto Sans"/>
              </a:rPr>
              <a:t>管理交付</a:t>
            </a:r>
            <a:r>
              <a:rPr lang="en-US" altLang="zh-CN" sz="1200" dirty="0">
                <a:latin typeface="Noto Sans"/>
                <a:ea typeface="Microsoft YaHei"/>
                <a:cs typeface="Noto Sans"/>
              </a:rPr>
              <a:t>；PRINCE2</a:t>
            </a:r>
            <a:r>
              <a:rPr lang="ja-JP" altLang="en-US" sz="1200" dirty="0">
                <a:latin typeface="Noto Sans"/>
                <a:ea typeface="Microsoft YaHei"/>
                <a:cs typeface="Noto Sans"/>
              </a:rPr>
              <a:t>中的</a:t>
            </a:r>
            <a:r>
              <a:rPr lang="ja-JP" altLang="en-US" sz="1200" dirty="0">
                <a:solidFill>
                  <a:srgbClr val="FF0000"/>
                </a:solidFill>
                <a:latin typeface="Noto Sans"/>
                <a:ea typeface="Microsoft YaHei"/>
                <a:cs typeface="Noto Sans"/>
              </a:rPr>
              <a:t>交付小组</a:t>
            </a:r>
            <a:r>
              <a:rPr lang="en-US" altLang="zh-CN" sz="1200" dirty="0">
                <a:latin typeface="Noto Sans"/>
                <a:ea typeface="Microsoft YaHei"/>
                <a:cs typeface="Noto Sans"/>
              </a:rPr>
              <a:t>；PM2</a:t>
            </a:r>
            <a:r>
              <a:rPr lang="ja-JP" altLang="en-US" sz="1200" dirty="0">
                <a:latin typeface="Noto Sans"/>
                <a:ea typeface="Microsoft YaHei"/>
                <a:cs typeface="Noto Sans"/>
              </a:rPr>
              <a:t>中的</a:t>
            </a:r>
            <a:r>
              <a:rPr lang="ja-JP" altLang="en-US" sz="1200" dirty="0">
                <a:solidFill>
                  <a:srgbClr val="FF0000"/>
                </a:solidFill>
                <a:latin typeface="Noto Sans"/>
                <a:ea typeface="Microsoft YaHei"/>
                <a:cs typeface="Noto Sans"/>
              </a:rPr>
              <a:t>项目核心团队</a:t>
            </a:r>
            <a:r>
              <a:rPr lang="en-US" altLang="zh-CN" sz="1200" dirty="0">
                <a:latin typeface="Noto Sans"/>
                <a:ea typeface="Microsoft YaHei"/>
                <a:cs typeface="Noto Sans"/>
              </a:rPr>
              <a:t>；BS</a:t>
            </a:r>
            <a:r>
              <a:rPr lang="ja-JP" altLang="en-US" sz="1200" dirty="0">
                <a:latin typeface="Noto Sans"/>
                <a:ea typeface="Microsoft YaHei"/>
                <a:cs typeface="Noto Sans"/>
              </a:rPr>
              <a:t>中的</a:t>
            </a:r>
            <a:r>
              <a:rPr lang="ja-JP" altLang="en-US" sz="1200" dirty="0">
                <a:solidFill>
                  <a:srgbClr val="FF0000"/>
                </a:solidFill>
                <a:latin typeface="Noto Sans"/>
                <a:ea typeface="Microsoft YaHei"/>
                <a:cs typeface="Noto Sans"/>
              </a:rPr>
              <a:t>项目团队成员</a:t>
            </a:r>
            <a:r>
              <a:rPr lang="en-US" altLang="zh-CN" sz="1200" dirty="0">
                <a:latin typeface="Noto Sans"/>
                <a:ea typeface="Microsoft YaHei"/>
                <a:cs typeface="Noto Sans"/>
              </a:rPr>
              <a:t>。</a:t>
            </a:r>
          </a:p>
          <a:p>
            <a:pPr marL="171450" indent="-171450">
              <a:lnSpc>
                <a:spcPct val="150000"/>
              </a:lnSpc>
              <a:buFont typeface="Arial"/>
              <a:buChar char="•"/>
            </a:pPr>
            <a:endParaRPr lang="en-US" altLang="zh-CN" sz="1200" dirty="0">
              <a:latin typeface="Noto Sans"/>
              <a:ea typeface="Microsoft YaHei"/>
              <a:cs typeface="Noto Sans"/>
            </a:endParaRPr>
          </a:p>
          <a:p>
            <a:pPr>
              <a:lnSpc>
                <a:spcPct val="150000"/>
              </a:lnSpc>
            </a:pPr>
            <a:r>
              <a:rPr lang="ja-JP" altLang="en-US" sz="1200" dirty="0">
                <a:latin typeface="Noto Sans"/>
                <a:ea typeface="Microsoft YaHei"/>
                <a:cs typeface="Noto Sans"/>
              </a:rPr>
              <a:t>其它，如项目支持。</a:t>
            </a:r>
          </a:p>
          <a:p>
            <a:pPr>
              <a:lnSpc>
                <a:spcPct val="150000"/>
              </a:lnSpc>
            </a:pPr>
            <a:endParaRPr lang="ja-JP" altLang="en-US" sz="1200" dirty="0">
              <a:latin typeface="Noto Sans"/>
              <a:ea typeface="Microsoft YaHei"/>
              <a:cs typeface="Noto Sans"/>
            </a:endParaRPr>
          </a:p>
          <a:p>
            <a:pPr marL="171450" indent="-171450">
              <a:lnSpc>
                <a:spcPct val="150000"/>
              </a:lnSpc>
              <a:buFont typeface="Arial"/>
              <a:buChar char="•"/>
            </a:pPr>
            <a:r>
              <a:rPr lang="en-US" altLang="zh-CN" sz="1200" dirty="0">
                <a:latin typeface="Noto Sans"/>
                <a:ea typeface="Microsoft YaHei"/>
                <a:cs typeface="Noto Sans"/>
              </a:rPr>
              <a:t>ISO</a:t>
            </a:r>
            <a:r>
              <a:rPr lang="ja-JP" altLang="en-US" sz="1200" dirty="0">
                <a:latin typeface="Noto Sans"/>
                <a:ea typeface="Microsoft YaHei"/>
                <a:cs typeface="Noto Sans"/>
              </a:rPr>
              <a:t>、</a:t>
            </a:r>
            <a:r>
              <a:rPr lang="en-US" altLang="ja-JP" sz="1200" dirty="0">
                <a:latin typeface="Noto Sans"/>
                <a:ea typeface="Microsoft YaHei"/>
                <a:cs typeface="Noto Sans"/>
              </a:rPr>
              <a:t>ICB</a:t>
            </a:r>
            <a:r>
              <a:rPr lang="ja-JP" altLang="en-US" sz="1200" dirty="0">
                <a:latin typeface="Noto Sans"/>
                <a:ea typeface="Microsoft YaHei"/>
                <a:cs typeface="Noto Sans"/>
              </a:rPr>
              <a:t>和</a:t>
            </a:r>
            <a:r>
              <a:rPr lang="en-US" altLang="ja-JP" sz="1200" dirty="0">
                <a:latin typeface="Noto Sans"/>
                <a:ea typeface="Microsoft YaHei"/>
                <a:cs typeface="Noto Sans"/>
              </a:rPr>
              <a:t>PMBOK</a:t>
            </a:r>
            <a:r>
              <a:rPr lang="ja-JP" altLang="en-US" sz="1200" dirty="0">
                <a:latin typeface="Noto Sans"/>
                <a:ea typeface="Microsoft YaHei"/>
                <a:cs typeface="Noto Sans"/>
              </a:rPr>
              <a:t>强调了</a:t>
            </a:r>
            <a:r>
              <a:rPr lang="ja-JP" altLang="en-US" sz="1200" dirty="0">
                <a:solidFill>
                  <a:srgbClr val="FF0000"/>
                </a:solidFill>
                <a:latin typeface="Noto Sans"/>
                <a:ea typeface="Microsoft YaHei"/>
                <a:cs typeface="Noto Sans"/>
              </a:rPr>
              <a:t>项目办公室</a:t>
            </a:r>
            <a:r>
              <a:rPr lang="ja-JP" altLang="en-US" sz="1200" dirty="0">
                <a:latin typeface="Noto Sans"/>
                <a:ea typeface="Microsoft YaHei"/>
                <a:cs typeface="Noto Sans"/>
              </a:rPr>
              <a:t>或</a:t>
            </a:r>
            <a:r>
              <a:rPr lang="ja-JP" altLang="en-US" sz="1200" dirty="0">
                <a:solidFill>
                  <a:srgbClr val="FF0000"/>
                </a:solidFill>
                <a:latin typeface="Noto Sans"/>
                <a:ea typeface="Microsoft YaHei"/>
                <a:cs typeface="Noto Sans"/>
              </a:rPr>
              <a:t>项目管理办公室</a:t>
            </a:r>
            <a:r>
              <a:rPr lang="ja-JP" altLang="en-US" sz="1200" dirty="0">
                <a:latin typeface="Noto Sans"/>
                <a:ea typeface="Microsoft YaHei"/>
                <a:cs typeface="Noto Sans"/>
              </a:rPr>
              <a:t>的职责范围。项目办公室的职责范围可从提供</a:t>
            </a:r>
            <a:r>
              <a:rPr lang="ja-JP" altLang="en-US" sz="1200" dirty="0">
                <a:solidFill>
                  <a:srgbClr val="FF0000"/>
                </a:solidFill>
                <a:latin typeface="Noto Sans"/>
                <a:ea typeface="Microsoft YaHei"/>
                <a:cs typeface="Noto Sans"/>
              </a:rPr>
              <a:t>项目管理支持服务</a:t>
            </a:r>
            <a:r>
              <a:rPr lang="ja-JP" altLang="en-US" sz="1200" dirty="0">
                <a:latin typeface="Noto Sans"/>
                <a:ea typeface="Microsoft YaHei"/>
                <a:cs typeface="Noto Sans"/>
              </a:rPr>
              <a:t>，到直接管理</a:t>
            </a:r>
            <a:r>
              <a:rPr lang="ja-JP" altLang="en-US" sz="1200" dirty="0">
                <a:solidFill>
                  <a:srgbClr val="FF0000"/>
                </a:solidFill>
                <a:latin typeface="Noto Sans"/>
                <a:ea typeface="Microsoft YaHei"/>
                <a:cs typeface="Noto Sans"/>
              </a:rPr>
              <a:t>一个</a:t>
            </a:r>
            <a:r>
              <a:rPr lang="ja-JP" altLang="en-US" sz="1200" dirty="0">
                <a:latin typeface="Noto Sans"/>
                <a:ea typeface="Microsoft YaHei"/>
                <a:cs typeface="Noto Sans"/>
              </a:rPr>
              <a:t>或</a:t>
            </a:r>
            <a:r>
              <a:rPr lang="ja-JP" altLang="en-US" sz="1200" dirty="0">
                <a:solidFill>
                  <a:srgbClr val="FF0000"/>
                </a:solidFill>
                <a:latin typeface="Noto Sans"/>
                <a:ea typeface="Microsoft YaHei"/>
                <a:cs typeface="Noto Sans"/>
              </a:rPr>
              <a:t>多个</a:t>
            </a:r>
            <a:r>
              <a:rPr lang="ja-JP" altLang="en-US" sz="1200" dirty="0">
                <a:latin typeface="Noto Sans"/>
                <a:ea typeface="Microsoft YaHei"/>
                <a:cs typeface="Noto Sans"/>
              </a:rPr>
              <a:t>项目。项目办公室的具体形式、职能和结构取决于所在组织的</a:t>
            </a:r>
            <a:r>
              <a:rPr lang="ja-JP" altLang="en-US" sz="1200" dirty="0">
                <a:solidFill>
                  <a:srgbClr val="FF0000"/>
                </a:solidFill>
                <a:latin typeface="Noto Sans"/>
                <a:ea typeface="Microsoft YaHei"/>
                <a:cs typeface="Noto Sans"/>
              </a:rPr>
              <a:t>需要</a:t>
            </a:r>
            <a:r>
              <a:rPr lang="en-US" altLang="zh-CN" sz="1200" dirty="0">
                <a:latin typeface="Noto Sans"/>
                <a:ea typeface="Microsoft YaHei"/>
                <a:cs typeface="Noto Sans"/>
              </a:rPr>
              <a:t>。</a:t>
            </a:r>
          </a:p>
        </p:txBody>
      </p:sp>
    </p:spTree>
    <p:custDataLst>
      <p:tags r:id="rId1"/>
    </p:custDataLst>
    <p:extLst>
      <p:ext uri="{BB962C8B-B14F-4D97-AF65-F5344CB8AC3E}">
        <p14:creationId xmlns:p14="http://schemas.microsoft.com/office/powerpoint/2010/main" val="19752056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12A04-B1E1-36C6-F35C-A6B67BCA0876}"/>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AA1D5A66-E7BA-FE73-EC4C-66FCEA10D906}"/>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53CBF1FD-F77B-5815-4D4A-CCE38B505448}"/>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0F1C71E3-6A10-97BD-856D-24E67C35B081}"/>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5691B144-DA49-E933-9678-41EC472E86D4}"/>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14FDA53B-2908-C75F-B777-CB72D771B58A}"/>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55C2ABB4-0245-B772-4045-FE397F3877E0}"/>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6.2</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F7FD98C8-213B-35FD-8CB7-F5BF2E0F59A0}"/>
              </a:ext>
            </a:extLst>
          </p:cNvPr>
          <p:cNvSpPr txBox="1"/>
          <p:nvPr>
            <p:custDataLst>
              <p:tags r:id="rId6"/>
            </p:custDataLst>
          </p:nvPr>
        </p:nvSpPr>
        <p:spPr>
          <a:xfrm>
            <a:off x="1147763" y="238125"/>
            <a:ext cx="3143250" cy="646331"/>
          </a:xfrm>
          <a:prstGeom prst="rect">
            <a:avLst/>
          </a:prstGeom>
          <a:noFill/>
        </p:spPr>
        <p:txBody>
          <a:bodyPr wrap="square" lIns="91440" tIns="45720" rIns="91440" bIns="45720" rtlCol="0" anchor="t">
            <a:spAutoFit/>
          </a:bodyPr>
          <a:lstStyle/>
          <a:p>
            <a:r>
              <a:rPr lang="zh-CN" b="1" dirty="0">
                <a:solidFill>
                  <a:schemeClr val="bg1"/>
                </a:solidFill>
                <a:latin typeface="Microsoft YaHei"/>
                <a:ea typeface="Microsoft YaHei"/>
                <a:cs typeface="Noto Sans"/>
                <a:sym typeface="+mn-ea"/>
              </a:rPr>
              <a:t>项目治理与组织的内涵</a:t>
            </a:r>
            <a:r>
              <a:rPr lang="zh-CN" altLang="en-US" b="1" dirty="0">
                <a:solidFill>
                  <a:schemeClr val="bg1"/>
                </a:solidFill>
                <a:latin typeface="Microsoft YaHei"/>
                <a:ea typeface="Microsoft YaHei"/>
                <a:cs typeface="Noto Sans"/>
                <a:sym typeface="+mn-ea"/>
              </a:rPr>
              <a:t> (续)</a:t>
            </a:r>
            <a:endParaRPr lang="zh-CN" dirty="0">
              <a:solidFill>
                <a:schemeClr val="bg1"/>
              </a:solidFill>
              <a:latin typeface="Microsoft YaHei"/>
              <a:ea typeface="Microsoft YaHei"/>
              <a:cs typeface="Noto Sans"/>
              <a:sym typeface="+mn-ea"/>
            </a:endParaRPr>
          </a:p>
          <a:p>
            <a:pPr lvl="0" algn="l">
              <a:buClrTx/>
              <a:buSzTx/>
              <a:buFontTx/>
            </a:pPr>
            <a:endParaRPr lang="zh-CN" altLang="en-US" b="1" dirty="0">
              <a:solidFill>
                <a:schemeClr val="bg1"/>
              </a:solidFill>
              <a:latin typeface="Noto Sans"/>
              <a:ea typeface="微软雅黑" panose="020B0503020204020204" charset="-122"/>
              <a:cs typeface="Noto Sans"/>
            </a:endParaRPr>
          </a:p>
        </p:txBody>
      </p:sp>
      <p:sp>
        <p:nvSpPr>
          <p:cNvPr id="11" name="TextBox 10">
            <a:extLst>
              <a:ext uri="{FF2B5EF4-FFF2-40B4-BE49-F238E27FC236}">
                <a16:creationId xmlns:a16="http://schemas.microsoft.com/office/drawing/2014/main" id="{62D7056B-F549-7CE3-F39C-BA37AAB21C6E}"/>
              </a:ext>
            </a:extLst>
          </p:cNvPr>
          <p:cNvSpPr txBox="1"/>
          <p:nvPr/>
        </p:nvSpPr>
        <p:spPr>
          <a:xfrm>
            <a:off x="1078707" y="1752095"/>
            <a:ext cx="7345052" cy="25420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ja-JP" altLang="en-US" sz="1200" dirty="0">
                <a:latin typeface="Noto Sans"/>
                <a:ea typeface="Microsoft YaHei"/>
                <a:cs typeface="Noto Sans"/>
              </a:rPr>
              <a:t>不同知识体系仍存在一些</a:t>
            </a:r>
            <a:r>
              <a:rPr lang="ja-JP" altLang="en-US" sz="1200" dirty="0">
                <a:solidFill>
                  <a:srgbClr val="FF0000"/>
                </a:solidFill>
                <a:latin typeface="Noto Sans"/>
                <a:ea typeface="Microsoft YaHei"/>
                <a:cs typeface="Noto Sans"/>
              </a:rPr>
              <a:t>差异</a:t>
            </a:r>
            <a:r>
              <a:rPr lang="en-US" sz="1200" dirty="0">
                <a:latin typeface="Noto Sans"/>
                <a:ea typeface="Microsoft YaHei"/>
                <a:cs typeface="Noto Sans"/>
              </a:rPr>
              <a:t>：</a:t>
            </a:r>
          </a:p>
          <a:p>
            <a:pPr marL="171450" indent="-171450">
              <a:lnSpc>
                <a:spcPct val="150000"/>
              </a:lnSpc>
              <a:buFont typeface="Arial"/>
              <a:buChar char="•"/>
            </a:pPr>
            <a:endParaRPr lang="en-US" sz="1200" dirty="0">
              <a:latin typeface="Noto Sans"/>
              <a:ea typeface="Microsoft YaHei"/>
              <a:cs typeface="Noto Sans"/>
            </a:endParaRPr>
          </a:p>
          <a:p>
            <a:pPr marL="171450" indent="-171450">
              <a:lnSpc>
                <a:spcPct val="150000"/>
              </a:lnSpc>
              <a:buFont typeface="Arial"/>
              <a:buChar char="•"/>
            </a:pPr>
            <a:r>
              <a:rPr lang="en-US" sz="1200" dirty="0">
                <a:latin typeface="Noto Sans"/>
                <a:ea typeface="Microsoft YaHei"/>
                <a:cs typeface="Noto Sans"/>
              </a:rPr>
              <a:t>ISO21502</a:t>
            </a:r>
            <a:r>
              <a:rPr lang="ja-JP" altLang="en-US" sz="1200" dirty="0">
                <a:latin typeface="Noto Sans"/>
                <a:ea typeface="Microsoft YaHei"/>
                <a:cs typeface="Noto Sans"/>
              </a:rPr>
              <a:t>中组织结构由</a:t>
            </a:r>
            <a:r>
              <a:rPr lang="ja-JP" altLang="en-US" sz="1200" dirty="0">
                <a:solidFill>
                  <a:srgbClr val="FF0000"/>
                </a:solidFill>
                <a:latin typeface="Noto Sans"/>
                <a:ea typeface="Microsoft YaHei"/>
                <a:cs typeface="Noto Sans"/>
              </a:rPr>
              <a:t>项目赞助组织</a:t>
            </a:r>
            <a:r>
              <a:rPr lang="ja-JP" altLang="en-US" sz="1200" dirty="0">
                <a:latin typeface="Noto Sans"/>
                <a:ea typeface="Microsoft YaHei"/>
                <a:cs typeface="Noto Sans"/>
              </a:rPr>
              <a:t>和</a:t>
            </a:r>
            <a:r>
              <a:rPr lang="ja-JP" altLang="en-US" sz="1200" dirty="0">
                <a:solidFill>
                  <a:srgbClr val="FF0000"/>
                </a:solidFill>
                <a:latin typeface="Noto Sans"/>
                <a:ea typeface="Microsoft YaHei"/>
                <a:cs typeface="Noto Sans"/>
              </a:rPr>
              <a:t>项目组织</a:t>
            </a:r>
            <a:r>
              <a:rPr lang="ja-JP" altLang="en-US" sz="1200" dirty="0">
                <a:latin typeface="Noto Sans"/>
                <a:ea typeface="Microsoft YaHei"/>
                <a:cs typeface="Noto Sans"/>
              </a:rPr>
              <a:t>两大部分组成。其中，项目组织包括</a:t>
            </a:r>
            <a:r>
              <a:rPr lang="ja-JP" altLang="en-US" sz="1200" dirty="0">
                <a:solidFill>
                  <a:srgbClr val="FF0000"/>
                </a:solidFill>
                <a:latin typeface="Noto Sans"/>
                <a:ea typeface="Microsoft YaHei"/>
                <a:cs typeface="Noto Sans"/>
              </a:rPr>
              <a:t>四个</a:t>
            </a:r>
            <a:r>
              <a:rPr lang="ja-JP" altLang="en-US" sz="1200" dirty="0">
                <a:latin typeface="Noto Sans"/>
                <a:ea typeface="Microsoft YaHei"/>
                <a:cs typeface="Noto Sans"/>
              </a:rPr>
              <a:t>层级。</a:t>
            </a:r>
          </a:p>
          <a:p>
            <a:pPr marL="171450" indent="-171450">
              <a:lnSpc>
                <a:spcPct val="150000"/>
              </a:lnSpc>
              <a:buFont typeface="Arial"/>
              <a:buChar char="•"/>
            </a:pPr>
            <a:endParaRPr lang="ja-JP" altLang="en-US" sz="1200" dirty="0">
              <a:latin typeface="Noto Sans"/>
              <a:ea typeface="Microsoft YaHei"/>
              <a:cs typeface="Noto Sans"/>
            </a:endParaRPr>
          </a:p>
          <a:p>
            <a:pPr marL="171450" indent="-171450">
              <a:lnSpc>
                <a:spcPct val="150000"/>
              </a:lnSpc>
              <a:buFont typeface="Arial"/>
              <a:buChar char="•"/>
            </a:pPr>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PM</a:t>
            </a:r>
            <a:r>
              <a:rPr lang="en-US" altLang="zh-CN" sz="1200" baseline="30000" dirty="0">
                <a:latin typeface="微软雅黑" panose="020B0503020204020204" pitchFamily="34" charset="-122"/>
                <a:ea typeface="微软雅黑" panose="020B0503020204020204" pitchFamily="34" charset="-122"/>
                <a:cs typeface="Noto Sans" panose="020B0502040504020204" pitchFamily="34" charset="0"/>
              </a:rPr>
              <a:t>2</a:t>
            </a:r>
            <a:r>
              <a:rPr lang="ja-JP" altLang="en-US" sz="1200" dirty="0">
                <a:latin typeface="Noto Sans"/>
                <a:ea typeface="Microsoft YaHei"/>
                <a:cs typeface="Noto Sans"/>
              </a:rPr>
              <a:t>方法论从项目管理的</a:t>
            </a:r>
            <a:r>
              <a:rPr lang="ja-JP" altLang="en-US" sz="1200" dirty="0">
                <a:solidFill>
                  <a:srgbClr val="FF0000"/>
                </a:solidFill>
                <a:latin typeface="Noto Sans"/>
                <a:ea typeface="Microsoft YaHei"/>
                <a:cs typeface="Noto Sans"/>
              </a:rPr>
              <a:t>五个</a:t>
            </a:r>
            <a:r>
              <a:rPr lang="ja-JP" altLang="en-US" sz="1200" dirty="0">
                <a:latin typeface="Noto Sans"/>
                <a:ea typeface="Microsoft YaHei"/>
                <a:cs typeface="Noto Sans"/>
              </a:rPr>
              <a:t>层级划分了项目治理结构，从上到下分别是</a:t>
            </a:r>
            <a:r>
              <a:rPr lang="ja-JP" altLang="en-US" sz="1200" dirty="0">
                <a:solidFill>
                  <a:srgbClr val="FF0000"/>
                </a:solidFill>
                <a:latin typeface="Noto Sans"/>
                <a:ea typeface="Microsoft YaHei"/>
                <a:cs typeface="Noto Sans"/>
              </a:rPr>
              <a:t>商业治理</a:t>
            </a:r>
            <a:r>
              <a:rPr lang="ja-JP" altLang="en-US" sz="1200" dirty="0">
                <a:latin typeface="Noto Sans"/>
                <a:ea typeface="Microsoft YaHei"/>
                <a:cs typeface="Noto Sans"/>
              </a:rPr>
              <a:t>层、</a:t>
            </a:r>
            <a:r>
              <a:rPr lang="ja-JP" altLang="en-US" sz="1200" dirty="0">
                <a:solidFill>
                  <a:srgbClr val="FF0000"/>
                </a:solidFill>
                <a:latin typeface="Noto Sans"/>
                <a:ea typeface="Microsoft YaHei"/>
                <a:cs typeface="Noto Sans"/>
              </a:rPr>
              <a:t>监督</a:t>
            </a:r>
            <a:r>
              <a:rPr lang="ja-JP" altLang="en-US" sz="1200" dirty="0">
                <a:latin typeface="Noto Sans"/>
                <a:ea typeface="Microsoft YaHei"/>
                <a:cs typeface="Noto Sans"/>
              </a:rPr>
              <a:t>层、</a:t>
            </a:r>
            <a:r>
              <a:rPr lang="ja-JP" altLang="en-US" sz="1200" dirty="0">
                <a:solidFill>
                  <a:srgbClr val="FF0000"/>
                </a:solidFill>
                <a:latin typeface="Noto Sans"/>
                <a:ea typeface="Microsoft YaHei"/>
                <a:cs typeface="Noto Sans"/>
              </a:rPr>
              <a:t>指导</a:t>
            </a:r>
            <a:r>
              <a:rPr lang="ja-JP" altLang="en-US" sz="1200" dirty="0">
                <a:latin typeface="Noto Sans"/>
                <a:ea typeface="Microsoft YaHei"/>
                <a:cs typeface="Noto Sans"/>
              </a:rPr>
              <a:t>层、</a:t>
            </a:r>
            <a:r>
              <a:rPr lang="ja-JP" altLang="en-US" sz="1200" dirty="0">
                <a:solidFill>
                  <a:srgbClr val="FF0000"/>
                </a:solidFill>
                <a:latin typeface="Noto Sans"/>
                <a:ea typeface="Microsoft YaHei"/>
                <a:cs typeface="Noto Sans"/>
              </a:rPr>
              <a:t>管理</a:t>
            </a:r>
            <a:r>
              <a:rPr lang="ja-JP" altLang="en-US" sz="1200" dirty="0">
                <a:latin typeface="Noto Sans"/>
                <a:ea typeface="Microsoft YaHei"/>
                <a:cs typeface="Noto Sans"/>
              </a:rPr>
              <a:t>层、</a:t>
            </a:r>
            <a:r>
              <a:rPr lang="ja-JP" altLang="en-US" sz="1200" dirty="0">
                <a:solidFill>
                  <a:srgbClr val="FF0000"/>
                </a:solidFill>
                <a:latin typeface="Noto Sans"/>
                <a:ea typeface="Microsoft YaHei"/>
                <a:cs typeface="Noto Sans"/>
              </a:rPr>
              <a:t>执行</a:t>
            </a:r>
            <a:r>
              <a:rPr lang="ja-JP" altLang="en-US" sz="1200" dirty="0">
                <a:latin typeface="Noto Sans"/>
                <a:ea typeface="Microsoft YaHei"/>
                <a:cs typeface="Noto Sans"/>
              </a:rPr>
              <a:t>层五个层次。</a:t>
            </a:r>
          </a:p>
          <a:p>
            <a:pPr marL="171450" indent="-171450">
              <a:lnSpc>
                <a:spcPct val="150000"/>
              </a:lnSpc>
              <a:buFont typeface="Arial"/>
              <a:buChar char="•"/>
            </a:pPr>
            <a:endParaRPr lang="ja-JP" altLang="en-US" sz="1200" dirty="0">
              <a:latin typeface="Noto Sans"/>
              <a:ea typeface="Microsoft YaHei"/>
              <a:cs typeface="Noto Sans"/>
            </a:endParaRPr>
          </a:p>
          <a:p>
            <a:pPr marL="171450" indent="-171450">
              <a:lnSpc>
                <a:spcPct val="150000"/>
              </a:lnSpc>
              <a:buFont typeface="Arial"/>
              <a:buChar char="•"/>
            </a:pPr>
            <a:r>
              <a:rPr lang="en-US" altLang="zh-CN" sz="1200" dirty="0">
                <a:latin typeface="微软雅黑" panose="020B0503020204020204" pitchFamily="34" charset="-122"/>
                <a:ea typeface="微软雅黑" panose="020B0503020204020204" pitchFamily="34" charset="-122"/>
                <a:cs typeface="Noto Sans" panose="020B0502040504020204" pitchFamily="34" charset="0"/>
              </a:rPr>
              <a:t>PM</a:t>
            </a:r>
            <a:r>
              <a:rPr lang="en-US" altLang="zh-CN" sz="1200" baseline="30000" dirty="0">
                <a:latin typeface="微软雅黑" panose="020B0503020204020204" pitchFamily="34" charset="-122"/>
                <a:ea typeface="微软雅黑" panose="020B0503020204020204" pitchFamily="34" charset="-122"/>
                <a:cs typeface="Noto Sans" panose="020B0502040504020204" pitchFamily="34" charset="0"/>
              </a:rPr>
              <a:t>2</a:t>
            </a:r>
            <a:r>
              <a:rPr lang="ja-JP" altLang="en-US" sz="1200" dirty="0">
                <a:latin typeface="微软雅黑" panose="020B0503020204020204" pitchFamily="34" charset="-122"/>
                <a:ea typeface="微软雅黑" panose="020B0503020204020204" pitchFamily="34" charset="-122"/>
                <a:cs typeface="Noto Sans"/>
              </a:rPr>
              <a:t>项目</a:t>
            </a:r>
            <a:r>
              <a:rPr lang="ja-JP" altLang="en-US" sz="1200" dirty="0">
                <a:solidFill>
                  <a:srgbClr val="FF0000"/>
                </a:solidFill>
                <a:latin typeface="微软雅黑" panose="020B0503020204020204" pitchFamily="34" charset="-122"/>
                <a:ea typeface="微软雅黑" panose="020B0503020204020204" pitchFamily="34" charset="-122"/>
                <a:cs typeface="Noto Sans"/>
              </a:rPr>
              <a:t>业主</a:t>
            </a:r>
            <a:r>
              <a:rPr lang="ja-JP" altLang="en-US" sz="1200" dirty="0">
                <a:latin typeface="Noto Sans"/>
                <a:ea typeface="Microsoft YaHei"/>
                <a:cs typeface="Noto Sans"/>
              </a:rPr>
              <a:t>与</a:t>
            </a:r>
            <a:r>
              <a:rPr lang="ja-JP" altLang="en-US" sz="1200" dirty="0">
                <a:solidFill>
                  <a:srgbClr val="FF0000"/>
                </a:solidFill>
                <a:latin typeface="Noto Sans"/>
                <a:ea typeface="Microsoft YaHei"/>
                <a:cs typeface="Noto Sans"/>
              </a:rPr>
              <a:t>供应商</a:t>
            </a:r>
            <a:r>
              <a:rPr lang="ja-JP" altLang="en-US" sz="1200" dirty="0">
                <a:latin typeface="Noto Sans"/>
                <a:ea typeface="Microsoft YaHei"/>
                <a:cs typeface="Noto Sans"/>
              </a:rPr>
              <a:t>的结合。</a:t>
            </a:r>
          </a:p>
          <a:p>
            <a:pPr marL="171450" indent="-171450">
              <a:lnSpc>
                <a:spcPct val="150000"/>
              </a:lnSpc>
              <a:buFont typeface="Arial"/>
              <a:buChar char="•"/>
            </a:pPr>
            <a:endParaRPr lang="ja-JP" sz="1200" dirty="0">
              <a:latin typeface="仿宋"/>
              <a:ea typeface="仿宋"/>
              <a:cs typeface="Noto Sans"/>
            </a:endParaRPr>
          </a:p>
        </p:txBody>
      </p:sp>
    </p:spTree>
    <p:custDataLst>
      <p:tags r:id="rId1"/>
    </p:custDataLst>
    <p:extLst>
      <p:ext uri="{BB962C8B-B14F-4D97-AF65-F5344CB8AC3E}">
        <p14:creationId xmlns:p14="http://schemas.microsoft.com/office/powerpoint/2010/main" val="3989510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8AB6C-091E-EF57-39E7-63E558D7187B}"/>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7BFDEEAA-9A15-CA9A-7C0F-70EC3492211B}"/>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E6E5C8CE-AC1C-DD23-735E-B3F8C5651B9A}"/>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B793F813-864B-043B-6952-A19F5FBC8535}"/>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369B7E4C-D44D-1F63-6F87-6F11CFCB69B5}"/>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3CDE1CD6-BF38-61CF-365D-178542804B10}"/>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60C5E2D2-955F-8E8F-8E26-6760D8C8B0FC}"/>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6.2</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44834BC8-2B09-44F4-E216-230912C02494}"/>
              </a:ext>
            </a:extLst>
          </p:cNvPr>
          <p:cNvSpPr txBox="1"/>
          <p:nvPr>
            <p:custDataLst>
              <p:tags r:id="rId6"/>
            </p:custDataLst>
          </p:nvPr>
        </p:nvSpPr>
        <p:spPr>
          <a:xfrm>
            <a:off x="1147763" y="238125"/>
            <a:ext cx="3143250" cy="646331"/>
          </a:xfrm>
          <a:prstGeom prst="rect">
            <a:avLst/>
          </a:prstGeom>
          <a:noFill/>
        </p:spPr>
        <p:txBody>
          <a:bodyPr wrap="square" lIns="91440" tIns="45720" rIns="91440" bIns="45720" rtlCol="0" anchor="t">
            <a:spAutoFit/>
          </a:bodyPr>
          <a:lstStyle/>
          <a:p>
            <a:r>
              <a:rPr lang="zh-CN" b="1">
                <a:solidFill>
                  <a:schemeClr val="bg1"/>
                </a:solidFill>
                <a:latin typeface="Microsoft YaHei"/>
                <a:ea typeface="Microsoft YaHei"/>
                <a:cs typeface="Noto Sans"/>
                <a:sym typeface="+mn-ea"/>
              </a:rPr>
              <a:t>项目治理与组织的内涵</a:t>
            </a:r>
            <a:r>
              <a:rPr lang="zh-CN" altLang="en-US" b="1">
                <a:solidFill>
                  <a:schemeClr val="bg1"/>
                </a:solidFill>
                <a:latin typeface="Microsoft YaHei"/>
                <a:ea typeface="Microsoft YaHei"/>
                <a:cs typeface="Noto Sans"/>
                <a:sym typeface="+mn-ea"/>
              </a:rPr>
              <a:t> (续)</a:t>
            </a:r>
            <a:endParaRPr lang="zh-CN">
              <a:solidFill>
                <a:schemeClr val="bg1"/>
              </a:solidFill>
              <a:latin typeface="Microsoft YaHei"/>
              <a:ea typeface="Microsoft YaHei"/>
              <a:cs typeface="Noto Sans"/>
              <a:sym typeface="+mn-ea"/>
            </a:endParaRPr>
          </a:p>
          <a:p>
            <a:pPr lvl="0" algn="l">
              <a:buClrTx/>
              <a:buSzTx/>
              <a:buFontTx/>
            </a:pPr>
            <a:endParaRPr lang="zh-CN" altLang="en-US" b="1" dirty="0">
              <a:solidFill>
                <a:schemeClr val="bg1"/>
              </a:solidFill>
              <a:latin typeface="Noto Sans"/>
              <a:ea typeface="微软雅黑" panose="020B0503020204020204" charset="-122"/>
              <a:cs typeface="Noto Sans"/>
            </a:endParaRPr>
          </a:p>
        </p:txBody>
      </p:sp>
      <p:sp>
        <p:nvSpPr>
          <p:cNvPr id="14" name="TextBox 13">
            <a:extLst>
              <a:ext uri="{FF2B5EF4-FFF2-40B4-BE49-F238E27FC236}">
                <a16:creationId xmlns:a16="http://schemas.microsoft.com/office/drawing/2014/main" id="{5004D06A-00A9-C60F-0C6A-F9365DE269D4}"/>
              </a:ext>
            </a:extLst>
          </p:cNvPr>
          <p:cNvSpPr txBox="1"/>
          <p:nvPr/>
        </p:nvSpPr>
        <p:spPr>
          <a:xfrm>
            <a:off x="861060" y="1776384"/>
            <a:ext cx="8072914" cy="31581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ja-JP" altLang="en-US" sz="1100" dirty="0">
                <a:latin typeface="Noto Sans"/>
                <a:ea typeface="Microsoft YaHei"/>
                <a:cs typeface="Noto Sans"/>
              </a:rPr>
              <a:t>由于项目组织采用</a:t>
            </a:r>
            <a:r>
              <a:rPr lang="ja-JP" altLang="en-US" sz="1100" dirty="0">
                <a:solidFill>
                  <a:srgbClr val="FF0000"/>
                </a:solidFill>
                <a:latin typeface="Noto Sans"/>
                <a:ea typeface="Microsoft YaHei"/>
                <a:cs typeface="Noto Sans"/>
              </a:rPr>
              <a:t>分层管理</a:t>
            </a:r>
            <a:r>
              <a:rPr lang="ja-JP" altLang="en-US" sz="1100" dirty="0">
                <a:latin typeface="Noto Sans"/>
                <a:ea typeface="Microsoft YaHei"/>
                <a:cs typeface="Noto Sans"/>
              </a:rPr>
              <a:t>，涉及将责任和义务划分到</a:t>
            </a:r>
            <a:r>
              <a:rPr lang="ja-JP" altLang="en-US" sz="1100" dirty="0">
                <a:solidFill>
                  <a:srgbClr val="FF0000"/>
                </a:solidFill>
                <a:latin typeface="Noto Sans"/>
                <a:ea typeface="Microsoft YaHei"/>
                <a:cs typeface="Noto Sans"/>
              </a:rPr>
              <a:t>不同层级</a:t>
            </a:r>
            <a:r>
              <a:rPr lang="ja-JP" altLang="en-US" sz="1100" dirty="0">
                <a:latin typeface="Noto Sans"/>
                <a:ea typeface="Microsoft YaHei"/>
                <a:cs typeface="Noto Sans"/>
              </a:rPr>
              <a:t>，并通过授权、监督、沟通等方式进行联系。常见的机制包括：</a:t>
            </a:r>
            <a:endParaRPr lang="en-US" altLang="ja-JP" sz="1100" dirty="0"/>
          </a:p>
          <a:p>
            <a:pPr>
              <a:lnSpc>
                <a:spcPct val="150000"/>
              </a:lnSpc>
            </a:pPr>
            <a:endParaRPr lang="ja-JP" altLang="en-US" sz="1100" dirty="0">
              <a:latin typeface="Noto Sans"/>
              <a:ea typeface="Microsoft YaHei"/>
              <a:cs typeface="Noto Sans"/>
            </a:endParaRPr>
          </a:p>
          <a:p>
            <a:pPr lvl="1">
              <a:lnSpc>
                <a:spcPct val="150000"/>
              </a:lnSpc>
            </a:pPr>
            <a:r>
              <a:rPr lang="ja-JP" altLang="en-US" sz="1100" dirty="0">
                <a:latin typeface="Noto Sans"/>
                <a:ea typeface="Microsoft YaHei"/>
                <a:cs typeface="Noto Sans"/>
              </a:rPr>
              <a:t>1）</a:t>
            </a:r>
            <a:r>
              <a:rPr lang="ja-JP" altLang="en-US" sz="1100" dirty="0">
                <a:solidFill>
                  <a:srgbClr val="FF0000"/>
                </a:solidFill>
                <a:latin typeface="Noto Sans"/>
                <a:ea typeface="Microsoft YaHei"/>
                <a:cs typeface="Noto Sans"/>
              </a:rPr>
              <a:t>授权</a:t>
            </a:r>
            <a:r>
              <a:rPr lang="en-US" altLang="ja-JP" sz="1100" dirty="0">
                <a:latin typeface="Noto Sans"/>
                <a:ea typeface="Microsoft YaHei"/>
                <a:cs typeface="Noto Sans"/>
              </a:rPr>
              <a:t>: </a:t>
            </a:r>
            <a:r>
              <a:rPr lang="ja-JP" altLang="en-US" sz="1100" dirty="0">
                <a:latin typeface="Noto Sans"/>
                <a:ea typeface="Microsoft YaHei"/>
                <a:cs typeface="Noto Sans"/>
              </a:rPr>
              <a:t>在授权范围内的决策; </a:t>
            </a:r>
            <a:endParaRPr lang="ja-JP" sz="1100" dirty="0">
              <a:latin typeface="Arial"/>
              <a:ea typeface="微软雅黑"/>
              <a:cs typeface="Arial"/>
            </a:endParaRPr>
          </a:p>
          <a:p>
            <a:pPr lvl="1">
              <a:lnSpc>
                <a:spcPct val="150000"/>
              </a:lnSpc>
            </a:pPr>
            <a:endParaRPr lang="ja-JP" altLang="en-US" sz="1100" dirty="0">
              <a:latin typeface="Noto Sans"/>
              <a:ea typeface="Microsoft YaHei"/>
              <a:cs typeface="Noto Sans"/>
            </a:endParaRPr>
          </a:p>
          <a:p>
            <a:pPr lvl="1">
              <a:lnSpc>
                <a:spcPct val="150000"/>
              </a:lnSpc>
            </a:pPr>
            <a:r>
              <a:rPr lang="ja-JP" altLang="en-US" sz="1100" dirty="0">
                <a:latin typeface="Noto Sans"/>
                <a:ea typeface="Microsoft YaHei"/>
                <a:cs typeface="Noto Sans"/>
              </a:rPr>
              <a:t>2）</a:t>
            </a:r>
            <a:r>
              <a:rPr lang="ja-JP" altLang="en-US" sz="1100" dirty="0">
                <a:solidFill>
                  <a:srgbClr val="FF0000"/>
                </a:solidFill>
                <a:latin typeface="Noto Sans"/>
                <a:ea typeface="Microsoft YaHei"/>
                <a:cs typeface="Noto Sans"/>
              </a:rPr>
              <a:t>监督</a:t>
            </a:r>
            <a:r>
              <a:rPr lang="en-US" altLang="ja-JP" sz="1100" dirty="0">
                <a:latin typeface="Noto Sans"/>
                <a:ea typeface="Microsoft YaHei"/>
                <a:cs typeface="Noto Sans"/>
              </a:rPr>
              <a:t>:</a:t>
            </a:r>
            <a:r>
              <a:rPr lang="ja-JP" altLang="en-US" sz="1100" dirty="0">
                <a:latin typeface="Noto Sans"/>
                <a:ea typeface="Microsoft YaHei"/>
                <a:cs typeface="Noto Sans"/>
              </a:rPr>
              <a:t>项目生命周期的每个阶段都应具有与决策、关键交付成果、产出或结果相关的里程碑；在授权范围内行权的监督;</a:t>
            </a:r>
            <a:endParaRPr lang="ja-JP" sz="1100" dirty="0">
              <a:latin typeface="Arial"/>
              <a:ea typeface="微软雅黑"/>
              <a:cs typeface="Arial"/>
            </a:endParaRPr>
          </a:p>
          <a:p>
            <a:pPr lvl="1">
              <a:lnSpc>
                <a:spcPct val="150000"/>
              </a:lnSpc>
            </a:pPr>
            <a:endParaRPr lang="ja-JP" altLang="en-US" sz="1100" dirty="0">
              <a:latin typeface="Noto Sans"/>
              <a:ea typeface="Microsoft YaHei"/>
              <a:cs typeface="Noto Sans"/>
            </a:endParaRPr>
          </a:p>
          <a:p>
            <a:pPr lvl="1">
              <a:lnSpc>
                <a:spcPct val="150000"/>
              </a:lnSpc>
            </a:pPr>
            <a:r>
              <a:rPr lang="ja-JP" altLang="en-US" sz="1100" dirty="0">
                <a:latin typeface="Noto Sans"/>
                <a:ea typeface="Microsoft YaHei"/>
                <a:cs typeface="Noto Sans"/>
              </a:rPr>
              <a:t>3)  </a:t>
            </a:r>
            <a:r>
              <a:rPr lang="ja-JP" altLang="en-US" sz="1100" dirty="0">
                <a:solidFill>
                  <a:srgbClr val="FF0000"/>
                </a:solidFill>
                <a:latin typeface="Noto Sans"/>
                <a:ea typeface="Microsoft YaHei"/>
                <a:cs typeface="Noto Sans"/>
              </a:rPr>
              <a:t> 沟通与汇报机制</a:t>
            </a:r>
            <a:r>
              <a:rPr lang="ja-JP" altLang="en-US" sz="1100" dirty="0">
                <a:latin typeface="Noto Sans"/>
                <a:ea typeface="Microsoft YaHei"/>
                <a:cs typeface="Noto Sans"/>
              </a:rPr>
              <a:t>。上下层级之间的沟通与汇报机制； </a:t>
            </a:r>
            <a:endParaRPr lang="ja-JP" sz="1100" dirty="0">
              <a:latin typeface="Arial"/>
              <a:ea typeface="微软雅黑"/>
              <a:cs typeface="Arial"/>
            </a:endParaRPr>
          </a:p>
          <a:p>
            <a:pPr lvl="1">
              <a:lnSpc>
                <a:spcPct val="150000"/>
              </a:lnSpc>
            </a:pPr>
            <a:endParaRPr lang="ja-JP" altLang="en-US" sz="1100" dirty="0">
              <a:latin typeface="Noto Sans"/>
              <a:ea typeface="Microsoft YaHei"/>
              <a:cs typeface="Noto Sans"/>
            </a:endParaRPr>
          </a:p>
          <a:p>
            <a:pPr lvl="1">
              <a:lnSpc>
                <a:spcPct val="150000"/>
              </a:lnSpc>
            </a:pPr>
            <a:r>
              <a:rPr lang="ja-JP" altLang="en-US" sz="1100" dirty="0">
                <a:latin typeface="Noto Sans"/>
                <a:ea typeface="Microsoft YaHei"/>
                <a:cs typeface="Noto Sans"/>
              </a:rPr>
              <a:t>4）</a:t>
            </a:r>
            <a:r>
              <a:rPr lang="ja-JP" altLang="en-US" sz="1100" dirty="0">
                <a:solidFill>
                  <a:srgbClr val="FF0000"/>
                </a:solidFill>
                <a:latin typeface="Noto Sans"/>
                <a:ea typeface="Microsoft YaHei"/>
                <a:cs typeface="Noto Sans"/>
              </a:rPr>
              <a:t>超出授权范围</a:t>
            </a:r>
            <a:r>
              <a:rPr lang="ja-JP" altLang="en-US" sz="1100" dirty="0">
                <a:latin typeface="Noto Sans"/>
                <a:ea typeface="Microsoft YaHei"/>
                <a:cs typeface="Noto Sans"/>
              </a:rPr>
              <a:t>的</a:t>
            </a:r>
            <a:r>
              <a:rPr lang="ja-JP" altLang="en-US" sz="1100" dirty="0">
                <a:solidFill>
                  <a:srgbClr val="FF0000"/>
                </a:solidFill>
                <a:latin typeface="Noto Sans"/>
                <a:ea typeface="Microsoft YaHei"/>
                <a:cs typeface="Noto Sans"/>
              </a:rPr>
              <a:t>问题升级</a:t>
            </a:r>
            <a:r>
              <a:rPr lang="ja-JP" altLang="en-US" sz="1100" dirty="0">
                <a:latin typeface="Noto Sans"/>
                <a:ea typeface="Microsoft YaHei"/>
                <a:cs typeface="Noto Sans"/>
              </a:rPr>
              <a:t>与</a:t>
            </a:r>
            <a:r>
              <a:rPr lang="ja-JP" altLang="en-US" sz="1100" dirty="0">
                <a:solidFill>
                  <a:srgbClr val="FF0000"/>
                </a:solidFill>
                <a:latin typeface="Noto Sans"/>
                <a:ea typeface="Microsoft YaHei"/>
                <a:cs typeface="Noto Sans"/>
              </a:rPr>
              <a:t>解决</a:t>
            </a:r>
            <a:r>
              <a:rPr lang="ja-JP" altLang="en-US" sz="1100" dirty="0">
                <a:latin typeface="Noto Sans"/>
                <a:ea typeface="Microsoft YaHei"/>
                <a:cs typeface="Noto Sans"/>
              </a:rPr>
              <a:t>机制； </a:t>
            </a:r>
            <a:endParaRPr lang="ja-JP" sz="1100" dirty="0">
              <a:latin typeface="Arial"/>
              <a:ea typeface="微软雅黑"/>
              <a:cs typeface="Arial"/>
            </a:endParaRPr>
          </a:p>
          <a:p>
            <a:pPr lvl="1">
              <a:lnSpc>
                <a:spcPct val="150000"/>
              </a:lnSpc>
            </a:pPr>
            <a:endParaRPr lang="ja-JP" altLang="en-US" sz="1100" dirty="0">
              <a:latin typeface="Noto Sans"/>
              <a:ea typeface="Microsoft YaHei"/>
              <a:cs typeface="Noto Sans"/>
            </a:endParaRPr>
          </a:p>
          <a:p>
            <a:pPr lvl="1">
              <a:lnSpc>
                <a:spcPct val="150000"/>
              </a:lnSpc>
            </a:pPr>
            <a:r>
              <a:rPr lang="ja-JP" altLang="en-US" sz="1100" dirty="0">
                <a:latin typeface="Noto Sans"/>
                <a:ea typeface="Microsoft YaHei"/>
                <a:cs typeface="Noto Sans"/>
              </a:rPr>
              <a:t>5）</a:t>
            </a:r>
            <a:r>
              <a:rPr lang="ja-JP" altLang="en-US" sz="1100" dirty="0">
                <a:solidFill>
                  <a:srgbClr val="FF0000"/>
                </a:solidFill>
                <a:latin typeface="Noto Sans"/>
                <a:ea typeface="Microsoft YaHei"/>
                <a:cs typeface="Noto Sans"/>
              </a:rPr>
              <a:t>激励</a:t>
            </a:r>
            <a:r>
              <a:rPr lang="ja-JP" altLang="en-US" sz="1100" dirty="0">
                <a:latin typeface="Noto Sans"/>
                <a:ea typeface="Microsoft YaHei"/>
                <a:cs typeface="Noto Sans"/>
              </a:rPr>
              <a:t>机制。</a:t>
            </a:r>
            <a:endParaRPr lang="ja-JP" sz="1100" dirty="0">
              <a:cs typeface="Arial"/>
            </a:endParaRPr>
          </a:p>
          <a:p>
            <a:pPr marL="171450" indent="-171450">
              <a:lnSpc>
                <a:spcPct val="150000"/>
              </a:lnSpc>
              <a:buFont typeface="Arial"/>
              <a:buChar char="•"/>
            </a:pPr>
            <a:endParaRPr lang="ja-JP" altLang="en-US" sz="1400" dirty="0">
              <a:latin typeface="仿宋"/>
              <a:ea typeface="仿宋"/>
              <a:cs typeface="Noto Sans"/>
            </a:endParaRPr>
          </a:p>
        </p:txBody>
      </p:sp>
      <p:sp>
        <p:nvSpPr>
          <p:cNvPr id="2" name="Text 3">
            <a:extLst>
              <a:ext uri="{FF2B5EF4-FFF2-40B4-BE49-F238E27FC236}">
                <a16:creationId xmlns:a16="http://schemas.microsoft.com/office/drawing/2014/main" id="{824A3A40-58D1-7AEB-F0C4-0770C74303EC}"/>
              </a:ext>
            </a:extLst>
          </p:cNvPr>
          <p:cNvSpPr/>
          <p:nvPr/>
        </p:nvSpPr>
        <p:spPr>
          <a:xfrm>
            <a:off x="923880" y="1422436"/>
            <a:ext cx="2943113" cy="207749"/>
          </a:xfrm>
          <a:prstGeom prst="rect">
            <a:avLst/>
          </a:prstGeom>
          <a:noFill/>
          <a:ln/>
        </p:spPr>
        <p:txBody>
          <a:bodyPr wrap="none" lIns="0" tIns="0" rIns="0" bIns="0" rtlCol="0" anchor="ctr">
            <a:spAutoFit/>
          </a:bodyPr>
          <a:lstStyle/>
          <a:p>
            <a:pPr marL="0" indent="0">
              <a:buNone/>
            </a:pPr>
            <a:r>
              <a:rPr lang="zh-CN" altLang="en-US" sz="1350" b="1" dirty="0">
                <a:solidFill>
                  <a:srgbClr val="0066CC"/>
                </a:solidFill>
                <a:latin typeface="Noto Sans" pitchFamily="34" charset="0"/>
                <a:ea typeface="Noto Sans" pitchFamily="34" charset="-122"/>
                <a:cs typeface="Noto Sans" pitchFamily="34" charset="-120"/>
              </a:rPr>
              <a:t>项目治理需要定义该组织结构进行责利</a:t>
            </a:r>
            <a:endParaRPr lang="en-US" sz="1350" dirty="0"/>
          </a:p>
        </p:txBody>
      </p:sp>
    </p:spTree>
    <p:custDataLst>
      <p:tags r:id="rId1"/>
    </p:custDataLst>
    <p:extLst>
      <p:ext uri="{BB962C8B-B14F-4D97-AF65-F5344CB8AC3E}">
        <p14:creationId xmlns:p14="http://schemas.microsoft.com/office/powerpoint/2010/main" val="16025227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1E8C1-2324-BE6D-CDD3-2064A00BAD3F}"/>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4C1F8269-6B3B-511F-62A4-4DEA2F261A41}"/>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8B6BFE5B-92F0-849F-E513-BE590F06CDB6}"/>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498DE445-9415-BB0E-94BD-6DE04928E946}"/>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0B9E94A5-5019-209D-E646-2C60E675F3E0}"/>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F80BBA16-1E72-3C2D-088B-1858E6C62C0E}"/>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1D077139-FB0F-520B-D11E-9AF6A233D6BA}"/>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6.2</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D032F951-CAAC-7BA4-092E-D9AB9285BD43}"/>
              </a:ext>
            </a:extLst>
          </p:cNvPr>
          <p:cNvSpPr txBox="1"/>
          <p:nvPr>
            <p:custDataLst>
              <p:tags r:id="rId6"/>
            </p:custDataLst>
          </p:nvPr>
        </p:nvSpPr>
        <p:spPr>
          <a:xfrm>
            <a:off x="1147763" y="238125"/>
            <a:ext cx="3143250" cy="369332"/>
          </a:xfrm>
          <a:prstGeom prst="rect">
            <a:avLst/>
          </a:prstGeom>
          <a:noFill/>
        </p:spPr>
        <p:txBody>
          <a:bodyPr wrap="square" lIns="91440" tIns="45720" rIns="91440" bIns="45720" rtlCol="0" anchor="t">
            <a:spAutoFit/>
          </a:bodyPr>
          <a:lstStyle/>
          <a:p>
            <a:pPr lvl="0" algn="l">
              <a:buClrTx/>
              <a:buSzTx/>
              <a:buFontTx/>
            </a:pPr>
            <a:r>
              <a:rPr lang="zh-CN" altLang="en-US" b="1" dirty="0">
                <a:solidFill>
                  <a:schemeClr val="bg1"/>
                </a:solidFill>
                <a:latin typeface="Microsoft YaHei"/>
                <a:ea typeface="Microsoft YaHei"/>
                <a:cs typeface="Noto Sans"/>
                <a:sym typeface="+mn-ea"/>
              </a:rPr>
              <a:t>项目组织的关键角色</a:t>
            </a:r>
          </a:p>
        </p:txBody>
      </p:sp>
      <p:pic>
        <p:nvPicPr>
          <p:cNvPr id="10" name="Image 1" descr="preencoded.png"/>
          <p:cNvPicPr>
            <a:picLocks noChangeAspect="1"/>
          </p:cNvPicPr>
          <p:nvPr/>
        </p:nvPicPr>
        <p:blipFill>
          <a:blip r:embed="rId9"/>
          <a:stretch>
            <a:fillRect/>
          </a:stretch>
        </p:blipFill>
        <p:spPr>
          <a:xfrm>
            <a:off x="987299" y="1535832"/>
            <a:ext cx="192881" cy="171450"/>
          </a:xfrm>
          <a:prstGeom prst="rect">
            <a:avLst/>
          </a:prstGeom>
        </p:spPr>
      </p:pic>
      <p:sp>
        <p:nvSpPr>
          <p:cNvPr id="11" name="Text 4"/>
          <p:cNvSpPr/>
          <p:nvPr/>
        </p:nvSpPr>
        <p:spPr>
          <a:xfrm>
            <a:off x="1260147" y="1517682"/>
            <a:ext cx="955390"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 项目委员会 </a:t>
            </a:r>
            <a:endParaRPr lang="en-US" sz="1350" dirty="0"/>
          </a:p>
        </p:txBody>
      </p:sp>
      <p:sp>
        <p:nvSpPr>
          <p:cNvPr id="16" name="TextBox 5">
            <a:extLst>
              <a:ext uri="{FF2B5EF4-FFF2-40B4-BE49-F238E27FC236}">
                <a16:creationId xmlns:a16="http://schemas.microsoft.com/office/drawing/2014/main" id="{56126815-FC9F-3663-9124-80FD97FDCAEF}"/>
              </a:ext>
            </a:extLst>
          </p:cNvPr>
          <p:cNvSpPr txBox="1"/>
          <p:nvPr/>
        </p:nvSpPr>
        <p:spPr>
          <a:xfrm>
            <a:off x="923880" y="2021903"/>
            <a:ext cx="7912649" cy="227818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ja-JP" altLang="en-US" sz="1200" dirty="0">
                <a:solidFill>
                  <a:srgbClr val="FF0000"/>
                </a:solidFill>
                <a:latin typeface="Noto Sans"/>
                <a:ea typeface="Microsoft YaHei"/>
                <a:cs typeface="Noto Sans"/>
              </a:rPr>
              <a:t>项目委员会</a:t>
            </a:r>
            <a:r>
              <a:rPr lang="ja-JP" altLang="en-US" sz="1200" dirty="0">
                <a:latin typeface="Noto Sans"/>
                <a:ea typeface="Microsoft YaHei"/>
                <a:cs typeface="Noto Sans"/>
              </a:rPr>
              <a:t>可作为</a:t>
            </a:r>
            <a:r>
              <a:rPr lang="ja-JP" altLang="en-US" sz="1200" dirty="0">
                <a:solidFill>
                  <a:srgbClr val="FF0000"/>
                </a:solidFill>
                <a:latin typeface="Noto Sans"/>
                <a:ea typeface="Microsoft YaHei"/>
                <a:cs typeface="Noto Sans"/>
              </a:rPr>
              <a:t>代表投资人</a:t>
            </a:r>
            <a:r>
              <a:rPr lang="ja-JP" altLang="en-US" sz="1200" dirty="0">
                <a:latin typeface="Noto Sans"/>
                <a:ea typeface="Microsoft YaHei"/>
                <a:cs typeface="Noto Sans"/>
              </a:rPr>
              <a:t>的</a:t>
            </a:r>
            <a:r>
              <a:rPr lang="ja-JP" altLang="en-US" sz="1200" dirty="0">
                <a:solidFill>
                  <a:srgbClr val="FF0000"/>
                </a:solidFill>
                <a:latin typeface="Noto Sans"/>
                <a:ea typeface="Microsoft YaHei"/>
                <a:cs typeface="Noto Sans"/>
              </a:rPr>
              <a:t>角色</a:t>
            </a:r>
            <a:r>
              <a:rPr lang="ja-JP" altLang="en-US" sz="1200" dirty="0">
                <a:latin typeface="Noto Sans"/>
                <a:ea typeface="Microsoft YaHei"/>
                <a:cs typeface="Noto Sans"/>
              </a:rPr>
              <a:t>：</a:t>
            </a:r>
            <a:endParaRPr lang="en-US" sz="1200" dirty="0">
              <a:latin typeface="Noto Sans"/>
              <a:ea typeface="Microsoft YaHei"/>
              <a:cs typeface="Noto Sans"/>
            </a:endParaRPr>
          </a:p>
          <a:p>
            <a:pPr marL="171450" indent="-171450">
              <a:lnSpc>
                <a:spcPct val="150000"/>
              </a:lnSpc>
              <a:buFont typeface="Arial"/>
              <a:buChar char="•"/>
            </a:pPr>
            <a:endParaRPr lang="ja-JP" altLang="en-US" sz="1200" dirty="0">
              <a:latin typeface="Noto Sans"/>
              <a:ea typeface="Microsoft YaHei"/>
              <a:cs typeface="Noto Sans"/>
            </a:endParaRPr>
          </a:p>
          <a:p>
            <a:pPr marL="171450" indent="-171450">
              <a:lnSpc>
                <a:spcPct val="150000"/>
              </a:lnSpc>
              <a:buFont typeface="Arial"/>
              <a:buChar char="•"/>
            </a:pPr>
            <a:r>
              <a:rPr lang="en-US" altLang="ja-JP" sz="1200" dirty="0">
                <a:latin typeface="Noto Sans"/>
                <a:ea typeface="Microsoft YaHei"/>
                <a:cs typeface="Noto Sans"/>
              </a:rPr>
              <a:t>ISO</a:t>
            </a:r>
            <a:r>
              <a:rPr lang="ja-JP" altLang="en-US" sz="1200" dirty="0">
                <a:latin typeface="Noto Sans"/>
                <a:ea typeface="Microsoft YaHei"/>
                <a:cs typeface="Noto Sans"/>
              </a:rPr>
              <a:t>、</a:t>
            </a:r>
            <a:r>
              <a:rPr lang="en-US" altLang="ja-JP" sz="1200" dirty="0">
                <a:latin typeface="Noto Sans"/>
                <a:ea typeface="Microsoft YaHei"/>
                <a:cs typeface="Noto Sans"/>
              </a:rPr>
              <a:t>PRINCE2</a:t>
            </a:r>
            <a:r>
              <a:rPr lang="ja-JP" altLang="en-US" sz="1200" dirty="0">
                <a:latin typeface="Noto Sans"/>
                <a:ea typeface="Microsoft YaHei"/>
                <a:cs typeface="Noto Sans"/>
              </a:rPr>
              <a:t>与</a:t>
            </a:r>
            <a:r>
              <a:rPr lang="en-US" altLang="ja-JP" sz="1200" dirty="0">
                <a:latin typeface="Noto Sans"/>
                <a:ea typeface="Microsoft YaHei"/>
                <a:cs typeface="Noto Sans"/>
              </a:rPr>
              <a:t>PM2</a:t>
            </a:r>
            <a:r>
              <a:rPr lang="ja-JP" altLang="en-US" sz="1200" dirty="0">
                <a:latin typeface="Noto Sans"/>
                <a:ea typeface="Microsoft YaHei"/>
                <a:cs typeface="Noto Sans"/>
              </a:rPr>
              <a:t>设立了</a:t>
            </a:r>
            <a:r>
              <a:rPr lang="ja-JP" altLang="en-US" sz="1200" dirty="0">
                <a:solidFill>
                  <a:srgbClr val="FF0000"/>
                </a:solidFill>
                <a:latin typeface="Noto Sans"/>
                <a:ea typeface="Microsoft YaHei"/>
                <a:cs typeface="Noto Sans"/>
              </a:rPr>
              <a:t>项目管理（指导）委员会</a:t>
            </a:r>
            <a:r>
              <a:rPr lang="ja-JP" altLang="en-US" sz="1200" dirty="0">
                <a:latin typeface="Noto Sans"/>
                <a:ea typeface="Microsoft YaHei"/>
                <a:cs typeface="Noto Sans"/>
              </a:rPr>
              <a:t>，负责项目指导与管理。</a:t>
            </a:r>
          </a:p>
          <a:p>
            <a:pPr marL="171450" indent="-171450">
              <a:lnSpc>
                <a:spcPct val="150000"/>
              </a:lnSpc>
              <a:buFont typeface="Arial"/>
              <a:buChar char="•"/>
            </a:pPr>
            <a:endParaRPr lang="ja-JP" altLang="en-US" sz="1200" dirty="0">
              <a:latin typeface="Noto Sans"/>
              <a:ea typeface="Microsoft YaHei"/>
              <a:cs typeface="Noto Sans"/>
            </a:endParaRPr>
          </a:p>
          <a:p>
            <a:pPr marL="171450" indent="-171450">
              <a:lnSpc>
                <a:spcPct val="150000"/>
              </a:lnSpc>
              <a:buFont typeface="Arial"/>
              <a:buChar char="•"/>
            </a:pPr>
            <a:r>
              <a:rPr lang="en-US" altLang="ja-JP" sz="1200" dirty="0">
                <a:latin typeface="Noto Sans"/>
                <a:ea typeface="Microsoft YaHei"/>
                <a:cs typeface="Noto Sans"/>
              </a:rPr>
              <a:t>PRINCE2</a:t>
            </a:r>
            <a:r>
              <a:rPr lang="ja-JP" altLang="en-US" sz="1200" dirty="0">
                <a:latin typeface="Noto Sans"/>
                <a:ea typeface="Microsoft YaHei"/>
                <a:cs typeface="Noto Sans"/>
              </a:rPr>
              <a:t>要求项目管理委员会能够代表</a:t>
            </a:r>
            <a:r>
              <a:rPr lang="ja-JP" altLang="en-US" sz="1200" dirty="0">
                <a:solidFill>
                  <a:srgbClr val="FF0000"/>
                </a:solidFill>
                <a:latin typeface="Noto Sans"/>
                <a:ea typeface="Microsoft YaHei"/>
                <a:cs typeface="Noto Sans"/>
              </a:rPr>
              <a:t>商业</a:t>
            </a:r>
            <a:r>
              <a:rPr lang="ja-JP" altLang="en-US" sz="1200" dirty="0">
                <a:latin typeface="Noto Sans"/>
                <a:ea typeface="Microsoft YaHei"/>
                <a:cs typeface="Noto Sans"/>
              </a:rPr>
              <a:t>、</a:t>
            </a:r>
            <a:r>
              <a:rPr lang="ja-JP" altLang="en-US" sz="1200" dirty="0">
                <a:solidFill>
                  <a:srgbClr val="FF0000"/>
                </a:solidFill>
                <a:latin typeface="Noto Sans"/>
                <a:ea typeface="Microsoft YaHei"/>
                <a:cs typeface="Noto Sans"/>
              </a:rPr>
              <a:t>用户</a:t>
            </a:r>
            <a:r>
              <a:rPr lang="ja-JP" altLang="en-US" sz="1200" dirty="0">
                <a:latin typeface="Noto Sans"/>
                <a:ea typeface="Microsoft YaHei"/>
                <a:cs typeface="Noto Sans"/>
              </a:rPr>
              <a:t>和</a:t>
            </a:r>
            <a:r>
              <a:rPr lang="ja-JP" altLang="en-US" sz="1200" dirty="0">
                <a:solidFill>
                  <a:srgbClr val="FF0000"/>
                </a:solidFill>
                <a:latin typeface="Noto Sans"/>
                <a:ea typeface="Microsoft YaHei"/>
                <a:cs typeface="Noto Sans"/>
              </a:rPr>
              <a:t>供应商</a:t>
            </a:r>
            <a:r>
              <a:rPr lang="ja-JP" altLang="en-US" sz="1200" dirty="0">
                <a:latin typeface="Noto Sans"/>
                <a:ea typeface="Microsoft YaHei"/>
                <a:cs typeface="Noto Sans"/>
              </a:rPr>
              <a:t>的</a:t>
            </a:r>
            <a:r>
              <a:rPr lang="ja-JP" altLang="en-US" sz="1200" dirty="0">
                <a:solidFill>
                  <a:srgbClr val="FF0000"/>
                </a:solidFill>
                <a:latin typeface="Noto Sans"/>
                <a:ea typeface="Microsoft YaHei"/>
                <a:cs typeface="Noto Sans"/>
              </a:rPr>
              <a:t>利益</a:t>
            </a:r>
            <a:r>
              <a:rPr lang="ja-JP" altLang="en-US" sz="1200" dirty="0">
                <a:latin typeface="Noto Sans"/>
                <a:ea typeface="Microsoft YaHei"/>
                <a:cs typeface="Noto Sans"/>
              </a:rPr>
              <a:t>，负责项目整体的指导和管理并对项目的成功负有责任。</a:t>
            </a:r>
          </a:p>
          <a:p>
            <a:pPr>
              <a:lnSpc>
                <a:spcPct val="150000"/>
              </a:lnSpc>
            </a:pPr>
            <a:endParaRPr lang="ja-JP" altLang="en-US" sz="1200" dirty="0">
              <a:latin typeface="Noto Sans"/>
              <a:ea typeface="Microsoft YaHei"/>
              <a:cs typeface="Noto Sans"/>
            </a:endParaRPr>
          </a:p>
          <a:p>
            <a:pPr marL="171450" indent="-171450" algn="just">
              <a:lnSpc>
                <a:spcPct val="150000"/>
              </a:lnSpc>
              <a:buFont typeface="Arial"/>
              <a:buChar char="•"/>
            </a:pPr>
            <a:r>
              <a:rPr lang="en-US" sz="1200" dirty="0">
                <a:latin typeface="Noto Sans"/>
                <a:ea typeface="+mn-lt"/>
                <a:cs typeface="Noto Sans"/>
              </a:rPr>
              <a:t>PM</a:t>
            </a:r>
            <a:r>
              <a:rPr lang="en-US" sz="1200" baseline="30000" dirty="0">
                <a:latin typeface="Noto Sans"/>
                <a:ea typeface="+mn-lt"/>
                <a:cs typeface="Noto Sans"/>
              </a:rPr>
              <a:t>2</a:t>
            </a:r>
            <a:r>
              <a:rPr lang="ja-JP" altLang="en-US" sz="1200" dirty="0">
                <a:latin typeface="Noto Sans"/>
                <a:ea typeface="Microsoft YaHei"/>
                <a:cs typeface="Noto Sans"/>
              </a:rPr>
              <a:t>项目指导委员会由</a:t>
            </a:r>
            <a:r>
              <a:rPr lang="ja-JP" altLang="en-US" sz="1200" dirty="0">
                <a:solidFill>
                  <a:srgbClr val="FF0000"/>
                </a:solidFill>
                <a:latin typeface="Noto Sans"/>
                <a:ea typeface="Microsoft YaHei"/>
                <a:cs typeface="Noto Sans"/>
              </a:rPr>
              <a:t>项目负责人</a:t>
            </a:r>
            <a:r>
              <a:rPr lang="ja-JP" altLang="en-US" sz="1200" dirty="0">
                <a:latin typeface="Noto Sans"/>
                <a:ea typeface="Microsoft YaHei"/>
                <a:cs typeface="Noto Sans"/>
              </a:rPr>
              <a:t>组成，负责监督和控制项目的执行，并对项目成功负责。</a:t>
            </a:r>
          </a:p>
        </p:txBody>
      </p:sp>
    </p:spTree>
    <p:custDataLst>
      <p:tags r:id="rId1"/>
    </p:custDataLst>
    <p:extLst>
      <p:ext uri="{BB962C8B-B14F-4D97-AF65-F5344CB8AC3E}">
        <p14:creationId xmlns:p14="http://schemas.microsoft.com/office/powerpoint/2010/main" val="8100777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95D67-8DF1-4230-ADB5-88D78AFD245E}"/>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7DAD2056-A0F5-8941-9DB3-C5E9CB2208EA}"/>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ABA0DF4C-7C12-E723-D184-2CC98AB05DFD}"/>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5E5136A9-DB09-CFA9-C8F6-AFE701EE4A39}"/>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4C56DB4E-11D3-15A1-4BB5-983E2232A8F0}"/>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C998EE04-95B9-D775-9160-54E0282B69BD}"/>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F8EB0A8E-1593-1CAF-49B7-CB8A5385BE9F}"/>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6.2</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8BDF3E33-E992-13A5-9281-FFF5598F4F17}"/>
              </a:ext>
            </a:extLst>
          </p:cNvPr>
          <p:cNvSpPr txBox="1"/>
          <p:nvPr>
            <p:custDataLst>
              <p:tags r:id="rId6"/>
            </p:custDataLst>
          </p:nvPr>
        </p:nvSpPr>
        <p:spPr>
          <a:xfrm>
            <a:off x="1147763" y="238125"/>
            <a:ext cx="3143250" cy="369332"/>
          </a:xfrm>
          <a:prstGeom prst="rect">
            <a:avLst/>
          </a:prstGeom>
          <a:noFill/>
        </p:spPr>
        <p:txBody>
          <a:bodyPr wrap="square" lIns="91440" tIns="45720" rIns="91440" bIns="45720" rtlCol="0" anchor="t">
            <a:spAutoFit/>
          </a:bodyPr>
          <a:lstStyle/>
          <a:p>
            <a:pPr lvl="0" algn="l">
              <a:buClrTx/>
              <a:buSzTx/>
              <a:buFontTx/>
            </a:pPr>
            <a:r>
              <a:rPr lang="zh-CN" altLang="en-US" b="1" dirty="0">
                <a:solidFill>
                  <a:schemeClr val="bg1"/>
                </a:solidFill>
                <a:latin typeface="Microsoft YaHei"/>
                <a:ea typeface="Microsoft YaHei"/>
                <a:cs typeface="Noto Sans"/>
                <a:sym typeface="+mn-ea"/>
              </a:rPr>
              <a:t>项目组织的关键角色</a:t>
            </a:r>
          </a:p>
        </p:txBody>
      </p:sp>
      <p:pic>
        <p:nvPicPr>
          <p:cNvPr id="13" name="Image 2" descr="preencoded.png">
            <a:extLst>
              <a:ext uri="{FF2B5EF4-FFF2-40B4-BE49-F238E27FC236}">
                <a16:creationId xmlns:a16="http://schemas.microsoft.com/office/drawing/2014/main" id="{92626D09-83B7-8164-6F48-C162E11B9EB9}"/>
              </a:ext>
            </a:extLst>
          </p:cNvPr>
          <p:cNvPicPr>
            <a:picLocks noChangeAspect="1"/>
          </p:cNvPicPr>
          <p:nvPr/>
        </p:nvPicPr>
        <p:blipFill>
          <a:blip r:embed="rId9"/>
          <a:stretch>
            <a:fillRect/>
          </a:stretch>
        </p:blipFill>
        <p:spPr>
          <a:xfrm>
            <a:off x="1147763" y="1291390"/>
            <a:ext cx="171450" cy="171450"/>
          </a:xfrm>
          <a:prstGeom prst="rect">
            <a:avLst/>
          </a:prstGeom>
        </p:spPr>
      </p:pic>
      <p:sp>
        <p:nvSpPr>
          <p:cNvPr id="14" name="Text 6">
            <a:extLst>
              <a:ext uri="{FF2B5EF4-FFF2-40B4-BE49-F238E27FC236}">
                <a16:creationId xmlns:a16="http://schemas.microsoft.com/office/drawing/2014/main" id="{2E1C06C6-7510-A2CF-EACB-CB86F0593902}"/>
              </a:ext>
            </a:extLst>
          </p:cNvPr>
          <p:cNvSpPr/>
          <p:nvPr/>
        </p:nvSpPr>
        <p:spPr>
          <a:xfrm>
            <a:off x="1441829" y="1271483"/>
            <a:ext cx="955390" cy="207749"/>
          </a:xfrm>
          <a:prstGeom prst="rect">
            <a:avLst/>
          </a:prstGeom>
          <a:noFill/>
          <a:ln/>
        </p:spPr>
        <p:txBody>
          <a:bodyPr wrap="none" lIns="0" tIns="0" rIns="0" bIns="0" rtlCol="0" anchor="ctr">
            <a:spAutoFit/>
          </a:bodyPr>
          <a:lstStyle/>
          <a:p>
            <a:pPr marL="0" indent="0">
              <a:buNone/>
            </a:pPr>
            <a:r>
              <a:rPr lang="en-US" sz="1350" b="1" dirty="0">
                <a:solidFill>
                  <a:srgbClr val="0066CC"/>
                </a:solidFill>
                <a:latin typeface="Noto Sans" pitchFamily="34" charset="0"/>
                <a:ea typeface="Noto Sans" pitchFamily="34" charset="-122"/>
                <a:cs typeface="Noto Sans" pitchFamily="34" charset="-120"/>
              </a:rPr>
              <a:t> 项目赞助人 </a:t>
            </a:r>
            <a:endParaRPr lang="en-US" sz="1350" dirty="0"/>
          </a:p>
        </p:txBody>
      </p:sp>
      <p:sp>
        <p:nvSpPr>
          <p:cNvPr id="17" name="TextBox 5">
            <a:extLst>
              <a:ext uri="{FF2B5EF4-FFF2-40B4-BE49-F238E27FC236}">
                <a16:creationId xmlns:a16="http://schemas.microsoft.com/office/drawing/2014/main" id="{D59E3FD4-A26C-B402-B1A0-F4754BB6D5A5}"/>
              </a:ext>
            </a:extLst>
          </p:cNvPr>
          <p:cNvSpPr txBox="1"/>
          <p:nvPr/>
        </p:nvSpPr>
        <p:spPr>
          <a:xfrm>
            <a:off x="1085850" y="1611230"/>
            <a:ext cx="7638573" cy="336367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50000"/>
              </a:lnSpc>
              <a:buFont typeface="Arial"/>
              <a:buChar char="•"/>
            </a:pPr>
            <a:r>
              <a:rPr lang="en-US" sz="1100" dirty="0">
                <a:latin typeface="Noto Sans"/>
                <a:ea typeface="Microsoft YaHei"/>
                <a:cs typeface="Noto Sans"/>
              </a:rPr>
              <a:t>APMBOK</a:t>
            </a:r>
            <a:r>
              <a:rPr lang="ja-JP" altLang="en-US" sz="1100" dirty="0">
                <a:latin typeface="Noto Sans"/>
                <a:ea typeface="Microsoft YaHei"/>
                <a:cs typeface="Noto Sans"/>
              </a:rPr>
              <a:t>项目赞助人连接</a:t>
            </a:r>
            <a:r>
              <a:rPr lang="ja-JP" altLang="en-US" sz="1100" dirty="0">
                <a:solidFill>
                  <a:srgbClr val="FF0000"/>
                </a:solidFill>
                <a:latin typeface="Noto Sans"/>
                <a:ea typeface="Microsoft YaHei"/>
                <a:cs typeface="Noto Sans"/>
              </a:rPr>
              <a:t>企业战略与项目</a:t>
            </a:r>
            <a:r>
              <a:rPr lang="ja-JP" altLang="en-US" sz="1100" dirty="0">
                <a:latin typeface="Noto Sans"/>
                <a:ea typeface="Microsoft YaHei"/>
                <a:cs typeface="Noto Sans"/>
              </a:rPr>
              <a:t>，负责</a:t>
            </a:r>
            <a:r>
              <a:rPr lang="ja-JP" altLang="en-US" sz="1100" dirty="0">
                <a:solidFill>
                  <a:srgbClr val="FF0000"/>
                </a:solidFill>
                <a:latin typeface="Noto Sans"/>
                <a:ea typeface="Microsoft YaHei"/>
                <a:cs typeface="Noto Sans"/>
              </a:rPr>
              <a:t>愿景</a:t>
            </a:r>
            <a:r>
              <a:rPr lang="ja-JP" altLang="en-US" sz="1100" dirty="0">
                <a:latin typeface="Noto Sans"/>
                <a:ea typeface="Microsoft YaHei"/>
                <a:cs typeface="Noto Sans"/>
              </a:rPr>
              <a:t>、</a:t>
            </a:r>
            <a:r>
              <a:rPr lang="ja-JP" altLang="en-US" sz="1100" dirty="0">
                <a:solidFill>
                  <a:srgbClr val="FF0000"/>
                </a:solidFill>
                <a:latin typeface="Noto Sans"/>
                <a:ea typeface="Microsoft YaHei"/>
                <a:cs typeface="Noto Sans"/>
              </a:rPr>
              <a:t>商业计划</a:t>
            </a:r>
            <a:r>
              <a:rPr lang="ja-JP" altLang="en-US" sz="1100" dirty="0">
                <a:latin typeface="Noto Sans"/>
                <a:ea typeface="Microsoft YaHei"/>
                <a:cs typeface="Noto Sans"/>
              </a:rPr>
              <a:t>和</a:t>
            </a:r>
            <a:r>
              <a:rPr lang="ja-JP" altLang="en-US" sz="1100" dirty="0">
                <a:solidFill>
                  <a:srgbClr val="FF0000"/>
                </a:solidFill>
                <a:latin typeface="Noto Sans"/>
                <a:ea typeface="Microsoft YaHei"/>
                <a:cs typeface="Noto Sans"/>
              </a:rPr>
              <a:t>效益</a:t>
            </a:r>
            <a:r>
              <a:rPr lang="ja-JP" altLang="en-US" sz="1100" dirty="0">
                <a:latin typeface="Noto Sans"/>
                <a:ea typeface="Microsoft YaHei"/>
                <a:cs typeface="Noto Sans"/>
              </a:rPr>
              <a:t>，体现企业风险偏好，促进跨项目协作，并利用</a:t>
            </a:r>
            <a:r>
              <a:rPr lang="ja-JP" altLang="en-US" sz="1100" dirty="0">
                <a:solidFill>
                  <a:srgbClr val="FF0000"/>
                </a:solidFill>
                <a:latin typeface="Noto Sans"/>
                <a:ea typeface="Microsoft YaHei"/>
                <a:cs typeface="Noto Sans"/>
              </a:rPr>
              <a:t>企业治理机制</a:t>
            </a:r>
            <a:r>
              <a:rPr lang="ja-JP" altLang="en-US" sz="1100" dirty="0">
                <a:latin typeface="Noto Sans"/>
                <a:ea typeface="Microsoft YaHei"/>
                <a:cs typeface="Noto Sans"/>
              </a:rPr>
              <a:t>，代表</a:t>
            </a:r>
            <a:r>
              <a:rPr lang="ja-JP" altLang="en-US" sz="1100" dirty="0">
                <a:solidFill>
                  <a:srgbClr val="FF0000"/>
                </a:solidFill>
                <a:latin typeface="Noto Sans"/>
                <a:ea typeface="Microsoft YaHei"/>
                <a:cs typeface="Noto Sans"/>
              </a:rPr>
              <a:t>投资人利益 </a:t>
            </a:r>
            <a:r>
              <a:rPr lang="en-US" altLang="ja-JP" sz="1100" dirty="0">
                <a:latin typeface="Noto Sans"/>
                <a:ea typeface="Microsoft YaHei"/>
                <a:cs typeface="Noto Sans"/>
              </a:rPr>
              <a:t>(1.3.5</a:t>
            </a:r>
            <a:r>
              <a:rPr lang="ja-JP" altLang="en-US" sz="1100" dirty="0">
                <a:latin typeface="Noto Sans"/>
                <a:ea typeface="Microsoft YaHei"/>
                <a:cs typeface="Noto Sans"/>
              </a:rPr>
              <a:t>节)。</a:t>
            </a:r>
          </a:p>
          <a:p>
            <a:pPr marL="171450" indent="-171450">
              <a:lnSpc>
                <a:spcPct val="150000"/>
              </a:lnSpc>
              <a:buFont typeface="Arial"/>
              <a:buChar char="•"/>
            </a:pPr>
            <a:endParaRPr lang="ja-JP" altLang="en-US" sz="1100" dirty="0">
              <a:latin typeface="Noto Sans"/>
              <a:ea typeface="Microsoft YaHei"/>
              <a:cs typeface="Noto Sans"/>
            </a:endParaRPr>
          </a:p>
          <a:p>
            <a:pPr marL="171450" indent="-171450">
              <a:lnSpc>
                <a:spcPct val="150000"/>
              </a:lnSpc>
              <a:buFont typeface="Arial"/>
              <a:buChar char="•"/>
            </a:pPr>
            <a:r>
              <a:rPr lang="en-US" sz="1100" dirty="0">
                <a:latin typeface="Noto Sans"/>
                <a:ea typeface="Microsoft YaHei"/>
                <a:cs typeface="Noto Sans"/>
              </a:rPr>
              <a:t>BS6079</a:t>
            </a:r>
            <a:r>
              <a:rPr lang="ja-JP" altLang="en-US" sz="1100" dirty="0">
                <a:latin typeface="Noto Sans"/>
                <a:ea typeface="Microsoft YaHei"/>
                <a:cs typeface="Noto Sans"/>
              </a:rPr>
              <a:t>中赞助人是对通过</a:t>
            </a:r>
            <a:r>
              <a:rPr lang="ja-JP" altLang="en-US" sz="1100" dirty="0">
                <a:solidFill>
                  <a:srgbClr val="FF0000"/>
                </a:solidFill>
                <a:latin typeface="Noto Sans"/>
                <a:ea typeface="Microsoft YaHei"/>
                <a:cs typeface="Noto Sans"/>
              </a:rPr>
              <a:t>指导</a:t>
            </a:r>
            <a:r>
              <a:rPr lang="ja-JP" altLang="en-US" sz="1100" dirty="0">
                <a:latin typeface="Noto Sans"/>
                <a:ea typeface="Microsoft YaHei"/>
                <a:cs typeface="Noto Sans"/>
              </a:rPr>
              <a:t>项目来实现成果交付和为组织效益实现负责的人项目赞助人负责指导项目以实现成果交付和为组织创造效益 </a:t>
            </a:r>
            <a:r>
              <a:rPr lang="en-US" altLang="ja-JP" sz="1100" dirty="0">
                <a:latin typeface="Noto Sans"/>
                <a:ea typeface="Microsoft YaHei"/>
                <a:cs typeface="Noto Sans"/>
              </a:rPr>
              <a:t>(3.26</a:t>
            </a:r>
            <a:r>
              <a:rPr lang="ja-JP" altLang="en-US" sz="1100" dirty="0">
                <a:latin typeface="Noto Sans"/>
                <a:ea typeface="Microsoft YaHei"/>
                <a:cs typeface="Noto Sans"/>
              </a:rPr>
              <a:t>节)。</a:t>
            </a:r>
          </a:p>
          <a:p>
            <a:pPr marL="171450" indent="-171450">
              <a:lnSpc>
                <a:spcPct val="150000"/>
              </a:lnSpc>
              <a:buFont typeface="Arial"/>
              <a:buChar char="•"/>
            </a:pPr>
            <a:endParaRPr lang="ja-JP" altLang="en-US" sz="1100" dirty="0">
              <a:latin typeface="Noto Sans"/>
              <a:ea typeface="Microsoft YaHei"/>
              <a:cs typeface="Noto Sans"/>
            </a:endParaRPr>
          </a:p>
          <a:p>
            <a:pPr marL="171450" indent="-171450" algn="just">
              <a:lnSpc>
                <a:spcPct val="150000"/>
              </a:lnSpc>
              <a:buFont typeface="Arial"/>
              <a:buChar char="•"/>
            </a:pPr>
            <a:r>
              <a:rPr lang="en-US" sz="1100" dirty="0">
                <a:latin typeface="Noto Sans"/>
                <a:ea typeface="Microsoft YaHei"/>
                <a:cs typeface="Noto Sans"/>
              </a:rPr>
              <a:t>APMBOK</a:t>
            </a:r>
            <a:r>
              <a:rPr lang="ja-JP" altLang="en-US" sz="1100" dirty="0">
                <a:latin typeface="Noto Sans"/>
                <a:ea typeface="Microsoft YaHei"/>
                <a:cs typeface="Noto Sans"/>
              </a:rPr>
              <a:t>认为赞助人对</a:t>
            </a:r>
            <a:r>
              <a:rPr lang="ja-JP" altLang="en-US" sz="1100" dirty="0">
                <a:solidFill>
                  <a:srgbClr val="FF0000"/>
                </a:solidFill>
                <a:latin typeface="Noto Sans"/>
                <a:ea typeface="Microsoft YaHei"/>
                <a:cs typeface="Noto Sans"/>
              </a:rPr>
              <a:t>商业计划负责</a:t>
            </a:r>
            <a:r>
              <a:rPr lang="ja-JP" altLang="en-US" sz="1100" dirty="0">
                <a:latin typeface="Noto Sans"/>
                <a:ea typeface="Microsoft YaHei"/>
                <a:cs typeface="Noto Sans"/>
              </a:rPr>
              <a:t>，</a:t>
            </a:r>
            <a:r>
              <a:rPr lang="ja-JP" altLang="en-US" sz="1100" dirty="0">
                <a:solidFill>
                  <a:srgbClr val="FF0000"/>
                </a:solidFill>
                <a:latin typeface="Noto Sans"/>
                <a:ea typeface="Microsoft YaHei"/>
                <a:cs typeface="Noto Sans"/>
              </a:rPr>
              <a:t>具体实施</a:t>
            </a:r>
            <a:r>
              <a:rPr lang="ja-JP" altLang="en-US" sz="1100" dirty="0">
                <a:latin typeface="Noto Sans"/>
                <a:ea typeface="Microsoft YaHei"/>
                <a:cs typeface="Noto Sans"/>
              </a:rPr>
              <a:t>通常委托给其他</a:t>
            </a:r>
            <a:r>
              <a:rPr lang="ja-JP" altLang="en-US" sz="1100" dirty="0">
                <a:solidFill>
                  <a:srgbClr val="FF0000"/>
                </a:solidFill>
                <a:latin typeface="Noto Sans"/>
                <a:ea typeface="Microsoft YaHei"/>
                <a:cs typeface="Noto Sans"/>
              </a:rPr>
              <a:t>项目专业人士 </a:t>
            </a:r>
            <a:r>
              <a:rPr lang="en-US" altLang="ja-JP" sz="1100" dirty="0">
                <a:latin typeface="Noto Sans"/>
                <a:ea typeface="Microsoft YaHei"/>
                <a:cs typeface="Noto Sans"/>
              </a:rPr>
              <a:t>(APMBOK,1.3.7</a:t>
            </a:r>
            <a:r>
              <a:rPr lang="ja-JP" altLang="en-US" sz="1100" dirty="0">
                <a:latin typeface="Noto Sans"/>
                <a:ea typeface="Microsoft YaHei"/>
                <a:cs typeface="Noto Sans"/>
              </a:rPr>
              <a:t>节</a:t>
            </a:r>
            <a:r>
              <a:rPr lang="en-US" altLang="ja-JP" sz="1100" dirty="0">
                <a:latin typeface="Noto Sans"/>
                <a:ea typeface="Microsoft YaHei"/>
                <a:cs typeface="Noto Sans"/>
              </a:rPr>
              <a:t>)</a:t>
            </a:r>
            <a:r>
              <a:rPr lang="ja-JP" altLang="en-US" sz="1100" dirty="0">
                <a:latin typeface="Noto Sans"/>
                <a:ea typeface="Microsoft YaHei"/>
                <a:cs typeface="Noto Sans"/>
              </a:rPr>
              <a:t>，并在</a:t>
            </a:r>
            <a:r>
              <a:rPr lang="ja-JP" altLang="en-US" sz="1100" dirty="0">
                <a:solidFill>
                  <a:srgbClr val="FF0000"/>
                </a:solidFill>
                <a:latin typeface="Noto Sans"/>
                <a:ea typeface="Microsoft YaHei"/>
                <a:cs typeface="Noto Sans"/>
              </a:rPr>
              <a:t>临时性组织</a:t>
            </a:r>
            <a:r>
              <a:rPr lang="ja-JP" altLang="en-US" sz="1100" dirty="0">
                <a:latin typeface="Noto Sans"/>
                <a:ea typeface="Microsoft YaHei"/>
                <a:cs typeface="Noto Sans"/>
              </a:rPr>
              <a:t>与</a:t>
            </a:r>
            <a:r>
              <a:rPr lang="ja-JP" altLang="en-US" sz="1100" dirty="0">
                <a:solidFill>
                  <a:srgbClr val="FF0000"/>
                </a:solidFill>
                <a:latin typeface="Noto Sans"/>
                <a:ea typeface="Microsoft YaHei"/>
                <a:cs typeface="Noto Sans"/>
              </a:rPr>
              <a:t>永久性</a:t>
            </a:r>
            <a:r>
              <a:rPr lang="ja-JP" altLang="en-US" sz="1100" dirty="0">
                <a:latin typeface="Noto Sans"/>
                <a:ea typeface="Microsoft YaHei"/>
                <a:cs typeface="Noto Sans"/>
              </a:rPr>
              <a:t>组织结构之间发挥</a:t>
            </a:r>
            <a:r>
              <a:rPr lang="ja-JP" altLang="en-US" sz="1100" dirty="0">
                <a:solidFill>
                  <a:srgbClr val="FF0000"/>
                </a:solidFill>
                <a:latin typeface="Noto Sans"/>
                <a:ea typeface="Microsoft YaHei"/>
                <a:cs typeface="Noto Sans"/>
              </a:rPr>
              <a:t>协调</a:t>
            </a:r>
            <a:r>
              <a:rPr lang="ja-JP" altLang="en-US" sz="1100" dirty="0">
                <a:latin typeface="Noto Sans"/>
                <a:ea typeface="Microsoft YaHei"/>
                <a:cs typeface="Noto Sans"/>
              </a:rPr>
              <a:t>作用 (</a:t>
            </a:r>
            <a:r>
              <a:rPr lang="en-US" sz="1100" dirty="0">
                <a:latin typeface="Noto Sans"/>
                <a:ea typeface="Microsoft YaHei"/>
                <a:cs typeface="Noto Sans"/>
              </a:rPr>
              <a:t>1.3.8</a:t>
            </a:r>
            <a:r>
              <a:rPr lang="ja-JP" altLang="en-US" sz="1100" dirty="0">
                <a:latin typeface="Noto Sans"/>
                <a:ea typeface="Microsoft YaHei"/>
                <a:cs typeface="Noto Sans"/>
              </a:rPr>
              <a:t>节</a:t>
            </a:r>
            <a:r>
              <a:rPr lang="en-US" altLang="ja-JP" sz="1100" dirty="0">
                <a:latin typeface="Noto Sans"/>
                <a:ea typeface="Microsoft YaHei"/>
                <a:cs typeface="Noto Sans"/>
              </a:rPr>
              <a:t>)</a:t>
            </a:r>
            <a:r>
              <a:rPr lang="ja-JP" altLang="en-US" sz="1100" dirty="0">
                <a:latin typeface="Noto Sans"/>
                <a:ea typeface="Microsoft YaHei"/>
                <a:cs typeface="Noto Sans"/>
              </a:rPr>
              <a:t>，确保项目获得所需</a:t>
            </a:r>
            <a:r>
              <a:rPr lang="ja-JP" altLang="en-US" sz="1100" dirty="0">
                <a:solidFill>
                  <a:srgbClr val="FF0000"/>
                </a:solidFill>
                <a:latin typeface="Noto Sans"/>
                <a:ea typeface="Microsoft YaHei"/>
                <a:cs typeface="Noto Sans"/>
              </a:rPr>
              <a:t>资源</a:t>
            </a:r>
            <a:r>
              <a:rPr lang="ja-JP" altLang="en-US" sz="1100" dirty="0">
                <a:latin typeface="Noto Sans"/>
                <a:ea typeface="Microsoft YaHei"/>
                <a:cs typeface="Noto Sans"/>
              </a:rPr>
              <a:t>和解决</a:t>
            </a:r>
            <a:r>
              <a:rPr lang="ja-JP" altLang="en-US" sz="1100" dirty="0">
                <a:solidFill>
                  <a:srgbClr val="FF0000"/>
                </a:solidFill>
                <a:latin typeface="Noto Sans"/>
                <a:ea typeface="Microsoft YaHei"/>
                <a:cs typeface="Noto Sans"/>
              </a:rPr>
              <a:t>潜在冲突</a:t>
            </a:r>
            <a:r>
              <a:rPr lang="ja-JP" altLang="en-US" sz="1100" dirty="0">
                <a:latin typeface="Noto Sans"/>
                <a:ea typeface="Microsoft YaHei"/>
                <a:cs typeface="Noto Sans"/>
              </a:rPr>
              <a:t>。</a:t>
            </a:r>
          </a:p>
          <a:p>
            <a:pPr marL="171450" indent="-171450" algn="just">
              <a:lnSpc>
                <a:spcPct val="150000"/>
              </a:lnSpc>
              <a:buFont typeface="Arial"/>
              <a:buChar char="•"/>
            </a:pPr>
            <a:endParaRPr lang="ja-JP" altLang="en-US" sz="1100" dirty="0">
              <a:latin typeface="Noto Sans"/>
              <a:ea typeface="Microsoft YaHei"/>
              <a:cs typeface="Noto Sans"/>
            </a:endParaRPr>
          </a:p>
          <a:p>
            <a:pPr marL="171450" indent="-171450" algn="just">
              <a:lnSpc>
                <a:spcPct val="150000"/>
              </a:lnSpc>
              <a:buFont typeface="Arial"/>
              <a:buChar char="•"/>
            </a:pPr>
            <a:r>
              <a:rPr lang="en-US" altLang="ja-JP" sz="1100" dirty="0">
                <a:latin typeface="Noto Sans"/>
                <a:ea typeface="Microsoft YaHei"/>
                <a:cs typeface="Noto Sans"/>
              </a:rPr>
              <a:t>PRINCE2</a:t>
            </a:r>
            <a:r>
              <a:rPr lang="ja-JP" altLang="en-US" sz="1100" dirty="0">
                <a:latin typeface="Noto Sans"/>
                <a:ea typeface="Microsoft YaHei"/>
                <a:cs typeface="Noto Sans"/>
              </a:rPr>
              <a:t>采用</a:t>
            </a:r>
            <a:r>
              <a:rPr lang="ja-JP" altLang="en-US" sz="1100" dirty="0">
                <a:solidFill>
                  <a:srgbClr val="FF0000"/>
                </a:solidFill>
                <a:latin typeface="Noto Sans"/>
                <a:ea typeface="Microsoft YaHei"/>
                <a:cs typeface="Noto Sans"/>
              </a:rPr>
              <a:t>项目总监</a:t>
            </a:r>
            <a:r>
              <a:rPr lang="ja-JP" altLang="en-US" sz="1100" dirty="0">
                <a:latin typeface="Noto Sans"/>
                <a:ea typeface="Microsoft YaHei"/>
                <a:cs typeface="Noto Sans"/>
              </a:rPr>
              <a:t>负责</a:t>
            </a:r>
            <a:r>
              <a:rPr lang="ja-JP" altLang="en-US" sz="1100" dirty="0">
                <a:solidFill>
                  <a:srgbClr val="FF0000"/>
                </a:solidFill>
                <a:latin typeface="Noto Sans"/>
                <a:ea typeface="Microsoft YaHei"/>
                <a:cs typeface="Noto Sans"/>
              </a:rPr>
              <a:t>商业计划 </a:t>
            </a:r>
            <a:r>
              <a:rPr lang="ja-JP" altLang="en-US" sz="1100" dirty="0">
                <a:latin typeface="Noto Sans"/>
                <a:ea typeface="Microsoft YaHei"/>
                <a:cs typeface="Noto Sans"/>
              </a:rPr>
              <a:t>(附录</a:t>
            </a:r>
            <a:r>
              <a:rPr lang="en-US" altLang="ja-JP" sz="1100" dirty="0">
                <a:latin typeface="Noto Sans"/>
                <a:ea typeface="Microsoft YaHei"/>
                <a:cs typeface="Noto Sans"/>
              </a:rPr>
              <a:t>C.2)</a:t>
            </a:r>
            <a:r>
              <a:rPr lang="ja-JP" altLang="en-US" sz="1100" dirty="0">
                <a:latin typeface="Noto Sans"/>
                <a:ea typeface="Microsoft YaHei"/>
                <a:cs typeface="Noto Sans"/>
              </a:rPr>
              <a:t>。</a:t>
            </a:r>
          </a:p>
          <a:p>
            <a:pPr marL="171450" indent="-171450" algn="just">
              <a:lnSpc>
                <a:spcPct val="150000"/>
              </a:lnSpc>
              <a:buFont typeface="Arial"/>
              <a:buChar char="•"/>
            </a:pPr>
            <a:endParaRPr lang="ja-JP" altLang="en-US" sz="1100" dirty="0">
              <a:latin typeface="Noto Sans"/>
              <a:ea typeface="Microsoft YaHei"/>
              <a:cs typeface="Noto Sans"/>
            </a:endParaRPr>
          </a:p>
          <a:p>
            <a:pPr marL="171450" indent="-171450" algn="just">
              <a:lnSpc>
                <a:spcPct val="150000"/>
              </a:lnSpc>
              <a:buFont typeface="Arial"/>
              <a:buChar char="•"/>
            </a:pPr>
            <a:r>
              <a:rPr lang="en-US" sz="1100" dirty="0">
                <a:latin typeface="Noto Sans"/>
                <a:ea typeface="Microsoft YaHei"/>
                <a:cs typeface="Noto Sans"/>
              </a:rPr>
              <a:t>PMBOK</a:t>
            </a:r>
            <a:r>
              <a:rPr lang="ja-JP" altLang="en-US" sz="1100" dirty="0">
                <a:latin typeface="Noto Sans"/>
                <a:ea typeface="Microsoft YaHei"/>
                <a:cs typeface="Noto Sans"/>
              </a:rPr>
              <a:t>认为项目赞助人负责</a:t>
            </a:r>
            <a:r>
              <a:rPr lang="ja-JP" altLang="en-US" sz="1100" dirty="0">
                <a:solidFill>
                  <a:srgbClr val="FF0000"/>
                </a:solidFill>
                <a:latin typeface="Noto Sans"/>
                <a:ea typeface="Microsoft YaHei"/>
                <a:cs typeface="Noto Sans"/>
              </a:rPr>
              <a:t>制定</a:t>
            </a:r>
            <a:r>
              <a:rPr lang="ja-JP" altLang="en-US" sz="1100" dirty="0">
                <a:latin typeface="Noto Sans"/>
                <a:ea typeface="Microsoft YaHei"/>
                <a:cs typeface="Noto Sans"/>
              </a:rPr>
              <a:t>和</a:t>
            </a:r>
            <a:r>
              <a:rPr lang="ja-JP" altLang="en-US" sz="1100" dirty="0">
                <a:solidFill>
                  <a:srgbClr val="FF0000"/>
                </a:solidFill>
                <a:latin typeface="Noto Sans"/>
                <a:ea typeface="Microsoft YaHei"/>
                <a:cs typeface="Noto Sans"/>
              </a:rPr>
              <a:t>维护</a:t>
            </a:r>
            <a:r>
              <a:rPr lang="ja-JP" altLang="en-US" sz="1100" dirty="0">
                <a:latin typeface="Noto Sans"/>
                <a:ea typeface="Microsoft YaHei"/>
                <a:cs typeface="Noto Sans"/>
              </a:rPr>
              <a:t>项目</a:t>
            </a:r>
            <a:r>
              <a:rPr lang="ja-JP" altLang="en-US" sz="1100" dirty="0">
                <a:solidFill>
                  <a:srgbClr val="FF0000"/>
                </a:solidFill>
                <a:latin typeface="Noto Sans"/>
                <a:ea typeface="Microsoft YaHei"/>
                <a:cs typeface="Noto Sans"/>
              </a:rPr>
              <a:t>商业论证文件 </a:t>
            </a:r>
            <a:r>
              <a:rPr lang="en-US" altLang="ja-JP" sz="1100" dirty="0">
                <a:latin typeface="Noto Sans"/>
                <a:ea typeface="Microsoft YaHei"/>
                <a:cs typeface="Noto Sans"/>
              </a:rPr>
              <a:t>(</a:t>
            </a:r>
            <a:r>
              <a:rPr lang="en-US" altLang="ja-JP" sz="1100" dirty="0">
                <a:latin typeface="Noto Sans"/>
                <a:ea typeface="+mn-lt"/>
                <a:cs typeface="Noto Sans"/>
              </a:rPr>
              <a:t>P</a:t>
            </a:r>
            <a:r>
              <a:rPr lang="ja-JP" sz="1100" dirty="0">
                <a:latin typeface="Noto Sans"/>
                <a:ea typeface="Microsoft YaHei"/>
                <a:cs typeface="Noto Sans"/>
              </a:rPr>
              <a:t>第</a:t>
            </a:r>
            <a:r>
              <a:rPr lang="en-US" altLang="ja-JP" sz="1100" dirty="0">
                <a:latin typeface="Noto Sans"/>
                <a:ea typeface="+mn-lt"/>
                <a:cs typeface="Noto Sans"/>
              </a:rPr>
              <a:t>6</a:t>
            </a:r>
            <a:r>
              <a:rPr lang="ja-JP" sz="1100" dirty="0">
                <a:latin typeface="Noto Sans"/>
                <a:ea typeface="Microsoft YaHei"/>
                <a:cs typeface="Noto Sans"/>
              </a:rPr>
              <a:t>版，</a:t>
            </a:r>
            <a:r>
              <a:rPr lang="en-US" altLang="ja-JP" sz="1100" dirty="0">
                <a:latin typeface="Noto Sans"/>
                <a:ea typeface="+mn-lt"/>
                <a:cs typeface="Noto Sans"/>
              </a:rPr>
              <a:t>1.2.6</a:t>
            </a:r>
            <a:r>
              <a:rPr lang="ja-JP" sz="1100" dirty="0">
                <a:latin typeface="Noto Sans"/>
                <a:ea typeface="Microsoft YaHei"/>
                <a:cs typeface="Noto Sans"/>
              </a:rPr>
              <a:t>节</a:t>
            </a:r>
            <a:r>
              <a:rPr lang="en-US" altLang="ja-JP" sz="1100" dirty="0">
                <a:latin typeface="Noto Sans"/>
                <a:ea typeface="Microsoft YaHei"/>
                <a:cs typeface="Noto Sans"/>
              </a:rPr>
              <a:t>)</a:t>
            </a:r>
            <a:r>
              <a:rPr lang="ja-JP" altLang="en-US" sz="1100" dirty="0">
                <a:latin typeface="Noto Sans"/>
                <a:ea typeface="Microsoft YaHei"/>
                <a:cs typeface="Noto Sans"/>
              </a:rPr>
              <a:t> ，确保</a:t>
            </a:r>
            <a:r>
              <a:rPr lang="ja-JP" altLang="en-US" sz="1100" dirty="0">
                <a:solidFill>
                  <a:srgbClr val="FF0000"/>
                </a:solidFill>
                <a:latin typeface="Noto Sans"/>
                <a:ea typeface="Microsoft YaHei"/>
                <a:cs typeface="Noto Sans"/>
              </a:rPr>
              <a:t>项目</a:t>
            </a:r>
            <a:r>
              <a:rPr lang="ja-JP" altLang="en-US" sz="1100" dirty="0">
                <a:latin typeface="Noto Sans"/>
                <a:ea typeface="Microsoft YaHei"/>
                <a:cs typeface="Noto Sans"/>
              </a:rPr>
              <a:t>目标与</a:t>
            </a:r>
            <a:r>
              <a:rPr lang="ja-JP" altLang="en-US" sz="1100" dirty="0">
                <a:solidFill>
                  <a:srgbClr val="FF0000"/>
                </a:solidFill>
                <a:latin typeface="Noto Sans"/>
                <a:ea typeface="Microsoft YaHei"/>
                <a:cs typeface="Noto Sans"/>
              </a:rPr>
              <a:t>组织</a:t>
            </a:r>
            <a:r>
              <a:rPr lang="ja-JP" altLang="en-US" sz="1100" dirty="0">
                <a:latin typeface="Noto Sans"/>
                <a:ea typeface="Microsoft YaHei"/>
                <a:cs typeface="Noto Sans"/>
              </a:rPr>
              <a:t>目标一致，并支持项目经理和团队，提供决策</a:t>
            </a:r>
            <a:r>
              <a:rPr lang="ja-JP" altLang="en-US" sz="1100" dirty="0">
                <a:solidFill>
                  <a:srgbClr val="FF0000"/>
                </a:solidFill>
                <a:latin typeface="Noto Sans"/>
                <a:ea typeface="Microsoft YaHei"/>
                <a:cs typeface="Noto Sans"/>
              </a:rPr>
              <a:t>指导</a:t>
            </a:r>
            <a:r>
              <a:rPr lang="ja-JP" altLang="en-US" sz="1100" dirty="0">
                <a:latin typeface="Noto Sans"/>
                <a:ea typeface="Microsoft YaHei"/>
                <a:cs typeface="Noto Sans"/>
              </a:rPr>
              <a:t>和</a:t>
            </a:r>
            <a:r>
              <a:rPr lang="ja-JP" altLang="en-US" sz="1100" dirty="0">
                <a:solidFill>
                  <a:srgbClr val="FF0000"/>
                </a:solidFill>
                <a:latin typeface="Noto Sans"/>
                <a:ea typeface="Microsoft YaHei"/>
                <a:cs typeface="Noto Sans"/>
              </a:rPr>
              <a:t>监督</a:t>
            </a:r>
            <a:r>
              <a:rPr lang="ja-JP" altLang="en-US" sz="1100" dirty="0">
                <a:latin typeface="Noto Sans"/>
                <a:ea typeface="Microsoft YaHei"/>
                <a:cs typeface="Noto Sans"/>
              </a:rPr>
              <a:t> (第</a:t>
            </a:r>
            <a:r>
              <a:rPr lang="en-US" sz="1100" dirty="0">
                <a:latin typeface="Noto Sans"/>
                <a:ea typeface="Microsoft YaHei"/>
                <a:cs typeface="Noto Sans"/>
              </a:rPr>
              <a:t>7</a:t>
            </a:r>
            <a:r>
              <a:rPr lang="ja-JP" altLang="en-US" sz="1100" dirty="0">
                <a:latin typeface="Noto Sans"/>
                <a:ea typeface="Microsoft YaHei"/>
                <a:cs typeface="Noto Sans"/>
              </a:rPr>
              <a:t>版，附录</a:t>
            </a:r>
            <a:r>
              <a:rPr lang="en-US" sz="1100" dirty="0">
                <a:latin typeface="Noto Sans"/>
                <a:ea typeface="Microsoft YaHei"/>
                <a:cs typeface="Noto Sans"/>
              </a:rPr>
              <a:t>X2</a:t>
            </a:r>
            <a:r>
              <a:rPr lang="en-US" altLang="ja-JP" sz="1100" dirty="0">
                <a:latin typeface="Noto Sans"/>
                <a:ea typeface="Microsoft YaHei"/>
                <a:cs typeface="Noto Sans"/>
              </a:rPr>
              <a:t>)</a:t>
            </a:r>
            <a:r>
              <a:rPr lang="ja-JP" sz="1100" dirty="0">
                <a:latin typeface="仿宋"/>
                <a:ea typeface="仿宋"/>
                <a:cs typeface="Noto Sans"/>
              </a:rPr>
              <a:t>。</a:t>
            </a:r>
            <a:endParaRPr lang="ja-JP" altLang="en-US" sz="1100" dirty="0">
              <a:latin typeface="Noto Sans"/>
              <a:ea typeface="Microsoft YaHei"/>
              <a:cs typeface="Noto Sans"/>
            </a:endParaRPr>
          </a:p>
        </p:txBody>
      </p:sp>
    </p:spTree>
    <p:custDataLst>
      <p:tags r:id="rId1"/>
    </p:custDataLst>
    <p:extLst>
      <p:ext uri="{BB962C8B-B14F-4D97-AF65-F5344CB8AC3E}">
        <p14:creationId xmlns:p14="http://schemas.microsoft.com/office/powerpoint/2010/main" val="25555541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0681C-E8F0-A1D7-2DFE-D0B2057E0B65}"/>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D68B6F3E-BC33-7836-3A1E-E6E2EC50EFF3}"/>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A62E56DF-89DA-5663-A5C6-C597CED7A613}"/>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A03EFA46-E621-C2B9-9DD8-B9F8FCF59E0D}"/>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2BB78E5F-F14D-BC31-C059-D0CF1DC4EF22}"/>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911A7DA5-7562-4BD3-B7AB-0AC55B54AE92}"/>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ABD80F21-8E5F-E7EB-F6CB-66A456799814}"/>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6.2</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D7DBFA5E-6453-1012-596F-B87B26F1E6A9}"/>
              </a:ext>
            </a:extLst>
          </p:cNvPr>
          <p:cNvSpPr txBox="1"/>
          <p:nvPr>
            <p:custDataLst>
              <p:tags r:id="rId6"/>
            </p:custDataLst>
          </p:nvPr>
        </p:nvSpPr>
        <p:spPr>
          <a:xfrm>
            <a:off x="1147763" y="238125"/>
            <a:ext cx="3143250" cy="369332"/>
          </a:xfrm>
          <a:prstGeom prst="rect">
            <a:avLst/>
          </a:prstGeom>
          <a:noFill/>
        </p:spPr>
        <p:txBody>
          <a:bodyPr wrap="square" lIns="91440" tIns="45720" rIns="91440" bIns="45720" rtlCol="0" anchor="t">
            <a:spAutoFit/>
          </a:bodyPr>
          <a:lstStyle/>
          <a:p>
            <a:pPr lvl="0" algn="l">
              <a:buClrTx/>
              <a:buSzTx/>
              <a:buFontTx/>
            </a:pPr>
            <a:r>
              <a:rPr lang="zh-CN" altLang="en-US" b="1" dirty="0">
                <a:solidFill>
                  <a:schemeClr val="bg1"/>
                </a:solidFill>
                <a:latin typeface="Microsoft YaHei"/>
                <a:ea typeface="Microsoft YaHei"/>
                <a:cs typeface="Noto Sans"/>
                <a:sym typeface="+mn-ea"/>
              </a:rPr>
              <a:t>项目组织的关键角色</a:t>
            </a:r>
          </a:p>
        </p:txBody>
      </p:sp>
      <p:pic>
        <p:nvPicPr>
          <p:cNvPr id="23" name="Image 5" descr="preencoded.png">
            <a:extLst>
              <a:ext uri="{FF2B5EF4-FFF2-40B4-BE49-F238E27FC236}">
                <a16:creationId xmlns:a16="http://schemas.microsoft.com/office/drawing/2014/main" id="{B12DAC48-D799-4D37-B701-60097905F83F}"/>
              </a:ext>
            </a:extLst>
          </p:cNvPr>
          <p:cNvPicPr>
            <a:picLocks noChangeAspect="1"/>
          </p:cNvPicPr>
          <p:nvPr/>
        </p:nvPicPr>
        <p:blipFill>
          <a:blip r:embed="rId9"/>
          <a:stretch>
            <a:fillRect/>
          </a:stretch>
        </p:blipFill>
        <p:spPr>
          <a:xfrm>
            <a:off x="1198655" y="1494676"/>
            <a:ext cx="214313" cy="171450"/>
          </a:xfrm>
          <a:prstGeom prst="rect">
            <a:avLst/>
          </a:prstGeom>
        </p:spPr>
      </p:pic>
      <p:sp>
        <p:nvSpPr>
          <p:cNvPr id="6" name="TextBox 5">
            <a:extLst>
              <a:ext uri="{FF2B5EF4-FFF2-40B4-BE49-F238E27FC236}">
                <a16:creationId xmlns:a16="http://schemas.microsoft.com/office/drawing/2014/main" id="{08E9130A-E67A-C4D7-A508-E4145E9B2CA6}"/>
              </a:ext>
            </a:extLst>
          </p:cNvPr>
          <p:cNvSpPr txBox="1"/>
          <p:nvPr/>
        </p:nvSpPr>
        <p:spPr>
          <a:xfrm>
            <a:off x="1198654" y="1924215"/>
            <a:ext cx="7559863" cy="26244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1200" dirty="0">
                <a:latin typeface="Noto Sans"/>
                <a:ea typeface="Microsoft YaHei"/>
                <a:cs typeface="Noto Sans"/>
              </a:rPr>
              <a:t>各知识体系对</a:t>
            </a:r>
            <a:r>
              <a:rPr lang="ja-JP" sz="1200" dirty="0">
                <a:solidFill>
                  <a:srgbClr val="FF0000"/>
                </a:solidFill>
                <a:latin typeface="Noto Sans"/>
                <a:ea typeface="Microsoft YaHei"/>
                <a:cs typeface="Noto Sans"/>
              </a:rPr>
              <a:t>项目经理</a:t>
            </a:r>
            <a:r>
              <a:rPr lang="ja-JP" sz="1200" dirty="0">
                <a:latin typeface="Noto Sans"/>
                <a:ea typeface="Microsoft YaHei"/>
                <a:cs typeface="Noto Sans"/>
              </a:rPr>
              <a:t>与</a:t>
            </a:r>
            <a:r>
              <a:rPr lang="ja-JP" sz="1200" dirty="0">
                <a:solidFill>
                  <a:srgbClr val="FF0000"/>
                </a:solidFill>
                <a:latin typeface="Noto Sans"/>
                <a:ea typeface="Microsoft YaHei"/>
                <a:cs typeface="Noto Sans"/>
              </a:rPr>
              <a:t>项目团队</a:t>
            </a:r>
            <a:r>
              <a:rPr lang="ja-JP" sz="1200" dirty="0">
                <a:latin typeface="Noto Sans"/>
                <a:ea typeface="Microsoft YaHei"/>
                <a:cs typeface="Noto Sans"/>
              </a:rPr>
              <a:t>的</a:t>
            </a:r>
            <a:r>
              <a:rPr lang="ja-JP" sz="1200" dirty="0">
                <a:solidFill>
                  <a:srgbClr val="FF0000"/>
                </a:solidFill>
                <a:latin typeface="Noto Sans"/>
                <a:ea typeface="Microsoft YaHei"/>
                <a:cs typeface="Noto Sans"/>
              </a:rPr>
              <a:t>角色</a:t>
            </a:r>
            <a:r>
              <a:rPr lang="ja-JP" sz="1200" dirty="0">
                <a:latin typeface="Noto Sans"/>
                <a:ea typeface="Microsoft YaHei"/>
                <a:cs typeface="Noto Sans"/>
              </a:rPr>
              <a:t>和</a:t>
            </a:r>
            <a:r>
              <a:rPr lang="ja-JP" sz="1200" dirty="0">
                <a:solidFill>
                  <a:srgbClr val="FF0000"/>
                </a:solidFill>
                <a:latin typeface="Noto Sans"/>
                <a:ea typeface="Microsoft YaHei"/>
                <a:cs typeface="Noto Sans"/>
              </a:rPr>
              <a:t>工作范围</a:t>
            </a:r>
            <a:r>
              <a:rPr lang="ja-JP" sz="1200" dirty="0">
                <a:latin typeface="Noto Sans"/>
                <a:ea typeface="Microsoft YaHei"/>
                <a:cs typeface="Noto Sans"/>
              </a:rPr>
              <a:t>也做了区分</a:t>
            </a:r>
            <a:r>
              <a:rPr lang="ja-JP" altLang="en-US" sz="1200" dirty="0">
                <a:latin typeface="Noto Sans"/>
                <a:ea typeface="Microsoft YaHei"/>
                <a:cs typeface="Noto Sans"/>
              </a:rPr>
              <a:t>：</a:t>
            </a:r>
            <a:endParaRPr lang="en-US" altLang="ja-JP" sz="1200" dirty="0">
              <a:latin typeface="Noto Sans"/>
              <a:ea typeface="Noto Sans"/>
              <a:cs typeface="Noto Sans"/>
            </a:endParaRPr>
          </a:p>
          <a:p>
            <a:endParaRPr lang="ja-JP" altLang="en-US" sz="1200" dirty="0">
              <a:latin typeface="Noto Sans"/>
              <a:ea typeface="Microsoft YaHei"/>
              <a:cs typeface="Noto Sans"/>
            </a:endParaRPr>
          </a:p>
          <a:p>
            <a:pPr marL="171450" indent="-171450">
              <a:lnSpc>
                <a:spcPct val="200000"/>
              </a:lnSpc>
              <a:buFont typeface="Arial"/>
              <a:buChar char="•"/>
            </a:pPr>
            <a:r>
              <a:rPr lang="en-US" sz="1200" dirty="0">
                <a:latin typeface="Noto Sans"/>
                <a:ea typeface="Noto Sans"/>
                <a:cs typeface="Noto Sans"/>
              </a:rPr>
              <a:t>ISO21502</a:t>
            </a:r>
            <a:r>
              <a:rPr lang="ja-JP" altLang="en-US" sz="1200" dirty="0">
                <a:latin typeface="Noto Sans"/>
                <a:ea typeface="Microsoft YaHei"/>
                <a:cs typeface="Noto Sans"/>
              </a:rPr>
              <a:t>区分了</a:t>
            </a:r>
            <a:r>
              <a:rPr lang="ja-JP" altLang="en-US" sz="1200" dirty="0">
                <a:solidFill>
                  <a:srgbClr val="FF0000"/>
                </a:solidFill>
                <a:latin typeface="Noto Sans"/>
                <a:ea typeface="Microsoft YaHei"/>
                <a:cs typeface="Noto Sans"/>
              </a:rPr>
              <a:t>项目管理者</a:t>
            </a:r>
            <a:r>
              <a:rPr lang="ja-JP" altLang="en-US" sz="1200" dirty="0">
                <a:latin typeface="Noto Sans"/>
                <a:ea typeface="Microsoft YaHei"/>
                <a:cs typeface="Noto Sans"/>
              </a:rPr>
              <a:t>、</a:t>
            </a:r>
            <a:r>
              <a:rPr lang="ja-JP" altLang="en-US" sz="1200" dirty="0">
                <a:solidFill>
                  <a:srgbClr val="FF0000"/>
                </a:solidFill>
                <a:latin typeface="Noto Sans"/>
                <a:ea typeface="Microsoft YaHei"/>
                <a:cs typeface="Noto Sans"/>
              </a:rPr>
              <a:t>工作包负责人</a:t>
            </a:r>
            <a:r>
              <a:rPr lang="ja-JP" altLang="en-US" sz="1200" dirty="0">
                <a:latin typeface="Noto Sans"/>
                <a:ea typeface="Microsoft YaHei"/>
                <a:cs typeface="Noto Sans"/>
              </a:rPr>
              <a:t>和</a:t>
            </a:r>
            <a:r>
              <a:rPr lang="ja-JP" altLang="en-US" sz="1200" dirty="0">
                <a:solidFill>
                  <a:srgbClr val="FF0000"/>
                </a:solidFill>
                <a:latin typeface="Noto Sans"/>
                <a:ea typeface="Microsoft YaHei"/>
                <a:cs typeface="Noto Sans"/>
              </a:rPr>
              <a:t>项目团队成员</a:t>
            </a:r>
            <a:r>
              <a:rPr lang="ja-JP" altLang="en-US" sz="1200" dirty="0">
                <a:latin typeface="Noto Sans"/>
                <a:ea typeface="Microsoft YaHei"/>
                <a:cs typeface="Noto Sans"/>
              </a:rPr>
              <a:t>。</a:t>
            </a:r>
          </a:p>
          <a:p>
            <a:pPr marL="171450" indent="-171450">
              <a:lnSpc>
                <a:spcPct val="200000"/>
              </a:lnSpc>
              <a:buFont typeface="Arial"/>
              <a:buChar char="•"/>
            </a:pPr>
            <a:r>
              <a:rPr lang="en-US" altLang="ja-JP" sz="1200" dirty="0">
                <a:latin typeface="Noto Sans"/>
                <a:ea typeface="Noto Sans"/>
                <a:cs typeface="Noto Sans"/>
              </a:rPr>
              <a:t>PM</a:t>
            </a:r>
            <a:r>
              <a:rPr lang="en-US" sz="1200" baseline="30000" dirty="0">
                <a:latin typeface="Noto Sans"/>
                <a:ea typeface="Noto Sans"/>
                <a:cs typeface="Noto Sans"/>
              </a:rPr>
              <a:t>2</a:t>
            </a:r>
            <a:r>
              <a:rPr lang="ja-JP" sz="1200" dirty="0">
                <a:latin typeface="Noto Sans"/>
                <a:ea typeface="Microsoft YaHei"/>
                <a:cs typeface="Noto Sans"/>
              </a:rPr>
              <a:t>分为</a:t>
            </a:r>
            <a:r>
              <a:rPr lang="ja-JP" sz="1200" dirty="0">
                <a:solidFill>
                  <a:srgbClr val="FF0000"/>
                </a:solidFill>
                <a:latin typeface="Noto Sans"/>
                <a:ea typeface="Microsoft YaHei"/>
                <a:cs typeface="Noto Sans"/>
              </a:rPr>
              <a:t>项目经理</a:t>
            </a:r>
            <a:r>
              <a:rPr lang="ja-JP" sz="1200" dirty="0">
                <a:latin typeface="Noto Sans"/>
                <a:ea typeface="Microsoft YaHei"/>
                <a:cs typeface="Noto Sans"/>
              </a:rPr>
              <a:t>和</a:t>
            </a:r>
            <a:r>
              <a:rPr lang="ja-JP" sz="1200" dirty="0">
                <a:solidFill>
                  <a:srgbClr val="FF0000"/>
                </a:solidFill>
                <a:latin typeface="Noto Sans"/>
                <a:ea typeface="Microsoft YaHei"/>
                <a:cs typeface="Noto Sans"/>
              </a:rPr>
              <a:t>项目核心团队</a:t>
            </a:r>
            <a:r>
              <a:rPr lang="ja-JP" altLang="en-US" sz="1200" dirty="0">
                <a:latin typeface="Noto Sans"/>
                <a:ea typeface="Microsoft YaHei"/>
                <a:cs typeface="Noto Sans"/>
              </a:rPr>
              <a:t>。</a:t>
            </a:r>
          </a:p>
          <a:p>
            <a:pPr marL="171450" indent="-171450">
              <a:lnSpc>
                <a:spcPct val="200000"/>
              </a:lnSpc>
              <a:buFont typeface="Arial"/>
              <a:buChar char="•"/>
            </a:pPr>
            <a:r>
              <a:rPr lang="en-US" altLang="ja-JP" sz="1200" dirty="0">
                <a:latin typeface="Noto Sans"/>
                <a:ea typeface="Noto Sans"/>
                <a:cs typeface="Noto Sans"/>
              </a:rPr>
              <a:t>PRINCE2</a:t>
            </a:r>
            <a:r>
              <a:rPr lang="ja-JP" sz="1200" dirty="0">
                <a:latin typeface="Noto Sans"/>
                <a:ea typeface="Microsoft YaHei"/>
                <a:cs typeface="Noto Sans"/>
              </a:rPr>
              <a:t>中项目管理团队包括</a:t>
            </a:r>
            <a:r>
              <a:rPr lang="ja-JP" sz="1200" dirty="0">
                <a:solidFill>
                  <a:srgbClr val="FF0000"/>
                </a:solidFill>
                <a:latin typeface="Noto Sans"/>
                <a:ea typeface="Microsoft YaHei"/>
                <a:cs typeface="Noto Sans"/>
              </a:rPr>
              <a:t>指导层</a:t>
            </a:r>
            <a:r>
              <a:rPr lang="ja-JP" altLang="en-US" sz="1200" dirty="0">
                <a:latin typeface="Noto Sans"/>
                <a:ea typeface="Microsoft YaHei"/>
                <a:cs typeface="Noto Sans"/>
              </a:rPr>
              <a:t> </a:t>
            </a:r>
            <a:r>
              <a:rPr lang="en-US" altLang="ja-JP" sz="1200" dirty="0">
                <a:latin typeface="Noto Sans"/>
                <a:ea typeface="Noto Sans"/>
                <a:cs typeface="Noto Sans"/>
              </a:rPr>
              <a:t>(</a:t>
            </a:r>
            <a:r>
              <a:rPr lang="ja-JP" sz="1200" dirty="0">
                <a:latin typeface="Noto Sans"/>
                <a:ea typeface="Microsoft YaHei"/>
                <a:cs typeface="Noto Sans"/>
              </a:rPr>
              <a:t>项目管理委员会</a:t>
            </a:r>
            <a:r>
              <a:rPr lang="en-US" altLang="ja-JP" sz="1200" dirty="0">
                <a:latin typeface="Noto Sans"/>
                <a:ea typeface="Noto Sans"/>
                <a:cs typeface="Noto Sans"/>
              </a:rPr>
              <a:t>)</a:t>
            </a:r>
            <a:r>
              <a:rPr lang="ja-JP" sz="1200" dirty="0">
                <a:latin typeface="Noto Sans"/>
                <a:ea typeface="Microsoft YaHei"/>
                <a:cs typeface="Noto Sans"/>
              </a:rPr>
              <a:t>、</a:t>
            </a:r>
            <a:r>
              <a:rPr lang="ja-JP" sz="1200" dirty="0">
                <a:solidFill>
                  <a:srgbClr val="FF0000"/>
                </a:solidFill>
                <a:latin typeface="Noto Sans"/>
                <a:ea typeface="Microsoft YaHei"/>
                <a:cs typeface="Noto Sans"/>
              </a:rPr>
              <a:t>管理</a:t>
            </a:r>
            <a:r>
              <a:rPr lang="ja-JP" altLang="en-US" sz="1200" dirty="0">
                <a:latin typeface="Noto Sans"/>
                <a:ea typeface="Microsoft YaHei"/>
                <a:cs typeface="Noto Sans"/>
              </a:rPr>
              <a:t> </a:t>
            </a:r>
            <a:r>
              <a:rPr lang="en-US" altLang="ja-JP" sz="1200" dirty="0">
                <a:latin typeface="Noto Sans"/>
                <a:ea typeface="Noto Sans"/>
                <a:cs typeface="Noto Sans"/>
              </a:rPr>
              <a:t>(</a:t>
            </a:r>
            <a:r>
              <a:rPr lang="ja-JP" sz="1200" dirty="0">
                <a:latin typeface="Noto Sans"/>
                <a:ea typeface="Microsoft YaHei"/>
                <a:cs typeface="Noto Sans"/>
              </a:rPr>
              <a:t>项目经理</a:t>
            </a:r>
            <a:r>
              <a:rPr lang="en-US" altLang="ja-JP" sz="1200" dirty="0">
                <a:latin typeface="Noto Sans"/>
                <a:ea typeface="Noto Sans"/>
                <a:cs typeface="Noto Sans"/>
              </a:rPr>
              <a:t>)</a:t>
            </a:r>
            <a:r>
              <a:rPr lang="ja-JP" sz="1200" dirty="0">
                <a:latin typeface="Noto Sans"/>
                <a:ea typeface="Microsoft YaHei"/>
                <a:cs typeface="Noto Sans"/>
              </a:rPr>
              <a:t>、</a:t>
            </a:r>
            <a:r>
              <a:rPr lang="ja-JP" sz="1200" dirty="0">
                <a:solidFill>
                  <a:srgbClr val="FF0000"/>
                </a:solidFill>
                <a:latin typeface="Noto Sans"/>
                <a:ea typeface="Microsoft YaHei"/>
                <a:cs typeface="Noto Sans"/>
              </a:rPr>
              <a:t>交付</a:t>
            </a:r>
            <a:r>
              <a:rPr lang="ja-JP" altLang="en-US" sz="1200" dirty="0">
                <a:latin typeface="Noto Sans"/>
                <a:ea typeface="Microsoft YaHei"/>
                <a:cs typeface="Noto Sans"/>
              </a:rPr>
              <a:t> </a:t>
            </a:r>
            <a:r>
              <a:rPr lang="en-US" altLang="ja-JP" sz="1200" dirty="0">
                <a:latin typeface="Noto Sans"/>
                <a:ea typeface="Noto Sans"/>
                <a:cs typeface="Noto Sans"/>
              </a:rPr>
              <a:t>(</a:t>
            </a:r>
            <a:r>
              <a:rPr lang="ja-JP" sz="1200" dirty="0">
                <a:latin typeface="Noto Sans"/>
                <a:ea typeface="Microsoft YaHei"/>
                <a:cs typeface="Noto Sans"/>
              </a:rPr>
              <a:t>小组经理</a:t>
            </a:r>
            <a:r>
              <a:rPr lang="en-US" altLang="ja-JP" sz="1200" dirty="0">
                <a:latin typeface="Noto Sans"/>
                <a:ea typeface="Noto Sans"/>
                <a:cs typeface="Noto Sans"/>
              </a:rPr>
              <a:t>)</a:t>
            </a:r>
            <a:r>
              <a:rPr lang="ja-JP" altLang="en-US" sz="1200" dirty="0">
                <a:latin typeface="Noto Sans"/>
                <a:ea typeface="Microsoft YaHei"/>
                <a:cs typeface="Noto Sans"/>
              </a:rPr>
              <a:t>；</a:t>
            </a:r>
            <a:r>
              <a:rPr lang="en-US" altLang="ja-JP" sz="1200" dirty="0">
                <a:latin typeface="Noto Sans"/>
                <a:ea typeface="Noto Sans"/>
                <a:cs typeface="Noto Sans"/>
              </a:rPr>
              <a:t>PMBOK</a:t>
            </a:r>
            <a:r>
              <a:rPr lang="zh-CN" altLang="en-US" sz="1200" dirty="0">
                <a:latin typeface="Noto Sans"/>
                <a:ea typeface="Noto Sans"/>
                <a:cs typeface="Noto Sans"/>
              </a:rPr>
              <a:t>指南</a:t>
            </a:r>
            <a:r>
              <a:rPr lang="ja-JP" sz="1200" dirty="0">
                <a:latin typeface="Noto Sans"/>
                <a:ea typeface="Microsoft YaHei"/>
                <a:cs typeface="Noto Sans"/>
              </a:rPr>
              <a:t>区分了</a:t>
            </a:r>
            <a:r>
              <a:rPr lang="ja-JP" sz="1200" dirty="0">
                <a:solidFill>
                  <a:srgbClr val="FF0000"/>
                </a:solidFill>
                <a:latin typeface="Noto Sans"/>
                <a:ea typeface="Microsoft YaHei"/>
                <a:cs typeface="Noto Sans"/>
              </a:rPr>
              <a:t>项目经理</a:t>
            </a:r>
            <a:r>
              <a:rPr lang="ja-JP" sz="1200" dirty="0">
                <a:latin typeface="Noto Sans"/>
                <a:ea typeface="Microsoft YaHei"/>
                <a:cs typeface="Noto Sans"/>
              </a:rPr>
              <a:t>、</a:t>
            </a:r>
            <a:r>
              <a:rPr lang="ja-JP" sz="1200" dirty="0">
                <a:solidFill>
                  <a:srgbClr val="FF0000"/>
                </a:solidFill>
                <a:latin typeface="Noto Sans"/>
                <a:ea typeface="Microsoft YaHei"/>
                <a:cs typeface="Noto Sans"/>
              </a:rPr>
              <a:t>项目管理团队</a:t>
            </a:r>
            <a:r>
              <a:rPr lang="ja-JP" sz="1200" dirty="0">
                <a:latin typeface="Noto Sans"/>
                <a:ea typeface="Microsoft YaHei"/>
                <a:cs typeface="Noto Sans"/>
              </a:rPr>
              <a:t>、</a:t>
            </a:r>
            <a:r>
              <a:rPr lang="ja-JP" sz="1200" dirty="0">
                <a:solidFill>
                  <a:srgbClr val="FF0000"/>
                </a:solidFill>
                <a:latin typeface="Noto Sans"/>
                <a:ea typeface="Microsoft YaHei"/>
                <a:cs typeface="Noto Sans"/>
              </a:rPr>
              <a:t>项目团队</a:t>
            </a:r>
            <a:r>
              <a:rPr lang="ja-JP" altLang="en-US" sz="1200" dirty="0">
                <a:latin typeface="Noto Sans"/>
                <a:ea typeface="Microsoft YaHei"/>
                <a:cs typeface="Noto Sans"/>
              </a:rPr>
              <a:t>。</a:t>
            </a:r>
          </a:p>
          <a:p>
            <a:pPr marL="171450" indent="-171450">
              <a:lnSpc>
                <a:spcPct val="200000"/>
              </a:lnSpc>
              <a:buFont typeface="Arial"/>
              <a:buChar char="•"/>
            </a:pPr>
            <a:r>
              <a:rPr lang="en-US" altLang="ja-JP" sz="1200" dirty="0">
                <a:latin typeface="Noto Sans"/>
                <a:ea typeface="Noto Sans"/>
                <a:cs typeface="Noto Sans"/>
              </a:rPr>
              <a:t>PMBOK</a:t>
            </a:r>
            <a:r>
              <a:rPr lang="ja-JP" sz="1200" dirty="0">
                <a:latin typeface="Noto Sans"/>
                <a:ea typeface="Microsoft YaHei"/>
                <a:cs typeface="Noto Sans"/>
              </a:rPr>
              <a:t>指南</a:t>
            </a:r>
            <a:r>
              <a:rPr lang="ja-JP" altLang="en-US" sz="1200" dirty="0">
                <a:latin typeface="Noto Sans"/>
                <a:ea typeface="Microsoft YaHei"/>
                <a:cs typeface="Noto Sans"/>
              </a:rPr>
              <a:t> </a:t>
            </a:r>
            <a:r>
              <a:rPr lang="en-US" altLang="ja-JP" sz="1200" dirty="0">
                <a:latin typeface="Noto Sans"/>
                <a:ea typeface="Noto Sans"/>
                <a:cs typeface="Noto Sans"/>
              </a:rPr>
              <a:t>(</a:t>
            </a:r>
            <a:r>
              <a:rPr lang="ja-JP" sz="1200" dirty="0">
                <a:latin typeface="Noto Sans"/>
                <a:ea typeface="Microsoft YaHei"/>
                <a:cs typeface="Noto Sans"/>
              </a:rPr>
              <a:t>第</a:t>
            </a:r>
            <a:r>
              <a:rPr lang="en-US" altLang="ja-JP" sz="1200" dirty="0">
                <a:latin typeface="Noto Sans"/>
                <a:ea typeface="Noto Sans"/>
                <a:cs typeface="Noto Sans"/>
              </a:rPr>
              <a:t>7</a:t>
            </a:r>
            <a:r>
              <a:rPr lang="ja-JP" sz="1200" dirty="0">
                <a:latin typeface="Noto Sans"/>
                <a:ea typeface="Microsoft YaHei"/>
                <a:cs typeface="Noto Sans"/>
              </a:rPr>
              <a:t>版</a:t>
            </a:r>
            <a:r>
              <a:rPr lang="en-US" altLang="ja-JP" sz="1200" dirty="0">
                <a:latin typeface="Noto Sans"/>
                <a:ea typeface="Noto Sans"/>
                <a:cs typeface="Noto Sans"/>
              </a:rPr>
              <a:t>)</a:t>
            </a:r>
            <a:r>
              <a:rPr lang="ja-JP" altLang="en-US" sz="1200" dirty="0">
                <a:latin typeface="Noto Sans"/>
                <a:ea typeface="Microsoft YaHei"/>
                <a:cs typeface="Noto Sans"/>
              </a:rPr>
              <a:t> </a:t>
            </a:r>
            <a:r>
              <a:rPr lang="ja-JP" sz="1200" dirty="0">
                <a:latin typeface="Noto Sans"/>
                <a:ea typeface="Microsoft YaHei"/>
                <a:cs typeface="Noto Sans"/>
              </a:rPr>
              <a:t>提出，</a:t>
            </a:r>
            <a:r>
              <a:rPr lang="ja-JP" sz="1200" dirty="0">
                <a:solidFill>
                  <a:srgbClr val="FF0000"/>
                </a:solidFill>
                <a:latin typeface="Noto Sans"/>
                <a:ea typeface="Microsoft YaHei"/>
                <a:cs typeface="Noto Sans"/>
              </a:rPr>
              <a:t>项目经理</a:t>
            </a:r>
            <a:r>
              <a:rPr lang="ja-JP" sz="1200" dirty="0">
                <a:latin typeface="Noto Sans"/>
                <a:ea typeface="Microsoft YaHei"/>
                <a:cs typeface="Noto Sans"/>
              </a:rPr>
              <a:t>由</a:t>
            </a:r>
            <a:r>
              <a:rPr lang="ja-JP" sz="1200" dirty="0">
                <a:solidFill>
                  <a:srgbClr val="FF0000"/>
                </a:solidFill>
                <a:latin typeface="Noto Sans"/>
                <a:ea typeface="Microsoft YaHei"/>
                <a:cs typeface="Noto Sans"/>
              </a:rPr>
              <a:t>执行组织</a:t>
            </a:r>
            <a:r>
              <a:rPr lang="ja-JP" sz="1200" dirty="0">
                <a:latin typeface="Noto Sans"/>
                <a:ea typeface="Microsoft YaHei"/>
                <a:cs typeface="Noto Sans"/>
              </a:rPr>
              <a:t>委派，领导项目团队实现项目目标；项目管理团队</a:t>
            </a:r>
            <a:r>
              <a:rPr lang="ja-JP" sz="1200" dirty="0">
                <a:solidFill>
                  <a:srgbClr val="FF0000"/>
                </a:solidFill>
                <a:latin typeface="Noto Sans"/>
                <a:ea typeface="Microsoft YaHei"/>
                <a:cs typeface="Noto Sans"/>
              </a:rPr>
              <a:t>参与</a:t>
            </a:r>
            <a:r>
              <a:rPr lang="ja-JP" sz="1200" dirty="0">
                <a:latin typeface="Noto Sans"/>
                <a:ea typeface="Microsoft YaHei"/>
                <a:cs typeface="Noto Sans"/>
              </a:rPr>
              <a:t>项目管理活动；项目团队</a:t>
            </a:r>
            <a:r>
              <a:rPr lang="ja-JP" sz="1200" dirty="0">
                <a:solidFill>
                  <a:srgbClr val="FF0000"/>
                </a:solidFill>
                <a:latin typeface="Noto Sans"/>
                <a:ea typeface="Microsoft YaHei"/>
                <a:cs typeface="Noto Sans"/>
              </a:rPr>
              <a:t>执行</a:t>
            </a:r>
            <a:r>
              <a:rPr lang="ja-JP" sz="1200" dirty="0">
                <a:latin typeface="Noto Sans"/>
                <a:ea typeface="Microsoft YaHei"/>
                <a:cs typeface="Noto Sans"/>
              </a:rPr>
              <a:t>项目工作，以实现项目</a:t>
            </a:r>
            <a:r>
              <a:rPr lang="ja-JP" sz="1200" dirty="0">
                <a:solidFill>
                  <a:srgbClr val="FF0000"/>
                </a:solidFill>
                <a:latin typeface="Noto Sans"/>
                <a:ea typeface="Microsoft YaHei"/>
                <a:cs typeface="Noto Sans"/>
              </a:rPr>
              <a:t>目标</a:t>
            </a:r>
            <a:r>
              <a:rPr lang="ja-JP" altLang="en-US" sz="1200" dirty="0">
                <a:latin typeface="Noto Sans"/>
                <a:ea typeface="Microsoft YaHei"/>
                <a:cs typeface="Noto Sans"/>
              </a:rPr>
              <a:t> </a:t>
            </a:r>
            <a:r>
              <a:rPr lang="en-US" altLang="ja-JP" sz="1200" dirty="0">
                <a:latin typeface="Noto Sans"/>
                <a:ea typeface="Noto Sans"/>
                <a:cs typeface="Noto Sans"/>
              </a:rPr>
              <a:t>(2.2</a:t>
            </a:r>
            <a:r>
              <a:rPr lang="ja-JP" sz="1200" dirty="0">
                <a:latin typeface="Noto Sans"/>
                <a:ea typeface="Microsoft YaHei"/>
                <a:cs typeface="Noto Sans"/>
              </a:rPr>
              <a:t>节</a:t>
            </a:r>
            <a:r>
              <a:rPr lang="en-US" altLang="ja-JP" sz="1200" dirty="0">
                <a:latin typeface="Noto Sans"/>
                <a:ea typeface="Noto Sans"/>
                <a:cs typeface="Noto Sans"/>
              </a:rPr>
              <a:t>)</a:t>
            </a:r>
            <a:r>
              <a:rPr lang="ja-JP" altLang="en-US" sz="1200" dirty="0">
                <a:latin typeface="Noto Sans"/>
                <a:ea typeface="Microsoft YaHei"/>
                <a:cs typeface="Noto Sans"/>
              </a:rPr>
              <a:t>。</a:t>
            </a:r>
          </a:p>
        </p:txBody>
      </p:sp>
      <p:sp>
        <p:nvSpPr>
          <p:cNvPr id="17" name="Text 4">
            <a:extLst>
              <a:ext uri="{FF2B5EF4-FFF2-40B4-BE49-F238E27FC236}">
                <a16:creationId xmlns:a16="http://schemas.microsoft.com/office/drawing/2014/main" id="{0B90E3EE-2E42-71AA-23D9-F9F6F19C2AE3}"/>
              </a:ext>
            </a:extLst>
          </p:cNvPr>
          <p:cNvSpPr/>
          <p:nvPr/>
        </p:nvSpPr>
        <p:spPr>
          <a:xfrm>
            <a:off x="1481137" y="1476540"/>
            <a:ext cx="1647887" cy="207749"/>
          </a:xfrm>
          <a:prstGeom prst="rect">
            <a:avLst/>
          </a:prstGeom>
          <a:noFill/>
          <a:ln/>
        </p:spPr>
        <p:txBody>
          <a:bodyPr wrap="none" lIns="0" tIns="0" rIns="0" bIns="0" rtlCol="0" anchor="ctr">
            <a:spAutoFit/>
          </a:bodyPr>
          <a:lstStyle/>
          <a:p>
            <a:r>
              <a:rPr lang="en-US" sz="1350" b="1" dirty="0">
                <a:solidFill>
                  <a:srgbClr val="0066CC"/>
                </a:solidFill>
                <a:latin typeface="Noto Sans"/>
                <a:ea typeface="Noto Sans"/>
                <a:cs typeface="Noto Sans"/>
              </a:rPr>
              <a:t> </a:t>
            </a:r>
            <a:r>
              <a:rPr lang="ja-JP" altLang="en-US" sz="1350" b="1" dirty="0">
                <a:solidFill>
                  <a:srgbClr val="0066CC"/>
                </a:solidFill>
                <a:latin typeface="Noto Sans"/>
                <a:ea typeface="Microsoft YaHei"/>
                <a:cs typeface="Noto Sans"/>
              </a:rPr>
              <a:t>项目经理与项目团队</a:t>
            </a:r>
            <a:r>
              <a:rPr lang="en-US" sz="1350" b="1" dirty="0">
                <a:solidFill>
                  <a:srgbClr val="0066CC"/>
                </a:solidFill>
                <a:latin typeface="Noto Sans"/>
                <a:ea typeface="Noto Sans"/>
                <a:cs typeface="Noto Sans"/>
              </a:rPr>
              <a:t> </a:t>
            </a:r>
          </a:p>
        </p:txBody>
      </p:sp>
    </p:spTree>
    <p:custDataLst>
      <p:tags r:id="rId1"/>
    </p:custDataLst>
    <p:extLst>
      <p:ext uri="{BB962C8B-B14F-4D97-AF65-F5344CB8AC3E}">
        <p14:creationId xmlns:p14="http://schemas.microsoft.com/office/powerpoint/2010/main" val="24007319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0C765-6E55-4873-64BF-A926D9ECAFA5}"/>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AECBA75F-B8C6-7AAE-1AE0-9F11F7FC731A}"/>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EE0FFFAD-ADBC-DFD3-34B5-6F016E685236}"/>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801C6E80-0137-CF35-900D-720A8940B036}"/>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C143DBF3-F2EE-5FC1-A649-34C2C3FD0E4B}"/>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DA49DFB6-91D0-1CC7-5055-F9B8B312D912}"/>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C0070BAC-179E-4853-A0FE-B11EC61B20F5}"/>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6.2</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2EBB30F6-631C-DD15-D178-BBD5B513AB1D}"/>
              </a:ext>
            </a:extLst>
          </p:cNvPr>
          <p:cNvSpPr txBox="1"/>
          <p:nvPr>
            <p:custDataLst>
              <p:tags r:id="rId6"/>
            </p:custDataLst>
          </p:nvPr>
        </p:nvSpPr>
        <p:spPr>
          <a:xfrm>
            <a:off x="1147763" y="238125"/>
            <a:ext cx="3143250" cy="369332"/>
          </a:xfrm>
          <a:prstGeom prst="rect">
            <a:avLst/>
          </a:prstGeom>
          <a:noFill/>
        </p:spPr>
        <p:txBody>
          <a:bodyPr wrap="square" lIns="91440" tIns="45720" rIns="91440" bIns="45720" rtlCol="0" anchor="t">
            <a:spAutoFit/>
          </a:bodyPr>
          <a:lstStyle/>
          <a:p>
            <a:pPr lvl="0" algn="l">
              <a:buClrTx/>
              <a:buSzTx/>
              <a:buFontTx/>
            </a:pPr>
            <a:r>
              <a:rPr lang="zh-CN" altLang="en-US" b="1" dirty="0">
                <a:solidFill>
                  <a:schemeClr val="bg1"/>
                </a:solidFill>
                <a:latin typeface="Microsoft YaHei"/>
                <a:ea typeface="Microsoft YaHei"/>
                <a:cs typeface="Noto Sans"/>
                <a:sym typeface="+mn-ea"/>
              </a:rPr>
              <a:t>项目组织的关键角色</a:t>
            </a:r>
          </a:p>
        </p:txBody>
      </p:sp>
      <p:pic>
        <p:nvPicPr>
          <p:cNvPr id="19" name="Image 5" descr="preencoded.png">
            <a:extLst>
              <a:ext uri="{FF2B5EF4-FFF2-40B4-BE49-F238E27FC236}">
                <a16:creationId xmlns:a16="http://schemas.microsoft.com/office/drawing/2014/main" id="{D4561F94-4B6C-9208-BD3C-3D220BBFC743}"/>
              </a:ext>
            </a:extLst>
          </p:cNvPr>
          <p:cNvPicPr>
            <a:picLocks noChangeAspect="1"/>
          </p:cNvPicPr>
          <p:nvPr/>
        </p:nvPicPr>
        <p:blipFill>
          <a:blip r:embed="rId9"/>
          <a:stretch>
            <a:fillRect/>
          </a:stretch>
        </p:blipFill>
        <p:spPr>
          <a:xfrm>
            <a:off x="1152196" y="1550722"/>
            <a:ext cx="214313" cy="171450"/>
          </a:xfrm>
          <a:prstGeom prst="rect">
            <a:avLst/>
          </a:prstGeom>
        </p:spPr>
      </p:pic>
      <p:sp>
        <p:nvSpPr>
          <p:cNvPr id="20" name="Text 4">
            <a:extLst>
              <a:ext uri="{FF2B5EF4-FFF2-40B4-BE49-F238E27FC236}">
                <a16:creationId xmlns:a16="http://schemas.microsoft.com/office/drawing/2014/main" id="{AF4864BB-01A6-2997-14C4-5F8311801B1B}"/>
              </a:ext>
            </a:extLst>
          </p:cNvPr>
          <p:cNvSpPr/>
          <p:nvPr/>
        </p:nvSpPr>
        <p:spPr>
          <a:xfrm>
            <a:off x="1434678" y="1532572"/>
            <a:ext cx="1083630" cy="207749"/>
          </a:xfrm>
          <a:prstGeom prst="rect">
            <a:avLst/>
          </a:prstGeom>
          <a:noFill/>
          <a:ln/>
        </p:spPr>
        <p:txBody>
          <a:bodyPr wrap="none" lIns="0" tIns="0" rIns="0" bIns="0" rtlCol="0" anchor="ctr">
            <a:spAutoFit/>
          </a:bodyPr>
          <a:lstStyle/>
          <a:p>
            <a:r>
              <a:rPr lang="en-US" sz="1350" b="1" dirty="0">
                <a:solidFill>
                  <a:srgbClr val="0066CC"/>
                </a:solidFill>
                <a:latin typeface="Noto Sans"/>
                <a:ea typeface="Noto Sans"/>
                <a:cs typeface="Noto Sans"/>
              </a:rPr>
              <a:t> </a:t>
            </a:r>
            <a:r>
              <a:rPr lang="ja-JP" altLang="en-US" sz="1350" b="1" dirty="0">
                <a:solidFill>
                  <a:srgbClr val="0066CC"/>
                </a:solidFill>
                <a:latin typeface="Noto Sans"/>
                <a:ea typeface="Microsoft YaHei"/>
                <a:cs typeface="Noto Sans"/>
              </a:rPr>
              <a:t>项目支持团队</a:t>
            </a:r>
            <a:endParaRPr lang="en-US" sz="1350" b="1" dirty="0">
              <a:solidFill>
                <a:srgbClr val="0066CC"/>
              </a:solidFill>
              <a:latin typeface="Noto Sans"/>
              <a:ea typeface="Noto Sans"/>
              <a:cs typeface="Noto Sans"/>
            </a:endParaRPr>
          </a:p>
        </p:txBody>
      </p:sp>
      <p:sp>
        <p:nvSpPr>
          <p:cNvPr id="21" name="TextBox 20">
            <a:extLst>
              <a:ext uri="{FF2B5EF4-FFF2-40B4-BE49-F238E27FC236}">
                <a16:creationId xmlns:a16="http://schemas.microsoft.com/office/drawing/2014/main" id="{C257C071-C099-4A69-E0AF-AF4AAD84E16D}"/>
              </a:ext>
            </a:extLst>
          </p:cNvPr>
          <p:cNvSpPr txBox="1"/>
          <p:nvPr/>
        </p:nvSpPr>
        <p:spPr>
          <a:xfrm>
            <a:off x="1481137" y="2129893"/>
            <a:ext cx="7345052" cy="14471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ja-JP" altLang="en-US" sz="1200" dirty="0">
                <a:latin typeface="Noto Sans"/>
                <a:ea typeface="Microsoft YaHei"/>
                <a:cs typeface="Noto Sans"/>
              </a:rPr>
              <a:t>项目支持团队包括</a:t>
            </a:r>
            <a:r>
              <a:rPr lang="ja-JP" altLang="en-US" sz="1200" dirty="0">
                <a:solidFill>
                  <a:srgbClr val="FF0000"/>
                </a:solidFill>
                <a:latin typeface="Noto Sans"/>
                <a:ea typeface="Microsoft YaHei"/>
                <a:cs typeface="Noto Sans"/>
              </a:rPr>
              <a:t>项目管理办公室</a:t>
            </a:r>
            <a:r>
              <a:rPr lang="ja-JP" altLang="en-US" sz="1200" dirty="0">
                <a:latin typeface="Noto Sans"/>
                <a:ea typeface="Microsoft YaHei"/>
                <a:cs typeface="Noto Sans"/>
              </a:rPr>
              <a:t>、</a:t>
            </a:r>
            <a:r>
              <a:rPr lang="ja-JP" altLang="en-US" sz="1200" dirty="0">
                <a:solidFill>
                  <a:srgbClr val="FF0000"/>
                </a:solidFill>
                <a:latin typeface="Noto Sans"/>
                <a:ea typeface="Microsoft YaHei"/>
                <a:cs typeface="Noto Sans"/>
              </a:rPr>
              <a:t>项目保证</a:t>
            </a:r>
            <a:r>
              <a:rPr lang="ja-JP" altLang="en-US" sz="1200" dirty="0">
                <a:latin typeface="Noto Sans"/>
                <a:ea typeface="Microsoft YaHei"/>
                <a:cs typeface="Noto Sans"/>
              </a:rPr>
              <a:t>等：</a:t>
            </a:r>
            <a:endParaRPr lang="en-US" altLang="ja-JP" sz="1200" dirty="0">
              <a:latin typeface="Noto Sans"/>
              <a:ea typeface="Noto Sans"/>
              <a:cs typeface="Noto Sans"/>
            </a:endParaRPr>
          </a:p>
          <a:p>
            <a:pPr>
              <a:lnSpc>
                <a:spcPct val="150000"/>
              </a:lnSpc>
            </a:pPr>
            <a:endParaRPr lang="ja-JP" altLang="en-US" sz="1200" dirty="0">
              <a:latin typeface="Noto Sans"/>
              <a:ea typeface="Microsoft YaHei"/>
              <a:cs typeface="Noto Sans"/>
            </a:endParaRPr>
          </a:p>
          <a:p>
            <a:pPr marL="171450" indent="-171450">
              <a:lnSpc>
                <a:spcPct val="150000"/>
              </a:lnSpc>
              <a:buFont typeface="Arial"/>
              <a:buChar char="•"/>
            </a:pPr>
            <a:r>
              <a:rPr lang="en-US" sz="1200" dirty="0">
                <a:latin typeface="Noto Sans"/>
                <a:ea typeface="Noto Sans"/>
                <a:cs typeface="Noto Sans"/>
              </a:rPr>
              <a:t>BS6079</a:t>
            </a:r>
            <a:r>
              <a:rPr lang="ja-JP" altLang="en-US" sz="1200" dirty="0">
                <a:latin typeface="Noto Sans"/>
                <a:ea typeface="Microsoft YaHei"/>
                <a:cs typeface="Noto Sans"/>
              </a:rPr>
              <a:t>和</a:t>
            </a:r>
            <a:r>
              <a:rPr lang="en-US" sz="1200" dirty="0">
                <a:latin typeface="Noto Sans"/>
                <a:ea typeface="Noto Sans"/>
                <a:cs typeface="Noto Sans"/>
              </a:rPr>
              <a:t>PRINCE2</a:t>
            </a:r>
            <a:r>
              <a:rPr lang="ja-JP" altLang="en-US" sz="1200" dirty="0">
                <a:latin typeface="Noto Sans"/>
                <a:ea typeface="Microsoft YaHei"/>
                <a:cs typeface="Noto Sans"/>
              </a:rPr>
              <a:t>采用</a:t>
            </a:r>
            <a:r>
              <a:rPr lang="ja-JP" sz="1200" dirty="0">
                <a:solidFill>
                  <a:srgbClr val="FF0000"/>
                </a:solidFill>
                <a:latin typeface="Noto Sans"/>
                <a:ea typeface="Microsoft YaHei"/>
                <a:cs typeface="Noto Sans"/>
              </a:rPr>
              <a:t>项目支持</a:t>
            </a:r>
            <a:r>
              <a:rPr lang="ja-JP" sz="1200" dirty="0">
                <a:latin typeface="Noto Sans"/>
                <a:ea typeface="Microsoft YaHei"/>
                <a:cs typeface="Noto Sans"/>
              </a:rPr>
              <a:t>，</a:t>
            </a:r>
            <a:r>
              <a:rPr lang="en-US" altLang="ja-JP" sz="1200" dirty="0">
                <a:latin typeface="Noto Sans"/>
                <a:ea typeface="Noto Sans"/>
                <a:cs typeface="Noto Sans"/>
              </a:rPr>
              <a:t>ISO21502</a:t>
            </a:r>
            <a:r>
              <a:rPr lang="ja-JP" sz="1200" dirty="0">
                <a:latin typeface="Noto Sans"/>
                <a:ea typeface="Microsoft YaHei"/>
                <a:cs typeface="Noto Sans"/>
              </a:rPr>
              <a:t>采用</a:t>
            </a:r>
            <a:r>
              <a:rPr lang="ja-JP" sz="1200" dirty="0">
                <a:solidFill>
                  <a:srgbClr val="FF0000"/>
                </a:solidFill>
                <a:latin typeface="Noto Sans"/>
                <a:ea typeface="Microsoft YaHei"/>
                <a:cs typeface="Noto Sans"/>
              </a:rPr>
              <a:t>项目办公室</a:t>
            </a:r>
            <a:r>
              <a:rPr lang="ja-JP" sz="1200" dirty="0">
                <a:latin typeface="Noto Sans"/>
                <a:ea typeface="Microsoft YaHei"/>
                <a:cs typeface="Noto Sans"/>
              </a:rPr>
              <a:t>（</a:t>
            </a:r>
            <a:r>
              <a:rPr lang="en-US" altLang="ja-JP" sz="1200" dirty="0">
                <a:latin typeface="Noto Sans"/>
                <a:ea typeface="Noto Sans"/>
                <a:cs typeface="Noto Sans"/>
              </a:rPr>
              <a:t>4.5.7)</a:t>
            </a:r>
            <a:r>
              <a:rPr lang="zh-CN" altLang="en-US" sz="1200" dirty="0">
                <a:latin typeface="Noto Sans"/>
                <a:ea typeface="Noto Sans"/>
                <a:cs typeface="Noto Sans"/>
              </a:rPr>
              <a:t>。</a:t>
            </a:r>
            <a:endParaRPr lang="en-US" altLang="ja-JP" sz="1200" dirty="0">
              <a:latin typeface="Noto Sans"/>
              <a:ea typeface="Noto Sans"/>
              <a:cs typeface="Noto Sans"/>
            </a:endParaRPr>
          </a:p>
          <a:p>
            <a:pPr marL="171450" indent="-171450">
              <a:lnSpc>
                <a:spcPct val="150000"/>
              </a:lnSpc>
              <a:buFont typeface="Arial"/>
              <a:buChar char="•"/>
            </a:pPr>
            <a:endParaRPr lang="ja-JP" altLang="en-US" sz="1200" dirty="0">
              <a:latin typeface="Noto Sans"/>
              <a:ea typeface="Microsoft YaHei"/>
              <a:cs typeface="Noto Sans"/>
            </a:endParaRPr>
          </a:p>
          <a:p>
            <a:pPr marL="171450" indent="-171450">
              <a:lnSpc>
                <a:spcPct val="150000"/>
              </a:lnSpc>
              <a:buFont typeface="Arial"/>
              <a:buChar char="•"/>
            </a:pPr>
            <a:r>
              <a:rPr lang="en-US" sz="1200" dirty="0">
                <a:latin typeface="Noto Sans"/>
                <a:ea typeface="Noto Sans"/>
                <a:cs typeface="Noto Sans"/>
              </a:rPr>
              <a:t>PM</a:t>
            </a:r>
            <a:r>
              <a:rPr lang="en-US" sz="1200" baseline="30000" dirty="0">
                <a:latin typeface="Noto Sans"/>
                <a:ea typeface="Noto Sans"/>
                <a:cs typeface="Noto Sans"/>
              </a:rPr>
              <a:t>2</a:t>
            </a:r>
            <a:r>
              <a:rPr lang="ja-JP" altLang="en-US" sz="1200" dirty="0">
                <a:latin typeface="Noto Sans"/>
                <a:ea typeface="Microsoft YaHei"/>
                <a:cs typeface="Noto Sans"/>
              </a:rPr>
              <a:t>方法论采用</a:t>
            </a:r>
            <a:r>
              <a:rPr lang="ja-JP" sz="1200" dirty="0">
                <a:solidFill>
                  <a:srgbClr val="FF0000"/>
                </a:solidFill>
                <a:latin typeface="Noto Sans"/>
                <a:ea typeface="Microsoft YaHei"/>
                <a:cs typeface="Noto Sans"/>
              </a:rPr>
              <a:t>项目</a:t>
            </a:r>
            <a:r>
              <a:rPr lang="ja-JP" altLang="en-US" sz="1200" dirty="0">
                <a:solidFill>
                  <a:srgbClr val="FF0000"/>
                </a:solidFill>
                <a:latin typeface="Noto Sans"/>
                <a:ea typeface="Microsoft YaHei"/>
                <a:cs typeface="Noto Sans"/>
              </a:rPr>
              <a:t>支持小组 </a:t>
            </a:r>
            <a:r>
              <a:rPr lang="en-US" altLang="ja-JP" sz="1200" dirty="0">
                <a:latin typeface="Noto Sans"/>
                <a:ea typeface="Microsoft YaHei"/>
                <a:cs typeface="Noto Sans"/>
              </a:rPr>
              <a:t>(</a:t>
            </a:r>
            <a:r>
              <a:rPr lang="en-US" altLang="ja-JP" sz="1200" dirty="0">
                <a:latin typeface="Noto Sans"/>
                <a:ea typeface="Noto Sans"/>
                <a:cs typeface="Noto Sans"/>
              </a:rPr>
              <a:t>2.2.3</a:t>
            </a:r>
            <a:r>
              <a:rPr lang="en-US" altLang="ja-JP" sz="1200" dirty="0">
                <a:latin typeface="Noto Sans"/>
                <a:ea typeface="Microsoft YaHei"/>
                <a:cs typeface="Noto Sans"/>
              </a:rPr>
              <a:t>)</a:t>
            </a:r>
            <a:r>
              <a:rPr lang="zh-CN" altLang="en-US" sz="1200" dirty="0">
                <a:latin typeface="Noto Sans"/>
                <a:ea typeface="Microsoft YaHei"/>
                <a:cs typeface="Noto Sans"/>
              </a:rPr>
              <a:t>。</a:t>
            </a:r>
            <a:endParaRPr lang="ja-JP" sz="1200" dirty="0">
              <a:latin typeface="Noto Sans"/>
              <a:ea typeface="Microsoft YaHei"/>
              <a:cs typeface="Noto Sans"/>
            </a:endParaRPr>
          </a:p>
        </p:txBody>
      </p:sp>
    </p:spTree>
    <p:custDataLst>
      <p:tags r:id="rId1"/>
    </p:custDataLst>
    <p:extLst>
      <p:ext uri="{BB962C8B-B14F-4D97-AF65-F5344CB8AC3E}">
        <p14:creationId xmlns:p14="http://schemas.microsoft.com/office/powerpoint/2010/main" val="24617934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EF3B6-C6B0-8AAA-CBC7-B2C6B9AB7B77}"/>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6BD93697-4E41-93CE-4F8D-B73DA7A3C744}"/>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CD68AE71-7418-B42D-CC19-14D71C91D009}"/>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B4D74343-8F44-4614-27BC-10376195E802}"/>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4019C902-7927-229E-5DD9-652F5B877147}"/>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D29C09EC-75DA-AAEC-D3EB-9574FD37C520}"/>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73CCE78F-3FE6-8ACC-0DD3-E4370D140B27}"/>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6.2</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68F89255-C4DA-B1A3-668A-51DCEA341414}"/>
              </a:ext>
            </a:extLst>
          </p:cNvPr>
          <p:cNvSpPr txBox="1"/>
          <p:nvPr>
            <p:custDataLst>
              <p:tags r:id="rId6"/>
            </p:custDataLst>
          </p:nvPr>
        </p:nvSpPr>
        <p:spPr>
          <a:xfrm>
            <a:off x="1147763" y="238125"/>
            <a:ext cx="3143250" cy="369332"/>
          </a:xfrm>
          <a:prstGeom prst="rect">
            <a:avLst/>
          </a:prstGeom>
          <a:noFill/>
        </p:spPr>
        <p:txBody>
          <a:bodyPr wrap="square" lIns="91440" tIns="45720" rIns="91440" bIns="45720" rtlCol="0" anchor="t">
            <a:spAutoFit/>
          </a:bodyPr>
          <a:lstStyle/>
          <a:p>
            <a:r>
              <a:rPr lang="zh-CN" altLang="en-US" b="1">
                <a:solidFill>
                  <a:schemeClr val="bg1"/>
                </a:solidFill>
                <a:latin typeface="Microsoft YaHei"/>
                <a:ea typeface="Microsoft YaHei"/>
                <a:cs typeface="Noto Sans"/>
                <a:sym typeface="+mn-ea"/>
              </a:rPr>
              <a:t>项目组织的关键角色 (续）</a:t>
            </a:r>
            <a:endParaRPr lang="zh-CN" altLang="en-US" b="1" dirty="0">
              <a:solidFill>
                <a:schemeClr val="bg1"/>
              </a:solidFill>
              <a:latin typeface="Microsoft YaHei"/>
              <a:ea typeface="Microsoft YaHei"/>
              <a:cs typeface="Noto Sans"/>
              <a:sym typeface="+mn-ea"/>
            </a:endParaRPr>
          </a:p>
        </p:txBody>
      </p:sp>
      <p:pic>
        <p:nvPicPr>
          <p:cNvPr id="23" name="Image 5" descr="preencoded.png">
            <a:extLst>
              <a:ext uri="{FF2B5EF4-FFF2-40B4-BE49-F238E27FC236}">
                <a16:creationId xmlns:a16="http://schemas.microsoft.com/office/drawing/2014/main" id="{ADFD2105-E7F1-EA20-3811-A9C4B2664281}"/>
              </a:ext>
            </a:extLst>
          </p:cNvPr>
          <p:cNvPicPr>
            <a:picLocks noChangeAspect="1"/>
          </p:cNvPicPr>
          <p:nvPr/>
        </p:nvPicPr>
        <p:blipFill>
          <a:blip r:embed="rId9"/>
          <a:stretch>
            <a:fillRect/>
          </a:stretch>
        </p:blipFill>
        <p:spPr>
          <a:xfrm>
            <a:off x="1055409" y="1421358"/>
            <a:ext cx="222842" cy="171450"/>
          </a:xfrm>
          <a:prstGeom prst="rect">
            <a:avLst/>
          </a:prstGeom>
        </p:spPr>
      </p:pic>
      <p:sp>
        <p:nvSpPr>
          <p:cNvPr id="6" name="TextBox 5">
            <a:extLst>
              <a:ext uri="{FF2B5EF4-FFF2-40B4-BE49-F238E27FC236}">
                <a16:creationId xmlns:a16="http://schemas.microsoft.com/office/drawing/2014/main" id="{E3713D63-A7E6-3655-5C88-192F571F18FF}"/>
              </a:ext>
            </a:extLst>
          </p:cNvPr>
          <p:cNvSpPr txBox="1"/>
          <p:nvPr/>
        </p:nvSpPr>
        <p:spPr>
          <a:xfrm>
            <a:off x="1055409" y="1758315"/>
            <a:ext cx="7550709" cy="31091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ja-JP" altLang="en-US" sz="1200" dirty="0">
                <a:latin typeface="Noto Sans"/>
                <a:ea typeface="Microsoft YaHei"/>
                <a:cs typeface="Noto Sans"/>
              </a:rPr>
              <a:t>提出</a:t>
            </a:r>
            <a:r>
              <a:rPr lang="ja-JP" altLang="en-US" sz="1200" dirty="0">
                <a:solidFill>
                  <a:srgbClr val="FF0000"/>
                </a:solidFill>
                <a:latin typeface="Noto Sans"/>
                <a:ea typeface="Microsoft YaHei"/>
                <a:cs typeface="Noto Sans"/>
              </a:rPr>
              <a:t>项目申请</a:t>
            </a:r>
            <a:r>
              <a:rPr lang="ja-JP" altLang="en-US" sz="1200" dirty="0">
                <a:latin typeface="Noto Sans"/>
                <a:ea typeface="Microsoft YaHei"/>
                <a:cs typeface="Noto Sans"/>
              </a:rPr>
              <a:t>或</a:t>
            </a:r>
            <a:r>
              <a:rPr lang="ja-JP" altLang="en-US" sz="1200" dirty="0">
                <a:solidFill>
                  <a:srgbClr val="FF0000"/>
                </a:solidFill>
                <a:latin typeface="Noto Sans"/>
                <a:ea typeface="Microsoft YaHei"/>
                <a:cs typeface="Noto Sans"/>
              </a:rPr>
              <a:t>提供项目资金</a:t>
            </a:r>
            <a:r>
              <a:rPr lang="ja-JP" altLang="en-US" sz="1200" dirty="0">
                <a:latin typeface="Noto Sans"/>
                <a:ea typeface="Microsoft YaHei"/>
                <a:cs typeface="Noto Sans"/>
              </a:rPr>
              <a:t>的个人或群体</a:t>
            </a:r>
            <a:r>
              <a:rPr lang="ja-JP" altLang="en-US" sz="1200" dirty="0">
                <a:solidFill>
                  <a:srgbClr val="FF0000"/>
                </a:solidFill>
                <a:latin typeface="Noto Sans"/>
                <a:ea typeface="Microsoft YaHei"/>
                <a:cs typeface="Noto Sans"/>
              </a:rPr>
              <a:t>并直接使用项目交付物</a:t>
            </a:r>
            <a:r>
              <a:rPr lang="ja-JP" altLang="en-US" sz="1200" dirty="0">
                <a:latin typeface="Noto Sans"/>
                <a:ea typeface="Microsoft YaHei"/>
                <a:cs typeface="Noto Sans"/>
              </a:rPr>
              <a:t>的</a:t>
            </a:r>
            <a:r>
              <a:rPr lang="ja-JP" altLang="en-US" sz="1200" dirty="0">
                <a:solidFill>
                  <a:srgbClr val="FF0000"/>
                </a:solidFill>
                <a:latin typeface="Noto Sans"/>
                <a:ea typeface="Microsoft YaHei"/>
                <a:cs typeface="Noto Sans"/>
              </a:rPr>
              <a:t>个人</a:t>
            </a:r>
            <a:r>
              <a:rPr lang="ja-JP" altLang="en-US" sz="1200" dirty="0">
                <a:latin typeface="Noto Sans"/>
                <a:ea typeface="Microsoft YaHei"/>
                <a:cs typeface="Noto Sans"/>
              </a:rPr>
              <a:t>或</a:t>
            </a:r>
            <a:r>
              <a:rPr lang="ja-JP" altLang="en-US" sz="1200" dirty="0">
                <a:solidFill>
                  <a:srgbClr val="FF0000"/>
                </a:solidFill>
                <a:latin typeface="Noto Sans"/>
                <a:ea typeface="Microsoft YaHei"/>
                <a:cs typeface="Noto Sans"/>
              </a:rPr>
              <a:t>群体</a:t>
            </a:r>
            <a:r>
              <a:rPr lang="ja-JP" altLang="en-US" sz="1200" dirty="0">
                <a:latin typeface="Noto Sans"/>
                <a:ea typeface="Microsoft YaHei"/>
                <a:cs typeface="Noto Sans"/>
              </a:rPr>
              <a:t> (2.3.2节)。</a:t>
            </a:r>
            <a:endParaRPr lang="en-US" altLang="ja-JP" sz="1200" dirty="0">
              <a:latin typeface="Noto Sans"/>
              <a:ea typeface="Noto Sans"/>
              <a:cs typeface="Noto Sans"/>
            </a:endParaRPr>
          </a:p>
          <a:p>
            <a:pPr>
              <a:lnSpc>
                <a:spcPct val="150000"/>
              </a:lnSpc>
            </a:pPr>
            <a:endParaRPr lang="ja-JP" altLang="en-US" sz="1200" dirty="0">
              <a:latin typeface="Noto Sans"/>
              <a:ea typeface="Microsoft YaHei"/>
              <a:cs typeface="Noto Sans"/>
            </a:endParaRPr>
          </a:p>
          <a:p>
            <a:pPr marL="171450" indent="-171450">
              <a:lnSpc>
                <a:spcPct val="150000"/>
              </a:lnSpc>
              <a:buFont typeface="Arial"/>
              <a:buChar char="•"/>
            </a:pPr>
            <a:r>
              <a:rPr lang="en-US" altLang="ja-JP" sz="1200" dirty="0">
                <a:latin typeface="Noto Sans"/>
                <a:ea typeface="+mn-lt"/>
                <a:cs typeface="Noto Sans"/>
              </a:rPr>
              <a:t>PRINCE2</a:t>
            </a:r>
            <a:r>
              <a:rPr lang="ja-JP" sz="1200" dirty="0">
                <a:latin typeface="Noto Sans"/>
                <a:ea typeface="Microsoft YaHei"/>
                <a:cs typeface="Noto Sans"/>
              </a:rPr>
              <a:t>将项目的</a:t>
            </a:r>
            <a:r>
              <a:rPr lang="ja-JP" sz="1200" dirty="0">
                <a:solidFill>
                  <a:srgbClr val="FF0000"/>
                </a:solidFill>
                <a:latin typeface="Noto Sans"/>
                <a:ea typeface="Microsoft YaHei"/>
                <a:cs typeface="Noto Sans"/>
              </a:rPr>
              <a:t>利益相关者</a:t>
            </a:r>
            <a:r>
              <a:rPr lang="ja-JP" sz="1200" dirty="0">
                <a:latin typeface="Noto Sans"/>
                <a:ea typeface="Microsoft YaHei"/>
                <a:cs typeface="Noto Sans"/>
              </a:rPr>
              <a:t>分为</a:t>
            </a:r>
            <a:r>
              <a:rPr lang="ja-JP" sz="1200" dirty="0">
                <a:solidFill>
                  <a:srgbClr val="FF0000"/>
                </a:solidFill>
                <a:latin typeface="Noto Sans"/>
                <a:ea typeface="Microsoft YaHei"/>
                <a:cs typeface="Noto Sans"/>
              </a:rPr>
              <a:t>商业</a:t>
            </a:r>
            <a:r>
              <a:rPr lang="ja-JP" sz="1200" dirty="0">
                <a:latin typeface="Noto Sans"/>
                <a:ea typeface="Microsoft YaHei"/>
                <a:cs typeface="Noto Sans"/>
              </a:rPr>
              <a:t>，</a:t>
            </a:r>
            <a:r>
              <a:rPr lang="ja-JP" sz="1200" dirty="0">
                <a:solidFill>
                  <a:srgbClr val="FF0000"/>
                </a:solidFill>
                <a:latin typeface="Noto Sans"/>
                <a:ea typeface="Microsoft YaHei"/>
                <a:cs typeface="Noto Sans"/>
              </a:rPr>
              <a:t>用户</a:t>
            </a:r>
            <a:r>
              <a:rPr lang="ja-JP" sz="1200" dirty="0">
                <a:latin typeface="Noto Sans"/>
                <a:ea typeface="Microsoft YaHei"/>
                <a:cs typeface="Noto Sans"/>
              </a:rPr>
              <a:t>与</a:t>
            </a:r>
            <a:r>
              <a:rPr lang="ja-JP" sz="1200" dirty="0">
                <a:solidFill>
                  <a:srgbClr val="FF0000"/>
                </a:solidFill>
                <a:latin typeface="Noto Sans"/>
                <a:ea typeface="Microsoft YaHei"/>
                <a:cs typeface="Noto Sans"/>
              </a:rPr>
              <a:t>供应商</a:t>
            </a:r>
            <a:r>
              <a:rPr lang="ja-JP" sz="1200" dirty="0">
                <a:latin typeface="Noto Sans"/>
                <a:ea typeface="Microsoft YaHei"/>
                <a:cs typeface="Noto Sans"/>
              </a:rPr>
              <a:t>三部分。</a:t>
            </a:r>
          </a:p>
          <a:p>
            <a:pPr marL="171450" indent="-171450">
              <a:lnSpc>
                <a:spcPct val="150000"/>
              </a:lnSpc>
              <a:buFont typeface="Arial"/>
              <a:buChar char="•"/>
            </a:pPr>
            <a:endParaRPr lang="ja-JP" altLang="en-US" sz="1200" dirty="0">
              <a:latin typeface="Noto Sans"/>
              <a:ea typeface="Microsoft YaHei"/>
              <a:cs typeface="Noto Sans"/>
            </a:endParaRPr>
          </a:p>
          <a:p>
            <a:pPr marL="171450" indent="-171450">
              <a:lnSpc>
                <a:spcPct val="150000"/>
              </a:lnSpc>
              <a:buFont typeface="Arial"/>
              <a:buChar char="•"/>
            </a:pPr>
            <a:r>
              <a:rPr lang="en-US" sz="1200" dirty="0">
                <a:latin typeface="Noto Sans"/>
                <a:ea typeface="+mn-lt"/>
                <a:cs typeface="Noto Sans"/>
              </a:rPr>
              <a:t>PM</a:t>
            </a:r>
            <a:r>
              <a:rPr lang="en-US" sz="1200" baseline="30000" dirty="0">
                <a:latin typeface="Noto Sans"/>
                <a:ea typeface="+mn-lt"/>
                <a:cs typeface="Noto Sans"/>
              </a:rPr>
              <a:t>2</a:t>
            </a:r>
            <a:r>
              <a:rPr lang="ja-JP" altLang="en-US" sz="1200" dirty="0">
                <a:latin typeface="Noto Sans"/>
                <a:ea typeface="Microsoft YaHei"/>
                <a:cs typeface="Noto Sans"/>
              </a:rPr>
              <a:t>方法论中界定的</a:t>
            </a:r>
            <a:r>
              <a:rPr lang="ja-JP" altLang="en-US" sz="1200" dirty="0">
                <a:solidFill>
                  <a:srgbClr val="FF0000"/>
                </a:solidFill>
                <a:latin typeface="Noto Sans"/>
                <a:ea typeface="Microsoft YaHei"/>
                <a:cs typeface="Noto Sans"/>
              </a:rPr>
              <a:t>项目关键角色</a:t>
            </a:r>
            <a:r>
              <a:rPr lang="ja-JP" altLang="en-US" sz="1200" dirty="0">
                <a:latin typeface="Noto Sans"/>
                <a:ea typeface="Microsoft YaHei"/>
                <a:cs typeface="Noto Sans"/>
              </a:rPr>
              <a:t>包含</a:t>
            </a:r>
            <a:r>
              <a:rPr lang="ja-JP" altLang="en-US" sz="1200" dirty="0">
                <a:solidFill>
                  <a:srgbClr val="FF0000"/>
                </a:solidFill>
                <a:latin typeface="Noto Sans"/>
                <a:ea typeface="Microsoft YaHei"/>
                <a:cs typeface="Noto Sans"/>
              </a:rPr>
              <a:t>项目业主</a:t>
            </a:r>
            <a:r>
              <a:rPr lang="ja-JP" altLang="en-US" sz="1200" dirty="0">
                <a:latin typeface="Noto Sans"/>
                <a:ea typeface="Microsoft YaHei"/>
                <a:cs typeface="Noto Sans"/>
              </a:rPr>
              <a:t>，</a:t>
            </a:r>
            <a:r>
              <a:rPr lang="ja-JP" altLang="en-US" sz="1200" dirty="0">
                <a:solidFill>
                  <a:srgbClr val="FF0000"/>
                </a:solidFill>
                <a:latin typeface="Noto Sans"/>
                <a:ea typeface="Microsoft YaHei"/>
                <a:cs typeface="Noto Sans"/>
              </a:rPr>
              <a:t>解决方案供应商</a:t>
            </a:r>
            <a:r>
              <a:rPr lang="ja-JP" altLang="en-US" sz="1200" dirty="0">
                <a:latin typeface="Noto Sans"/>
                <a:ea typeface="Microsoft YaHei"/>
                <a:cs typeface="Noto Sans"/>
              </a:rPr>
              <a:t>，</a:t>
            </a:r>
            <a:r>
              <a:rPr lang="ja-JP" altLang="en-US" sz="1200" dirty="0">
                <a:solidFill>
                  <a:srgbClr val="FF0000"/>
                </a:solidFill>
                <a:latin typeface="Noto Sans"/>
                <a:ea typeface="Microsoft YaHei"/>
                <a:cs typeface="Noto Sans"/>
              </a:rPr>
              <a:t>业务经理</a:t>
            </a:r>
            <a:r>
              <a:rPr lang="ja-JP" altLang="en-US" sz="1200" dirty="0">
                <a:latin typeface="Noto Sans"/>
                <a:ea typeface="Microsoft YaHei"/>
                <a:cs typeface="Noto Sans"/>
              </a:rPr>
              <a:t>，</a:t>
            </a:r>
            <a:r>
              <a:rPr lang="ja-JP" sz="1200" dirty="0">
                <a:solidFill>
                  <a:srgbClr val="FF0000"/>
                </a:solidFill>
                <a:latin typeface="Noto Sans"/>
                <a:ea typeface="Microsoft YaHei"/>
                <a:cs typeface="Noto Sans"/>
              </a:rPr>
              <a:t>项目经理</a:t>
            </a:r>
            <a:r>
              <a:rPr lang="ja-JP" altLang="en-US" sz="1200" dirty="0">
                <a:latin typeface="Noto Sans"/>
                <a:ea typeface="Microsoft YaHei"/>
                <a:cs typeface="Noto Sans"/>
              </a:rPr>
              <a:t>，</a:t>
            </a:r>
            <a:r>
              <a:rPr lang="ja-JP" altLang="en-US" sz="1200" dirty="0">
                <a:solidFill>
                  <a:srgbClr val="FF0000"/>
                </a:solidFill>
                <a:latin typeface="Noto Sans"/>
                <a:ea typeface="Microsoft YaHei"/>
                <a:cs typeface="Noto Sans"/>
              </a:rPr>
              <a:t>业务实现组织</a:t>
            </a:r>
            <a:r>
              <a:rPr lang="ja-JP" altLang="en-US" sz="1200" dirty="0">
                <a:latin typeface="Noto Sans"/>
                <a:ea typeface="Microsoft YaHei"/>
                <a:cs typeface="Noto Sans"/>
              </a:rPr>
              <a:t>，</a:t>
            </a:r>
            <a:r>
              <a:rPr lang="ja-JP" sz="1200" dirty="0">
                <a:solidFill>
                  <a:srgbClr val="FF0000"/>
                </a:solidFill>
                <a:latin typeface="Noto Sans"/>
                <a:ea typeface="Microsoft YaHei"/>
                <a:cs typeface="Noto Sans"/>
              </a:rPr>
              <a:t>项目核心团队</a:t>
            </a:r>
            <a:r>
              <a:rPr lang="ja-JP" sz="1200" dirty="0">
                <a:latin typeface="Noto Sans"/>
                <a:ea typeface="Microsoft YaHei"/>
                <a:cs typeface="Noto Sans"/>
              </a:rPr>
              <a:t>以及</a:t>
            </a:r>
            <a:r>
              <a:rPr lang="ja-JP" sz="1200" dirty="0">
                <a:solidFill>
                  <a:srgbClr val="FF0000"/>
                </a:solidFill>
                <a:latin typeface="Noto Sans"/>
                <a:ea typeface="Microsoft YaHei"/>
                <a:cs typeface="Noto Sans"/>
              </a:rPr>
              <a:t>项目支持团队</a:t>
            </a:r>
            <a:r>
              <a:rPr lang="ja-JP" sz="1200" dirty="0">
                <a:latin typeface="Noto Sans"/>
                <a:ea typeface="Microsoft YaHei"/>
                <a:cs typeface="Noto Sans"/>
              </a:rPr>
              <a:t>。其中</a:t>
            </a:r>
            <a:r>
              <a:rPr lang="ja-JP" sz="1200" dirty="0">
                <a:solidFill>
                  <a:srgbClr val="FF0000"/>
                </a:solidFill>
                <a:latin typeface="Noto Sans"/>
                <a:ea typeface="Microsoft YaHei"/>
                <a:cs typeface="Noto Sans"/>
              </a:rPr>
              <a:t>业务经理</a:t>
            </a:r>
            <a:r>
              <a:rPr lang="ja-JP" sz="1200" dirty="0">
                <a:latin typeface="Noto Sans"/>
                <a:ea typeface="Microsoft YaHei"/>
                <a:cs typeface="Noto Sans"/>
              </a:rPr>
              <a:t>和</a:t>
            </a:r>
            <a:r>
              <a:rPr lang="ja-JP" sz="1200" dirty="0">
                <a:solidFill>
                  <a:srgbClr val="FF0000"/>
                </a:solidFill>
                <a:latin typeface="Noto Sans"/>
                <a:ea typeface="Microsoft YaHei"/>
                <a:cs typeface="Noto Sans"/>
              </a:rPr>
              <a:t>业务实现组织</a:t>
            </a:r>
            <a:r>
              <a:rPr lang="ja-JP" sz="1200" dirty="0">
                <a:latin typeface="Noto Sans"/>
                <a:ea typeface="Microsoft YaHei"/>
                <a:cs typeface="Noto Sans"/>
              </a:rPr>
              <a:t>针对</a:t>
            </a:r>
            <a:r>
              <a:rPr lang="ja-JP" sz="1200" dirty="0">
                <a:solidFill>
                  <a:srgbClr val="FF0000"/>
                </a:solidFill>
                <a:latin typeface="Noto Sans"/>
                <a:ea typeface="Microsoft YaHei"/>
                <a:cs typeface="Noto Sans"/>
              </a:rPr>
              <a:t>解决方案使用方</a:t>
            </a:r>
            <a:r>
              <a:rPr lang="ja-JP" sz="1200" dirty="0">
                <a:latin typeface="Noto Sans"/>
                <a:ea typeface="Microsoft YaHei"/>
                <a:cs typeface="Noto Sans"/>
              </a:rPr>
              <a:t>。</a:t>
            </a:r>
          </a:p>
          <a:p>
            <a:pPr marL="171450" indent="-171450">
              <a:lnSpc>
                <a:spcPct val="150000"/>
              </a:lnSpc>
              <a:buFont typeface="Arial"/>
              <a:buChar char="•"/>
            </a:pPr>
            <a:endParaRPr lang="ja-JP" altLang="en-US" sz="1200" dirty="0">
              <a:latin typeface="Noto Sans"/>
              <a:ea typeface="Microsoft YaHei"/>
              <a:cs typeface="Noto Sans"/>
            </a:endParaRPr>
          </a:p>
          <a:p>
            <a:pPr marL="171450" indent="-171450">
              <a:lnSpc>
                <a:spcPct val="150000"/>
              </a:lnSpc>
              <a:buFont typeface="Arial"/>
              <a:buChar char="•"/>
            </a:pPr>
            <a:r>
              <a:rPr lang="en-US" sz="1200" dirty="0">
                <a:latin typeface="Noto Sans"/>
                <a:ea typeface="+mn-lt"/>
                <a:cs typeface="Noto Sans"/>
              </a:rPr>
              <a:t>BS6079</a:t>
            </a:r>
            <a:r>
              <a:rPr lang="ja-JP" sz="1200" dirty="0">
                <a:latin typeface="Noto Sans"/>
                <a:ea typeface="Microsoft YaHei"/>
                <a:cs typeface="Noto Sans"/>
              </a:rPr>
              <a:t>中区分了</a:t>
            </a:r>
            <a:r>
              <a:rPr lang="ja-JP" sz="1200" dirty="0">
                <a:solidFill>
                  <a:srgbClr val="FF0000"/>
                </a:solidFill>
                <a:latin typeface="Noto Sans"/>
                <a:ea typeface="Microsoft YaHei"/>
                <a:cs typeface="Noto Sans"/>
              </a:rPr>
              <a:t>客户组织</a:t>
            </a:r>
            <a:r>
              <a:rPr lang="ja-JP" sz="1200" dirty="0">
                <a:latin typeface="Noto Sans"/>
                <a:ea typeface="Microsoft YaHei"/>
                <a:cs typeface="Noto Sans"/>
              </a:rPr>
              <a:t>与</a:t>
            </a:r>
            <a:r>
              <a:rPr lang="ja-JP" sz="1200" dirty="0">
                <a:solidFill>
                  <a:srgbClr val="FF0000"/>
                </a:solidFill>
                <a:latin typeface="Noto Sans"/>
                <a:ea typeface="Microsoft YaHei"/>
                <a:cs typeface="Noto Sans"/>
              </a:rPr>
              <a:t>交付组织</a:t>
            </a:r>
            <a:r>
              <a:rPr lang="ja-JP" sz="1200" dirty="0">
                <a:latin typeface="Noto Sans"/>
                <a:ea typeface="Microsoft YaHei"/>
                <a:cs typeface="Noto Sans"/>
              </a:rPr>
              <a:t>。前者呈现</a:t>
            </a:r>
            <a:r>
              <a:rPr lang="ja-JP" sz="1200" dirty="0">
                <a:solidFill>
                  <a:srgbClr val="FF0000"/>
                </a:solidFill>
                <a:latin typeface="Noto Sans"/>
                <a:ea typeface="Microsoft YaHei"/>
                <a:cs typeface="Noto Sans"/>
              </a:rPr>
              <a:t>变革</a:t>
            </a:r>
            <a:r>
              <a:rPr lang="ja-JP" sz="1200" dirty="0">
                <a:latin typeface="Noto Sans"/>
                <a:ea typeface="Microsoft YaHei"/>
                <a:cs typeface="Noto Sans"/>
              </a:rPr>
              <a:t>的需求，后者是</a:t>
            </a:r>
            <a:r>
              <a:rPr lang="ja-JP" sz="1200" dirty="0">
                <a:solidFill>
                  <a:srgbClr val="FF0000"/>
                </a:solidFill>
                <a:latin typeface="Noto Sans"/>
                <a:ea typeface="Microsoft YaHei"/>
                <a:cs typeface="Noto Sans"/>
              </a:rPr>
              <a:t>提供满足</a:t>
            </a:r>
            <a:r>
              <a:rPr lang="ja-JP" sz="1200" dirty="0">
                <a:latin typeface="Noto Sans"/>
                <a:ea typeface="Microsoft YaHei"/>
                <a:cs typeface="Noto Sans"/>
              </a:rPr>
              <a:t>变革需求的</a:t>
            </a:r>
            <a:r>
              <a:rPr lang="ja-JP" sz="1200" dirty="0">
                <a:solidFill>
                  <a:srgbClr val="FF0000"/>
                </a:solidFill>
                <a:latin typeface="Noto Sans"/>
                <a:ea typeface="Microsoft YaHei"/>
                <a:cs typeface="Noto Sans"/>
              </a:rPr>
              <a:t>方案</a:t>
            </a:r>
            <a:r>
              <a:rPr lang="ja-JP" sz="1200" dirty="0">
                <a:latin typeface="Noto Sans"/>
                <a:ea typeface="Microsoft YaHei"/>
                <a:cs typeface="Noto Sans"/>
              </a:rPr>
              <a:t>。</a:t>
            </a:r>
          </a:p>
          <a:p>
            <a:pPr marL="171450" indent="-171450">
              <a:lnSpc>
                <a:spcPct val="150000"/>
              </a:lnSpc>
              <a:buFont typeface="Arial"/>
              <a:buChar char="•"/>
            </a:pPr>
            <a:endParaRPr lang="ja-JP" altLang="en-US" sz="1200" dirty="0">
              <a:latin typeface="Noto Sans"/>
              <a:ea typeface="Microsoft YaHei"/>
              <a:cs typeface="Noto Sans"/>
            </a:endParaRPr>
          </a:p>
          <a:p>
            <a:pPr marL="171450" indent="-171450">
              <a:lnSpc>
                <a:spcPct val="150000"/>
              </a:lnSpc>
              <a:buFont typeface="Arial"/>
              <a:buChar char="•"/>
            </a:pPr>
            <a:r>
              <a:rPr lang="en-US" sz="1200" dirty="0">
                <a:latin typeface="Noto Sans"/>
                <a:ea typeface="+mn-lt"/>
                <a:cs typeface="Noto Sans"/>
              </a:rPr>
              <a:t>APMBOK</a:t>
            </a:r>
            <a:r>
              <a:rPr lang="ja-JP" sz="1200" dirty="0">
                <a:latin typeface="Noto Sans"/>
                <a:ea typeface="Microsoft YaHei"/>
                <a:cs typeface="Noto Sans"/>
              </a:rPr>
              <a:t>提到</a:t>
            </a:r>
            <a:r>
              <a:rPr lang="ja-JP" sz="1200" dirty="0">
                <a:solidFill>
                  <a:srgbClr val="FF0000"/>
                </a:solidFill>
                <a:latin typeface="Noto Sans"/>
                <a:ea typeface="Microsoft YaHei"/>
                <a:cs typeface="Noto Sans"/>
              </a:rPr>
              <a:t>利益相关者</a:t>
            </a:r>
            <a:r>
              <a:rPr lang="ja-JP" sz="1200" dirty="0">
                <a:latin typeface="Noto Sans"/>
                <a:ea typeface="Microsoft YaHei"/>
                <a:cs typeface="Noto Sans"/>
              </a:rPr>
              <a:t>包括</a:t>
            </a:r>
            <a:r>
              <a:rPr lang="ja-JP" sz="1200" dirty="0">
                <a:solidFill>
                  <a:srgbClr val="FF0000"/>
                </a:solidFill>
                <a:latin typeface="Noto Sans"/>
                <a:ea typeface="Microsoft YaHei"/>
                <a:cs typeface="Noto Sans"/>
              </a:rPr>
              <a:t>承包商</a:t>
            </a:r>
            <a:r>
              <a:rPr lang="ja-JP" sz="1200" dirty="0">
                <a:latin typeface="Noto Sans"/>
                <a:ea typeface="Microsoft YaHei"/>
                <a:cs typeface="Noto Sans"/>
              </a:rPr>
              <a:t>、</a:t>
            </a:r>
            <a:r>
              <a:rPr lang="ja-JP" sz="1200" dirty="0">
                <a:solidFill>
                  <a:srgbClr val="FF0000"/>
                </a:solidFill>
                <a:latin typeface="Noto Sans"/>
                <a:ea typeface="Microsoft YaHei"/>
                <a:cs typeface="Noto Sans"/>
              </a:rPr>
              <a:t>客户</a:t>
            </a:r>
            <a:r>
              <a:rPr lang="ja-JP" sz="1200" dirty="0">
                <a:latin typeface="Noto Sans"/>
                <a:ea typeface="Microsoft YaHei"/>
                <a:cs typeface="Noto Sans"/>
              </a:rPr>
              <a:t>和</a:t>
            </a:r>
            <a:r>
              <a:rPr lang="ja-JP" sz="1200" dirty="0">
                <a:solidFill>
                  <a:srgbClr val="FF0000"/>
                </a:solidFill>
                <a:latin typeface="Noto Sans"/>
                <a:ea typeface="Microsoft YaHei"/>
                <a:cs typeface="Noto Sans"/>
              </a:rPr>
              <a:t>项目团队</a:t>
            </a:r>
            <a:r>
              <a:rPr lang="ja-JP" sz="1200" dirty="0">
                <a:latin typeface="Noto Sans"/>
                <a:ea typeface="Microsoft YaHei"/>
                <a:cs typeface="Noto Sans"/>
              </a:rPr>
              <a:t>，其中</a:t>
            </a:r>
            <a:r>
              <a:rPr lang="ja-JP" sz="1200" dirty="0">
                <a:solidFill>
                  <a:srgbClr val="FF0000"/>
                </a:solidFill>
                <a:latin typeface="Noto Sans"/>
                <a:ea typeface="Microsoft YaHei"/>
                <a:cs typeface="Noto Sans"/>
              </a:rPr>
              <a:t>项目团队交付产出</a:t>
            </a:r>
            <a:r>
              <a:rPr lang="ja-JP" sz="1200" dirty="0">
                <a:latin typeface="Noto Sans"/>
                <a:ea typeface="Microsoft YaHei"/>
                <a:cs typeface="Noto Sans"/>
              </a:rPr>
              <a:t>，承包商主要负责</a:t>
            </a:r>
            <a:r>
              <a:rPr lang="ja-JP" sz="1200" dirty="0">
                <a:solidFill>
                  <a:srgbClr val="FF0000"/>
                </a:solidFill>
                <a:latin typeface="Noto Sans"/>
                <a:ea typeface="Microsoft YaHei"/>
                <a:cs typeface="Noto Sans"/>
              </a:rPr>
              <a:t>客户项目</a:t>
            </a:r>
            <a:r>
              <a:rPr lang="ja-JP" sz="1200" dirty="0">
                <a:latin typeface="Noto Sans"/>
                <a:ea typeface="Microsoft YaHei"/>
                <a:cs typeface="Noto Sans"/>
              </a:rPr>
              <a:t>的</a:t>
            </a:r>
            <a:r>
              <a:rPr lang="ja-JP" sz="1200" dirty="0">
                <a:solidFill>
                  <a:srgbClr val="FF0000"/>
                </a:solidFill>
                <a:latin typeface="Noto Sans"/>
                <a:ea typeface="Microsoft YaHei"/>
                <a:cs typeface="Noto Sans"/>
              </a:rPr>
              <a:t>开发</a:t>
            </a:r>
            <a:r>
              <a:rPr lang="ja-JP" sz="1200" dirty="0">
                <a:latin typeface="Noto Sans"/>
                <a:ea typeface="Microsoft YaHei"/>
                <a:cs typeface="Noto Sans"/>
              </a:rPr>
              <a:t>、</a:t>
            </a:r>
            <a:r>
              <a:rPr lang="ja-JP" sz="1200" dirty="0">
                <a:solidFill>
                  <a:srgbClr val="FF0000"/>
                </a:solidFill>
                <a:latin typeface="Noto Sans"/>
                <a:ea typeface="Microsoft YaHei"/>
                <a:cs typeface="Noto Sans"/>
              </a:rPr>
              <a:t>移交</a:t>
            </a:r>
            <a:r>
              <a:rPr lang="ja-JP" sz="1200" dirty="0">
                <a:latin typeface="Noto Sans"/>
                <a:ea typeface="Microsoft YaHei"/>
                <a:cs typeface="Noto Sans"/>
              </a:rPr>
              <a:t>、</a:t>
            </a:r>
            <a:r>
              <a:rPr lang="ja-JP" sz="1200" dirty="0">
                <a:solidFill>
                  <a:srgbClr val="FF0000"/>
                </a:solidFill>
                <a:latin typeface="Noto Sans"/>
                <a:ea typeface="Microsoft YaHei"/>
                <a:cs typeface="Noto Sans"/>
              </a:rPr>
              <a:t>关闭</a:t>
            </a:r>
            <a:r>
              <a:rPr lang="ja-JP" sz="1200" dirty="0">
                <a:latin typeface="Noto Sans"/>
                <a:ea typeface="Microsoft YaHei"/>
                <a:cs typeface="Noto Sans"/>
              </a:rPr>
              <a:t>以及</a:t>
            </a:r>
            <a:r>
              <a:rPr lang="ja-JP" sz="1200" dirty="0">
                <a:solidFill>
                  <a:srgbClr val="FF0000"/>
                </a:solidFill>
                <a:latin typeface="Noto Sans"/>
                <a:ea typeface="Microsoft YaHei"/>
                <a:cs typeface="Noto Sans"/>
              </a:rPr>
              <a:t>效益实现</a:t>
            </a:r>
            <a:r>
              <a:rPr lang="ja-JP" sz="1200" dirty="0">
                <a:latin typeface="Noto Sans"/>
                <a:ea typeface="Microsoft YaHei"/>
                <a:cs typeface="Noto Sans"/>
              </a:rPr>
              <a:t>；客户负责</a:t>
            </a:r>
            <a:r>
              <a:rPr lang="ja-JP" sz="1200" dirty="0">
                <a:solidFill>
                  <a:srgbClr val="FF0000"/>
                </a:solidFill>
                <a:latin typeface="Noto Sans"/>
                <a:ea typeface="Microsoft YaHei"/>
                <a:cs typeface="Noto Sans"/>
              </a:rPr>
              <a:t>运营成果</a:t>
            </a:r>
            <a:r>
              <a:rPr lang="ja-JP" sz="1200" dirty="0">
                <a:latin typeface="Noto Sans"/>
                <a:ea typeface="Microsoft YaHei"/>
                <a:cs typeface="Noto Sans"/>
              </a:rPr>
              <a:t>来提供</a:t>
            </a:r>
            <a:r>
              <a:rPr lang="ja-JP" sz="1200" dirty="0">
                <a:solidFill>
                  <a:srgbClr val="FF0000"/>
                </a:solidFill>
                <a:latin typeface="Noto Sans"/>
                <a:ea typeface="Microsoft YaHei"/>
                <a:cs typeface="Noto Sans"/>
              </a:rPr>
              <a:t>效益</a:t>
            </a:r>
            <a:r>
              <a:rPr lang="ja-JP" sz="1200" dirty="0">
                <a:latin typeface="Noto Sans"/>
                <a:ea typeface="Microsoft YaHei"/>
                <a:cs typeface="Noto Sans"/>
              </a:rPr>
              <a:t>。</a:t>
            </a:r>
            <a:endParaRPr lang="ja-JP" altLang="en-US" sz="1200" dirty="0">
              <a:latin typeface="Noto Sans"/>
              <a:ea typeface="Microsoft YaHei"/>
              <a:cs typeface="Noto Sans"/>
            </a:endParaRPr>
          </a:p>
        </p:txBody>
      </p:sp>
      <p:sp>
        <p:nvSpPr>
          <p:cNvPr id="17" name="Text 4">
            <a:extLst>
              <a:ext uri="{FF2B5EF4-FFF2-40B4-BE49-F238E27FC236}">
                <a16:creationId xmlns:a16="http://schemas.microsoft.com/office/drawing/2014/main" id="{FD42B4F9-7B67-AE62-CAC5-E20BE22CDDFE}"/>
              </a:ext>
            </a:extLst>
          </p:cNvPr>
          <p:cNvSpPr/>
          <p:nvPr/>
        </p:nvSpPr>
        <p:spPr>
          <a:xfrm>
            <a:off x="1371759" y="1403222"/>
            <a:ext cx="1010863" cy="207749"/>
          </a:xfrm>
          <a:prstGeom prst="rect">
            <a:avLst/>
          </a:prstGeom>
          <a:noFill/>
          <a:ln/>
        </p:spPr>
        <p:txBody>
          <a:bodyPr wrap="square" lIns="0" tIns="0" rIns="0" bIns="0" rtlCol="0" anchor="ctr">
            <a:spAutoFit/>
          </a:bodyPr>
          <a:lstStyle/>
          <a:p>
            <a:r>
              <a:rPr lang="en-US" sz="1350" b="1" dirty="0">
                <a:solidFill>
                  <a:srgbClr val="0066CC"/>
                </a:solidFill>
                <a:latin typeface="Microsoft YaHei"/>
                <a:ea typeface="Noto Sans"/>
                <a:cs typeface="Noto Sans"/>
              </a:rPr>
              <a:t> </a:t>
            </a:r>
            <a:r>
              <a:rPr lang="ja-JP" altLang="en-US" sz="1350" b="1" dirty="0">
                <a:solidFill>
                  <a:srgbClr val="0066CC"/>
                </a:solidFill>
                <a:latin typeface="Microsoft YaHei"/>
                <a:ea typeface="Microsoft YaHei"/>
                <a:cs typeface="Noto Sans"/>
              </a:rPr>
              <a:t>客户与用户</a:t>
            </a:r>
            <a:r>
              <a:rPr lang="en-US" sz="1350" b="1" dirty="0">
                <a:solidFill>
                  <a:srgbClr val="0066CC"/>
                </a:solidFill>
                <a:latin typeface="Microsoft YaHei"/>
                <a:ea typeface="Noto Sans"/>
                <a:cs typeface="Noto Sans"/>
              </a:rPr>
              <a:t> </a:t>
            </a:r>
          </a:p>
        </p:txBody>
      </p:sp>
    </p:spTree>
    <p:custDataLst>
      <p:tags r:id="rId1"/>
    </p:custDataLst>
    <p:extLst>
      <p:ext uri="{BB962C8B-B14F-4D97-AF65-F5344CB8AC3E}">
        <p14:creationId xmlns:p14="http://schemas.microsoft.com/office/powerpoint/2010/main" val="19576818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C85AE-575B-D8C2-0B03-2DA1E70F3164}"/>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32C56A7A-C9BB-0976-43DC-2ABDEF8554EE}"/>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92548A1D-0EAD-FBB1-76C8-CCF6ACD8E898}"/>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99F87169-5DE5-267A-4FD9-44F93D0A193A}"/>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E38F0FC5-3E32-E40D-FD59-81E3E4C9FFF4}"/>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BC5AAB53-489D-B724-3876-6A162084BAB6}"/>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8DD4B0EE-41CE-5A5F-782A-D4BAEDA773AA}"/>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6.2</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30CA6EF8-03AF-3592-EDBA-83A68CE43DA1}"/>
              </a:ext>
            </a:extLst>
          </p:cNvPr>
          <p:cNvSpPr txBox="1"/>
          <p:nvPr>
            <p:custDataLst>
              <p:tags r:id="rId6"/>
            </p:custDataLst>
          </p:nvPr>
        </p:nvSpPr>
        <p:spPr>
          <a:xfrm>
            <a:off x="1147763" y="238125"/>
            <a:ext cx="3143250" cy="369332"/>
          </a:xfrm>
          <a:prstGeom prst="rect">
            <a:avLst/>
          </a:prstGeom>
          <a:noFill/>
        </p:spPr>
        <p:txBody>
          <a:bodyPr wrap="square" lIns="91440" tIns="45720" rIns="91440" bIns="45720" rtlCol="0" anchor="t">
            <a:spAutoFit/>
          </a:bodyPr>
          <a:lstStyle/>
          <a:p>
            <a:r>
              <a:rPr lang="zh-CN" altLang="en-US" b="1">
                <a:solidFill>
                  <a:schemeClr val="bg1"/>
                </a:solidFill>
                <a:latin typeface="Microsoft YaHei"/>
                <a:ea typeface="Microsoft YaHei"/>
                <a:cs typeface="Noto Sans"/>
                <a:sym typeface="+mn-ea"/>
              </a:rPr>
              <a:t>项目组织的关键角色 (续）</a:t>
            </a:r>
            <a:endParaRPr lang="zh-CN" altLang="en-US" b="1" dirty="0">
              <a:solidFill>
                <a:schemeClr val="bg1"/>
              </a:solidFill>
              <a:latin typeface="Microsoft YaHei"/>
              <a:ea typeface="Microsoft YaHei"/>
              <a:cs typeface="Noto Sans"/>
              <a:sym typeface="+mn-ea"/>
            </a:endParaRPr>
          </a:p>
        </p:txBody>
      </p:sp>
      <p:sp>
        <p:nvSpPr>
          <p:cNvPr id="6" name="TextBox 5">
            <a:extLst>
              <a:ext uri="{FF2B5EF4-FFF2-40B4-BE49-F238E27FC236}">
                <a16:creationId xmlns:a16="http://schemas.microsoft.com/office/drawing/2014/main" id="{EB77C5CA-1004-B27B-FCD3-2563BBAE6188}"/>
              </a:ext>
            </a:extLst>
          </p:cNvPr>
          <p:cNvSpPr txBox="1"/>
          <p:nvPr/>
        </p:nvSpPr>
        <p:spPr>
          <a:xfrm>
            <a:off x="1085850" y="1581388"/>
            <a:ext cx="7357110"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altLang="ja-JP" sz="1200" dirty="0">
                <a:latin typeface="Microsoft YaHei"/>
                <a:ea typeface="Microsoft YaHei"/>
                <a:cs typeface="Noto Sans"/>
              </a:rPr>
              <a:t>APMBOK</a:t>
            </a:r>
            <a:r>
              <a:rPr lang="ja-JP" altLang="en-US" sz="1200" dirty="0">
                <a:latin typeface="Microsoft YaHei"/>
                <a:ea typeface="Microsoft YaHei"/>
                <a:cs typeface="Noto Sans"/>
              </a:rPr>
              <a:t>使用</a:t>
            </a:r>
            <a:r>
              <a:rPr lang="ja-JP" altLang="en-US" sz="1200" dirty="0">
                <a:solidFill>
                  <a:srgbClr val="FF0000"/>
                </a:solidFill>
                <a:latin typeface="Microsoft YaHei"/>
                <a:ea typeface="Microsoft YaHei"/>
                <a:cs typeface="Noto Sans"/>
              </a:rPr>
              <a:t>职责分配矩阵</a:t>
            </a:r>
            <a:r>
              <a:rPr lang="ja-JP" altLang="en-US" sz="1200" dirty="0">
                <a:latin typeface="Microsoft YaHei"/>
                <a:ea typeface="Microsoft YaHei"/>
                <a:cs typeface="Noto Sans"/>
              </a:rPr>
              <a:t>定义了</a:t>
            </a:r>
            <a:r>
              <a:rPr lang="ja-JP" altLang="en-US" sz="1200" dirty="0">
                <a:solidFill>
                  <a:srgbClr val="FF0000"/>
                </a:solidFill>
                <a:latin typeface="Microsoft YaHei"/>
                <a:ea typeface="Microsoft YaHei"/>
                <a:cs typeface="Noto Sans"/>
              </a:rPr>
              <a:t>团队</a:t>
            </a:r>
            <a:r>
              <a:rPr lang="ja-JP" altLang="en-US" sz="1200" dirty="0">
                <a:latin typeface="Microsoft YaHei"/>
                <a:ea typeface="Microsoft YaHei"/>
                <a:cs typeface="Noto Sans"/>
              </a:rPr>
              <a:t>和</a:t>
            </a:r>
            <a:r>
              <a:rPr lang="ja-JP" altLang="en-US" sz="1200" dirty="0">
                <a:solidFill>
                  <a:srgbClr val="FF0000"/>
                </a:solidFill>
                <a:latin typeface="Microsoft YaHei"/>
                <a:ea typeface="Microsoft YaHei"/>
                <a:cs typeface="Noto Sans"/>
              </a:rPr>
              <a:t>利益相关者</a:t>
            </a:r>
            <a:r>
              <a:rPr lang="ja-JP" altLang="en-US" sz="1200" dirty="0">
                <a:latin typeface="Microsoft YaHei"/>
                <a:ea typeface="Microsoft YaHei"/>
                <a:cs typeface="Noto Sans"/>
              </a:rPr>
              <a:t>的</a:t>
            </a:r>
            <a:r>
              <a:rPr lang="ja-JP" altLang="en-US" sz="1200" dirty="0">
                <a:solidFill>
                  <a:srgbClr val="FF0000"/>
                </a:solidFill>
                <a:latin typeface="Microsoft YaHei"/>
                <a:ea typeface="Microsoft YaHei"/>
                <a:cs typeface="Noto Sans"/>
              </a:rPr>
              <a:t>角色</a:t>
            </a:r>
            <a:r>
              <a:rPr lang="ja-JP" altLang="en-US" sz="1200" dirty="0">
                <a:latin typeface="Microsoft YaHei"/>
                <a:ea typeface="Microsoft YaHei"/>
                <a:cs typeface="Noto Sans"/>
              </a:rPr>
              <a:t>和</a:t>
            </a:r>
            <a:r>
              <a:rPr lang="ja-JP" altLang="en-US" sz="1200" dirty="0">
                <a:solidFill>
                  <a:srgbClr val="FF0000"/>
                </a:solidFill>
                <a:latin typeface="Microsoft YaHei"/>
                <a:ea typeface="Microsoft YaHei"/>
                <a:cs typeface="Noto Sans"/>
              </a:rPr>
              <a:t>责任</a:t>
            </a:r>
            <a:r>
              <a:rPr lang="ja-JP" altLang="en-US" sz="1200" dirty="0">
                <a:latin typeface="Microsoft YaHei"/>
                <a:ea typeface="Microsoft YaHei"/>
                <a:cs typeface="Noto Sans"/>
              </a:rPr>
              <a:t>。</a:t>
            </a:r>
            <a:endParaRPr lang="en-US" altLang="ja-JP" sz="1200" dirty="0">
              <a:latin typeface="Microsoft YaHei"/>
              <a:ea typeface="Noto Sans"/>
              <a:cs typeface="Noto Sans"/>
            </a:endParaRPr>
          </a:p>
          <a:p>
            <a:pPr marL="171450" indent="-171450">
              <a:buFont typeface="Arial" panose="020B0604020202020204" pitchFamily="34" charset="0"/>
              <a:buChar char="•"/>
            </a:pPr>
            <a:endParaRPr lang="ja-JP" altLang="en-US" sz="1200" dirty="0">
              <a:latin typeface="Microsoft YaHei"/>
              <a:ea typeface="Microsoft YaHei"/>
              <a:cs typeface="Noto Sans"/>
            </a:endParaRPr>
          </a:p>
          <a:p>
            <a:pPr marL="171450" indent="-171450">
              <a:buFont typeface="Arial"/>
              <a:buChar char="•"/>
            </a:pPr>
            <a:r>
              <a:rPr lang="ja-JP" altLang="en-US" sz="1200" dirty="0">
                <a:latin typeface="Microsoft YaHei"/>
                <a:ea typeface="Microsoft YaHei"/>
                <a:cs typeface="Noto Sans"/>
              </a:rPr>
              <a:t>类似的</a:t>
            </a:r>
            <a:r>
              <a:rPr lang="en-US" altLang="ja-JP" sz="1200" dirty="0">
                <a:latin typeface="Microsoft YaHei"/>
                <a:ea typeface="仿宋"/>
                <a:cs typeface="Noto Sans"/>
              </a:rPr>
              <a:t>PM</a:t>
            </a:r>
            <a:r>
              <a:rPr lang="en-US" altLang="ja-JP" sz="1200" baseline="30000" dirty="0">
                <a:latin typeface="Microsoft YaHei"/>
                <a:ea typeface="仿宋"/>
                <a:cs typeface="Noto Sans"/>
              </a:rPr>
              <a:t>2</a:t>
            </a:r>
            <a:r>
              <a:rPr lang="ja-JP" altLang="en-US" sz="1200" dirty="0">
                <a:latin typeface="Microsoft YaHei"/>
                <a:ea typeface="Microsoft YaHei"/>
                <a:cs typeface="Noto Sans"/>
              </a:rPr>
              <a:t>也对责任进行了分配。</a:t>
            </a:r>
          </a:p>
          <a:p>
            <a:pPr marL="171450" indent="-171450">
              <a:buFont typeface="Arial"/>
              <a:buChar char="•"/>
            </a:pPr>
            <a:endParaRPr lang="ja-JP" altLang="en-US" sz="1200" dirty="0">
              <a:latin typeface="Microsoft YaHei"/>
              <a:ea typeface="Microsoft YaHei"/>
              <a:cs typeface="Noto Sans"/>
            </a:endParaRPr>
          </a:p>
          <a:p>
            <a:pPr marL="171450" indent="-171450">
              <a:buFont typeface="Arial"/>
              <a:buChar char="•"/>
            </a:pPr>
            <a:r>
              <a:rPr lang="en-US" altLang="ja-JP" sz="1200" dirty="0">
                <a:latin typeface="Microsoft YaHei"/>
                <a:ea typeface="+mn-lt"/>
                <a:cs typeface="Noto Sans"/>
              </a:rPr>
              <a:t>ISO21502</a:t>
            </a:r>
            <a:r>
              <a:rPr lang="ja-JP" sz="1200" dirty="0">
                <a:latin typeface="Microsoft YaHei"/>
                <a:ea typeface="Microsoft YaHei"/>
                <a:cs typeface="Noto Sans"/>
              </a:rPr>
              <a:t>对组织中</a:t>
            </a:r>
            <a:r>
              <a:rPr lang="ja-JP" sz="1200" dirty="0">
                <a:solidFill>
                  <a:srgbClr val="FF0000"/>
                </a:solidFill>
                <a:latin typeface="Microsoft YaHei"/>
                <a:ea typeface="Microsoft YaHei"/>
                <a:cs typeface="Noto Sans"/>
              </a:rPr>
              <a:t>不同参与方</a:t>
            </a:r>
            <a:r>
              <a:rPr lang="ja-JP" sz="1200" dirty="0">
                <a:latin typeface="Microsoft YaHei"/>
                <a:ea typeface="Microsoft YaHei"/>
                <a:cs typeface="Noto Sans"/>
              </a:rPr>
              <a:t>进行了定义并描述了</a:t>
            </a:r>
            <a:r>
              <a:rPr lang="ja-JP" sz="1200" dirty="0">
                <a:solidFill>
                  <a:srgbClr val="FF0000"/>
                </a:solidFill>
                <a:latin typeface="Microsoft YaHei"/>
                <a:ea typeface="Microsoft YaHei"/>
                <a:cs typeface="Noto Sans"/>
              </a:rPr>
              <a:t>项目组织</a:t>
            </a:r>
            <a:r>
              <a:rPr lang="ja-JP" sz="1200" dirty="0">
                <a:latin typeface="Microsoft YaHei"/>
                <a:ea typeface="Microsoft YaHei"/>
                <a:cs typeface="Noto Sans"/>
              </a:rPr>
              <a:t>的</a:t>
            </a:r>
            <a:r>
              <a:rPr lang="ja-JP" sz="1200" dirty="0">
                <a:solidFill>
                  <a:srgbClr val="FF0000"/>
                </a:solidFill>
                <a:latin typeface="Microsoft YaHei"/>
                <a:ea typeface="Microsoft YaHei"/>
                <a:cs typeface="Noto Sans"/>
              </a:rPr>
              <a:t>角色关系</a:t>
            </a:r>
            <a:r>
              <a:rPr lang="ja-JP" altLang="en-US" sz="1200" dirty="0">
                <a:latin typeface="Microsoft YaHei"/>
                <a:ea typeface="Microsoft YaHei"/>
                <a:cs typeface="Noto Sans"/>
              </a:rPr>
              <a:t>。</a:t>
            </a:r>
          </a:p>
          <a:p>
            <a:pPr marL="171450" indent="-171450">
              <a:buFont typeface="Arial"/>
              <a:buChar char="•"/>
            </a:pPr>
            <a:endParaRPr lang="ja-JP" sz="1200" dirty="0">
              <a:latin typeface="Microsoft YaHei"/>
              <a:ea typeface="Microsoft YaHei"/>
              <a:cs typeface="Noto Sans"/>
            </a:endParaRPr>
          </a:p>
          <a:p>
            <a:pPr marL="171450" indent="-171450">
              <a:buFont typeface="Arial"/>
              <a:buChar char="•"/>
            </a:pPr>
            <a:r>
              <a:rPr lang="en-US" altLang="ja-JP" sz="1200" dirty="0">
                <a:latin typeface="Microsoft YaHei"/>
                <a:ea typeface="+mn-lt"/>
                <a:cs typeface="Noto Sans"/>
              </a:rPr>
              <a:t>PRINCE2</a:t>
            </a:r>
            <a:r>
              <a:rPr lang="ja-JP" altLang="en-US" sz="1200" dirty="0">
                <a:latin typeface="Microsoft YaHei"/>
                <a:ea typeface="Microsoft YaHei"/>
                <a:cs typeface="Noto Sans"/>
              </a:rPr>
              <a:t>定义了一系列角色及其职责以满足</a:t>
            </a:r>
            <a:r>
              <a:rPr lang="ja-JP" altLang="en-US" sz="1200" dirty="0">
                <a:solidFill>
                  <a:srgbClr val="FF0000"/>
                </a:solidFill>
                <a:latin typeface="Microsoft YaHei"/>
                <a:ea typeface="Microsoft YaHei"/>
                <a:cs typeface="Noto Sans"/>
              </a:rPr>
              <a:t>不同环境</a:t>
            </a:r>
            <a:r>
              <a:rPr lang="ja-JP" altLang="en-US" sz="1200" dirty="0">
                <a:latin typeface="Microsoft YaHei"/>
                <a:ea typeface="Microsoft YaHei"/>
                <a:cs typeface="Noto Sans"/>
              </a:rPr>
              <a:t>以及</a:t>
            </a:r>
            <a:r>
              <a:rPr lang="ja-JP" altLang="en-US" sz="1200" dirty="0">
                <a:solidFill>
                  <a:srgbClr val="FF0000"/>
                </a:solidFill>
                <a:latin typeface="Microsoft YaHei"/>
                <a:ea typeface="Microsoft YaHei"/>
                <a:cs typeface="Noto Sans"/>
              </a:rPr>
              <a:t>不同的项目规模要求</a:t>
            </a:r>
            <a:r>
              <a:rPr lang="ja-JP" altLang="en-US" sz="1200" dirty="0">
                <a:latin typeface="Microsoft YaHei"/>
                <a:ea typeface="Microsoft YaHei"/>
                <a:cs typeface="Noto Sans"/>
              </a:rPr>
              <a:t>。其中具体涉及：</a:t>
            </a:r>
          </a:p>
          <a:p>
            <a:pPr marL="228600" indent="-228600">
              <a:buAutoNum type="arabicPeriod"/>
            </a:pPr>
            <a:endParaRPr lang="ja-JP" altLang="en-US" sz="1200" dirty="0">
              <a:latin typeface="Microsoft YaHei"/>
              <a:ea typeface="Microsoft YaHei"/>
              <a:cs typeface="Noto Sans"/>
            </a:endParaRPr>
          </a:p>
          <a:p>
            <a:pPr marL="628650" lvl="1" indent="-171450" algn="just">
              <a:buFont typeface="Arial" panose="020B0604020202020204" pitchFamily="34" charset="0"/>
              <a:buChar char="•"/>
            </a:pPr>
            <a:r>
              <a:rPr lang="ja-JP" altLang="en-US" sz="1200" dirty="0">
                <a:latin typeface="Microsoft YaHei"/>
                <a:ea typeface="Microsoft YaHei"/>
                <a:cs typeface="Noto Sans"/>
              </a:rPr>
              <a:t>责任的</a:t>
            </a:r>
            <a:r>
              <a:rPr lang="ja-JP" altLang="en-US" sz="1200" dirty="0">
                <a:solidFill>
                  <a:srgbClr val="FF0000"/>
                </a:solidFill>
                <a:latin typeface="Microsoft YaHei"/>
                <a:ea typeface="Microsoft YaHei"/>
                <a:cs typeface="Noto Sans"/>
              </a:rPr>
              <a:t>范围</a:t>
            </a:r>
            <a:r>
              <a:rPr lang="ja-JP" altLang="en-US" sz="1200" dirty="0">
                <a:latin typeface="Microsoft YaHei"/>
                <a:ea typeface="Microsoft YaHei"/>
                <a:cs typeface="Noto Sans"/>
              </a:rPr>
              <a:t>。</a:t>
            </a:r>
          </a:p>
          <a:p>
            <a:pPr marL="628650" lvl="1" indent="-171450" algn="just">
              <a:buFont typeface="Arial" panose="020B0604020202020204" pitchFamily="34" charset="0"/>
              <a:buChar char="•"/>
            </a:pPr>
            <a:endParaRPr lang="ja-JP" altLang="en-US" sz="1200" dirty="0">
              <a:latin typeface="Microsoft YaHei"/>
              <a:ea typeface="Microsoft YaHei"/>
              <a:cs typeface="Noto Sans"/>
            </a:endParaRPr>
          </a:p>
          <a:p>
            <a:pPr marL="628650" lvl="1" indent="-171450" algn="just">
              <a:buFont typeface="Arial" panose="020B0604020202020204" pitchFamily="34" charset="0"/>
              <a:buChar char="•"/>
            </a:pPr>
            <a:r>
              <a:rPr lang="ja-JP" altLang="en-US" sz="1200" dirty="0">
                <a:latin typeface="Microsoft YaHei"/>
                <a:ea typeface="Microsoft YaHei"/>
                <a:cs typeface="Noto Sans"/>
              </a:rPr>
              <a:t>分配的</a:t>
            </a:r>
            <a:r>
              <a:rPr lang="ja-JP" altLang="en-US" sz="1200" dirty="0">
                <a:solidFill>
                  <a:srgbClr val="FF0000"/>
                </a:solidFill>
                <a:latin typeface="Microsoft YaHei"/>
                <a:ea typeface="Microsoft YaHei"/>
                <a:cs typeface="Noto Sans"/>
              </a:rPr>
              <a:t>方式</a:t>
            </a:r>
            <a:r>
              <a:rPr lang="ja-JP" altLang="en-US" sz="1200" dirty="0">
                <a:latin typeface="Microsoft YaHei"/>
                <a:ea typeface="Microsoft YaHei"/>
                <a:cs typeface="Noto Sans"/>
              </a:rPr>
              <a:t>。</a:t>
            </a:r>
            <a:r>
              <a:rPr lang="en-US" altLang="ja-JP" sz="1200" dirty="0">
                <a:latin typeface="Microsoft YaHei"/>
                <a:ea typeface="仿宋"/>
                <a:cs typeface="Noto Sans"/>
              </a:rPr>
              <a:t> PM</a:t>
            </a:r>
            <a:r>
              <a:rPr lang="en-US" altLang="ja-JP" sz="1200" baseline="30000" dirty="0">
                <a:latin typeface="Microsoft YaHei"/>
                <a:ea typeface="仿宋"/>
                <a:cs typeface="Noto Sans"/>
              </a:rPr>
              <a:t>2</a:t>
            </a:r>
            <a:r>
              <a:rPr lang="ja-JP" altLang="en-US" sz="1200" dirty="0">
                <a:latin typeface="Microsoft YaHei"/>
                <a:ea typeface="Microsoft YaHei"/>
                <a:cs typeface="Noto Sans"/>
              </a:rPr>
              <a:t>中组织的</a:t>
            </a:r>
            <a:r>
              <a:rPr lang="ja-JP" altLang="en-US" sz="1200" dirty="0">
                <a:solidFill>
                  <a:srgbClr val="FF0000"/>
                </a:solidFill>
                <a:latin typeface="Microsoft YaHei"/>
                <a:ea typeface="Microsoft YaHei"/>
                <a:cs typeface="Noto Sans"/>
              </a:rPr>
              <a:t>责任</a:t>
            </a:r>
            <a:r>
              <a:rPr lang="ja-JP" altLang="en-US" sz="1200" dirty="0">
                <a:latin typeface="Microsoft YaHei"/>
                <a:ea typeface="Microsoft YaHei"/>
                <a:cs typeface="Noto Sans"/>
              </a:rPr>
              <a:t>包括</a:t>
            </a:r>
            <a:r>
              <a:rPr lang="ja-JP" altLang="en-US" sz="1200" dirty="0">
                <a:solidFill>
                  <a:srgbClr val="FF0000"/>
                </a:solidFill>
                <a:latin typeface="Microsoft YaHei"/>
                <a:ea typeface="Microsoft YaHei"/>
                <a:cs typeface="Noto Sans"/>
              </a:rPr>
              <a:t>负责</a:t>
            </a:r>
            <a:r>
              <a:rPr lang="ja-JP" altLang="en-US" sz="1200" dirty="0">
                <a:latin typeface="Microsoft YaHei"/>
                <a:ea typeface="Microsoft YaHei"/>
                <a:cs typeface="Noto Sans"/>
              </a:rPr>
              <a:t>、</a:t>
            </a:r>
            <a:r>
              <a:rPr lang="ja-JP" altLang="en-US" sz="1200" dirty="0">
                <a:solidFill>
                  <a:srgbClr val="FF0000"/>
                </a:solidFill>
                <a:latin typeface="Microsoft YaHei"/>
                <a:ea typeface="Microsoft YaHei"/>
                <a:cs typeface="Noto Sans"/>
              </a:rPr>
              <a:t>承担</a:t>
            </a:r>
            <a:r>
              <a:rPr lang="ja-JP" altLang="en-US" sz="1200" dirty="0">
                <a:latin typeface="Microsoft YaHei"/>
                <a:ea typeface="Microsoft YaHei"/>
                <a:cs typeface="Noto Sans"/>
              </a:rPr>
              <a:t>、</a:t>
            </a:r>
            <a:r>
              <a:rPr lang="ja-JP" altLang="en-US" sz="1200" dirty="0">
                <a:solidFill>
                  <a:srgbClr val="FF0000"/>
                </a:solidFill>
                <a:latin typeface="Microsoft YaHei"/>
                <a:ea typeface="Microsoft YaHei"/>
                <a:cs typeface="Noto Sans"/>
              </a:rPr>
              <a:t>支持</a:t>
            </a:r>
            <a:r>
              <a:rPr lang="ja-JP" altLang="en-US" sz="1200" dirty="0">
                <a:latin typeface="Microsoft YaHei"/>
                <a:ea typeface="Microsoft YaHei"/>
                <a:cs typeface="Noto Sans"/>
              </a:rPr>
              <a:t>、</a:t>
            </a:r>
            <a:r>
              <a:rPr lang="ja-JP" altLang="en-US" sz="1200" dirty="0">
                <a:solidFill>
                  <a:srgbClr val="FF0000"/>
                </a:solidFill>
                <a:latin typeface="Microsoft YaHei"/>
                <a:ea typeface="Microsoft YaHei"/>
                <a:cs typeface="Noto Sans"/>
              </a:rPr>
              <a:t>咨询</a:t>
            </a:r>
            <a:r>
              <a:rPr lang="ja-JP" altLang="en-US" sz="1200" dirty="0">
                <a:latin typeface="Microsoft YaHei"/>
                <a:ea typeface="Microsoft YaHei"/>
                <a:cs typeface="Noto Sans"/>
              </a:rPr>
              <a:t>、</a:t>
            </a:r>
            <a:r>
              <a:rPr lang="ja-JP" altLang="en-US" sz="1200" dirty="0">
                <a:solidFill>
                  <a:srgbClr val="FF0000"/>
                </a:solidFill>
                <a:latin typeface="Microsoft YaHei"/>
                <a:ea typeface="Microsoft YaHei"/>
                <a:cs typeface="Noto Sans"/>
              </a:rPr>
              <a:t>告知</a:t>
            </a:r>
            <a:r>
              <a:rPr lang="ja-JP" altLang="en-US" sz="1200" dirty="0">
                <a:latin typeface="Microsoft YaHei"/>
                <a:ea typeface="Microsoft YaHei"/>
                <a:cs typeface="Noto Sans"/>
              </a:rPr>
              <a:t>等 (</a:t>
            </a:r>
            <a:r>
              <a:rPr lang="en-US" altLang="ja-JP" sz="1200" dirty="0">
                <a:latin typeface="Microsoft YaHei"/>
                <a:ea typeface="Microsoft YaHei"/>
                <a:cs typeface="Noto Sans"/>
              </a:rPr>
              <a:t>4.12</a:t>
            </a:r>
            <a:r>
              <a:rPr lang="ja-JP" altLang="en-US" sz="1200" dirty="0">
                <a:latin typeface="Microsoft YaHei"/>
                <a:ea typeface="Microsoft YaHei"/>
                <a:cs typeface="Noto Sans"/>
              </a:rPr>
              <a:t>节)。</a:t>
            </a:r>
          </a:p>
          <a:p>
            <a:pPr marL="628650" lvl="1" indent="-171450" algn="just">
              <a:buFont typeface="Arial" panose="020B0604020202020204" pitchFamily="34" charset="0"/>
              <a:buChar char="•"/>
            </a:pPr>
            <a:endParaRPr lang="ja-JP" altLang="en-US" sz="1200" dirty="0">
              <a:latin typeface="Microsoft YaHei"/>
              <a:ea typeface="Microsoft YaHei"/>
              <a:cs typeface="Noto Sans"/>
            </a:endParaRPr>
          </a:p>
          <a:p>
            <a:pPr marL="628650" lvl="1" indent="-171450" algn="just">
              <a:buFont typeface="Arial" panose="020B0604020202020204" pitchFamily="34" charset="0"/>
              <a:buChar char="•"/>
            </a:pPr>
            <a:r>
              <a:rPr lang="ja-JP" altLang="en-US" sz="1200" dirty="0">
                <a:latin typeface="Microsoft YaHei"/>
                <a:ea typeface="Microsoft YaHei"/>
                <a:cs typeface="Noto Sans"/>
              </a:rPr>
              <a:t>分配的</a:t>
            </a:r>
            <a:r>
              <a:rPr lang="ja-JP" altLang="en-US" sz="1200" dirty="0">
                <a:solidFill>
                  <a:srgbClr val="FF0000"/>
                </a:solidFill>
                <a:latin typeface="Microsoft YaHei"/>
                <a:ea typeface="Microsoft YaHei"/>
                <a:cs typeface="Noto Sans"/>
              </a:rPr>
              <a:t>原则</a:t>
            </a:r>
            <a:r>
              <a:rPr lang="ja-JP" altLang="en-US" sz="1200" dirty="0">
                <a:latin typeface="Microsoft YaHei"/>
                <a:ea typeface="Microsoft YaHei"/>
                <a:cs typeface="Noto Sans"/>
              </a:rPr>
              <a:t>。</a:t>
            </a:r>
            <a:r>
              <a:rPr lang="en-US" altLang="ja-JP" sz="1200" dirty="0">
                <a:latin typeface="Microsoft YaHei"/>
                <a:ea typeface="Microsoft YaHei"/>
                <a:cs typeface="Noto Sans"/>
              </a:rPr>
              <a:t>BS6079</a:t>
            </a:r>
            <a:r>
              <a:rPr lang="ja-JP" altLang="en-US" sz="1200" dirty="0">
                <a:latin typeface="Microsoft YaHei"/>
                <a:ea typeface="Microsoft YaHei"/>
                <a:cs typeface="Noto Sans"/>
              </a:rPr>
              <a:t>分析了</a:t>
            </a:r>
            <a:r>
              <a:rPr lang="ja-JP" altLang="en-US" sz="1200" dirty="0">
                <a:solidFill>
                  <a:srgbClr val="FF0000"/>
                </a:solidFill>
                <a:latin typeface="Microsoft YaHei"/>
                <a:ea typeface="Microsoft YaHei"/>
                <a:cs typeface="Noto Sans"/>
              </a:rPr>
              <a:t>职能部门</a:t>
            </a:r>
            <a:r>
              <a:rPr lang="ja-JP" altLang="en-US" sz="1200" dirty="0">
                <a:latin typeface="Microsoft YaHei"/>
                <a:ea typeface="Microsoft YaHei"/>
                <a:cs typeface="Noto Sans"/>
              </a:rPr>
              <a:t>、</a:t>
            </a:r>
            <a:r>
              <a:rPr lang="ja-JP" altLang="en-US" sz="1200" dirty="0">
                <a:solidFill>
                  <a:srgbClr val="FF0000"/>
                </a:solidFill>
                <a:latin typeface="Microsoft YaHei"/>
                <a:ea typeface="Microsoft YaHei"/>
                <a:cs typeface="Noto Sans"/>
              </a:rPr>
              <a:t>矩阵组织</a:t>
            </a:r>
            <a:r>
              <a:rPr lang="ja-JP" altLang="en-US" sz="1200" dirty="0">
                <a:latin typeface="Microsoft YaHei"/>
                <a:ea typeface="Microsoft YaHei"/>
                <a:cs typeface="Noto Sans"/>
              </a:rPr>
              <a:t>与</a:t>
            </a:r>
            <a:r>
              <a:rPr lang="ja-JP" altLang="en-US" sz="1200" dirty="0">
                <a:solidFill>
                  <a:srgbClr val="FF0000"/>
                </a:solidFill>
                <a:latin typeface="Microsoft YaHei"/>
                <a:ea typeface="Microsoft YaHei"/>
                <a:cs typeface="Noto Sans"/>
              </a:rPr>
              <a:t>项目组织</a:t>
            </a:r>
            <a:r>
              <a:rPr lang="ja-JP" altLang="en-US" sz="1200" dirty="0">
                <a:latin typeface="Microsoft YaHei"/>
                <a:ea typeface="Microsoft YaHei"/>
                <a:cs typeface="Noto Sans"/>
              </a:rPr>
              <a:t>之间</a:t>
            </a:r>
            <a:r>
              <a:rPr lang="ja-JP" altLang="en-US" sz="1200" dirty="0">
                <a:solidFill>
                  <a:srgbClr val="FF0000"/>
                </a:solidFill>
                <a:latin typeface="Microsoft YaHei"/>
                <a:ea typeface="Microsoft YaHei"/>
                <a:cs typeface="Noto Sans"/>
              </a:rPr>
              <a:t>项目经理权力</a:t>
            </a:r>
            <a:r>
              <a:rPr lang="ja-JP" altLang="en-US" sz="1200" dirty="0">
                <a:latin typeface="Microsoft YaHei"/>
                <a:ea typeface="Microsoft YaHei"/>
                <a:cs typeface="Noto Sans"/>
              </a:rPr>
              <a:t>的</a:t>
            </a:r>
            <a:r>
              <a:rPr lang="ja-JP" altLang="en-US" sz="1200" dirty="0">
                <a:solidFill>
                  <a:srgbClr val="FF0000"/>
                </a:solidFill>
                <a:latin typeface="Microsoft YaHei"/>
                <a:ea typeface="Microsoft YaHei"/>
                <a:cs typeface="Noto Sans"/>
              </a:rPr>
              <a:t>变化规律</a:t>
            </a:r>
            <a:r>
              <a:rPr lang="ja-JP" altLang="en-US" sz="1200" dirty="0">
                <a:latin typeface="Microsoft YaHei"/>
                <a:ea typeface="Microsoft YaHei"/>
                <a:cs typeface="Noto Sans"/>
              </a:rPr>
              <a:t>。</a:t>
            </a:r>
          </a:p>
          <a:p>
            <a:pPr marL="628650" lvl="1" indent="-171450" algn="just">
              <a:buFont typeface="Arial" panose="020B0604020202020204" pitchFamily="34" charset="0"/>
              <a:buChar char="•"/>
            </a:pPr>
            <a:endParaRPr lang="ja-JP" altLang="en-US" sz="1200" dirty="0">
              <a:latin typeface="Microsoft YaHei"/>
              <a:ea typeface="Microsoft YaHei"/>
              <a:cs typeface="Noto Sans"/>
            </a:endParaRPr>
          </a:p>
          <a:p>
            <a:pPr marL="628650" lvl="1" indent="-171450" algn="just">
              <a:lnSpc>
                <a:spcPct val="150000"/>
              </a:lnSpc>
              <a:buFont typeface="Arial" panose="020B0604020202020204" pitchFamily="34" charset="0"/>
              <a:buChar char="•"/>
            </a:pPr>
            <a:r>
              <a:rPr lang="en-US" altLang="ja-JP" sz="1200" dirty="0">
                <a:latin typeface="Microsoft YaHei"/>
                <a:ea typeface="Microsoft YaHei"/>
                <a:cs typeface="Noto Sans"/>
              </a:rPr>
              <a:t>PRINCE2</a:t>
            </a:r>
            <a:r>
              <a:rPr lang="ja-JP" altLang="en-US" sz="1200" dirty="0">
                <a:latin typeface="Microsoft YaHei"/>
                <a:ea typeface="Microsoft YaHei"/>
                <a:cs typeface="Noto Sans"/>
              </a:rPr>
              <a:t>根据</a:t>
            </a:r>
            <a:r>
              <a:rPr lang="ja-JP" altLang="en-US" sz="1200" dirty="0">
                <a:solidFill>
                  <a:srgbClr val="FF0000"/>
                </a:solidFill>
                <a:latin typeface="Microsoft YaHei"/>
                <a:ea typeface="Microsoft YaHei"/>
                <a:cs typeface="Noto Sans"/>
              </a:rPr>
              <a:t>项目</a:t>
            </a:r>
            <a:r>
              <a:rPr lang="ja-JP" altLang="en-US" sz="1200" dirty="0">
                <a:latin typeface="Microsoft YaHei"/>
                <a:ea typeface="Microsoft YaHei"/>
                <a:cs typeface="Noto Sans"/>
              </a:rPr>
              <a:t>的需要，一个</a:t>
            </a:r>
            <a:r>
              <a:rPr lang="ja-JP" altLang="en-US" sz="1200" dirty="0">
                <a:solidFill>
                  <a:srgbClr val="FF0000"/>
                </a:solidFill>
                <a:latin typeface="Microsoft YaHei"/>
                <a:ea typeface="Microsoft YaHei"/>
                <a:cs typeface="Noto Sans"/>
              </a:rPr>
              <a:t>角色</a:t>
            </a:r>
            <a:r>
              <a:rPr lang="ja-JP" altLang="en-US" sz="1200" dirty="0">
                <a:latin typeface="Microsoft YaHei"/>
                <a:ea typeface="Microsoft YaHei"/>
                <a:cs typeface="Noto Sans"/>
              </a:rPr>
              <a:t>可由</a:t>
            </a:r>
            <a:r>
              <a:rPr lang="ja-JP" altLang="en-US" sz="1200" dirty="0">
                <a:solidFill>
                  <a:srgbClr val="FF0000"/>
                </a:solidFill>
                <a:latin typeface="Microsoft YaHei"/>
                <a:ea typeface="Microsoft YaHei"/>
                <a:cs typeface="Noto Sans"/>
              </a:rPr>
              <a:t>多个人共同承担</a:t>
            </a:r>
            <a:r>
              <a:rPr lang="ja-JP" altLang="en-US" sz="1200" dirty="0">
                <a:latin typeface="Microsoft YaHei"/>
                <a:ea typeface="Microsoft YaHei"/>
                <a:cs typeface="Noto Sans"/>
              </a:rPr>
              <a:t>，或将</a:t>
            </a:r>
            <a:r>
              <a:rPr lang="ja-JP" altLang="en-US" sz="1200" dirty="0">
                <a:solidFill>
                  <a:srgbClr val="FF0000"/>
                </a:solidFill>
                <a:latin typeface="Microsoft YaHei"/>
                <a:ea typeface="Microsoft YaHei"/>
                <a:cs typeface="Noto Sans"/>
              </a:rPr>
              <a:t>几个角色</a:t>
            </a:r>
            <a:r>
              <a:rPr lang="ja-JP" altLang="en-US" sz="1200" dirty="0">
                <a:latin typeface="Microsoft YaHei"/>
                <a:ea typeface="Microsoft YaHei"/>
                <a:cs typeface="Noto Sans"/>
              </a:rPr>
              <a:t>合并而由</a:t>
            </a:r>
            <a:r>
              <a:rPr lang="ja-JP" altLang="en-US" sz="1200" dirty="0">
                <a:solidFill>
                  <a:srgbClr val="FF0000"/>
                </a:solidFill>
                <a:latin typeface="Microsoft YaHei"/>
                <a:ea typeface="Microsoft YaHei"/>
                <a:cs typeface="Noto Sans"/>
              </a:rPr>
              <a:t>一个人承担</a:t>
            </a:r>
            <a:r>
              <a:rPr lang="ja-JP" altLang="en-US" sz="1200" dirty="0">
                <a:latin typeface="Microsoft YaHei"/>
                <a:ea typeface="Microsoft YaHei"/>
                <a:cs typeface="Noto Sans"/>
              </a:rPr>
              <a:t>。</a:t>
            </a:r>
            <a:endParaRPr lang="en-US" altLang="ja-JP" sz="1200" dirty="0">
              <a:latin typeface="Microsoft YaHei"/>
              <a:ea typeface="Microsoft YaHei"/>
              <a:cs typeface="Noto Sans"/>
            </a:endParaRPr>
          </a:p>
          <a:p>
            <a:pPr marL="628650" lvl="1" indent="-171450">
              <a:buFont typeface="Arial" panose="020B0604020202020204" pitchFamily="34" charset="0"/>
              <a:buChar char="•"/>
            </a:pPr>
            <a:endParaRPr lang="en-US" altLang="ja-JP" sz="1200" dirty="0">
              <a:latin typeface="Noto Sans"/>
              <a:ea typeface="Microsoft YaHei"/>
              <a:cs typeface="Noto Sans"/>
            </a:endParaRPr>
          </a:p>
          <a:p>
            <a:pPr marL="628650" lvl="1" indent="-171450">
              <a:buFont typeface="Arial" panose="020B0604020202020204" pitchFamily="34" charset="0"/>
              <a:buChar char="•"/>
            </a:pPr>
            <a:r>
              <a:rPr lang="en-US" altLang="ja-JP" sz="1200" dirty="0">
                <a:latin typeface="Microsoft YaHei"/>
                <a:ea typeface="Microsoft YaHei"/>
                <a:cs typeface="Noto Sans"/>
              </a:rPr>
              <a:t>ISO21502</a:t>
            </a:r>
            <a:r>
              <a:rPr lang="ja-JP" altLang="en-US" sz="1200" dirty="0">
                <a:latin typeface="Microsoft YaHei"/>
                <a:ea typeface="Microsoft YaHei"/>
                <a:cs typeface="Noto Sans"/>
              </a:rPr>
              <a:t>认为</a:t>
            </a:r>
            <a:r>
              <a:rPr lang="ja-JP" altLang="en-US" sz="1200" dirty="0">
                <a:solidFill>
                  <a:srgbClr val="FF0000"/>
                </a:solidFill>
                <a:latin typeface="Microsoft YaHei"/>
                <a:ea typeface="Microsoft YaHei"/>
                <a:cs typeface="Noto Sans"/>
              </a:rPr>
              <a:t>项目组织</a:t>
            </a:r>
            <a:r>
              <a:rPr lang="ja-JP" altLang="en-US" sz="1200" dirty="0">
                <a:latin typeface="Microsoft YaHei"/>
                <a:ea typeface="Microsoft YaHei"/>
                <a:cs typeface="Noto Sans"/>
              </a:rPr>
              <a:t>是一个有</a:t>
            </a:r>
            <a:r>
              <a:rPr lang="ja-JP" altLang="en-US" sz="1200" dirty="0">
                <a:solidFill>
                  <a:srgbClr val="FF0000"/>
                </a:solidFill>
                <a:latin typeface="Microsoft YaHei"/>
                <a:ea typeface="Microsoft YaHei"/>
                <a:cs typeface="Noto Sans"/>
              </a:rPr>
              <a:t>明确角色</a:t>
            </a:r>
            <a:r>
              <a:rPr lang="ja-JP" altLang="en-US" sz="1200" dirty="0">
                <a:latin typeface="Microsoft YaHei"/>
                <a:ea typeface="Microsoft YaHei"/>
                <a:cs typeface="Noto Sans"/>
              </a:rPr>
              <a:t>、</a:t>
            </a:r>
            <a:r>
              <a:rPr lang="ja-JP" altLang="en-US" sz="1200" dirty="0">
                <a:solidFill>
                  <a:srgbClr val="FF0000"/>
                </a:solidFill>
                <a:latin typeface="Microsoft YaHei"/>
                <a:ea typeface="Microsoft YaHei"/>
                <a:cs typeface="Noto Sans"/>
              </a:rPr>
              <a:t>职责</a:t>
            </a:r>
            <a:r>
              <a:rPr lang="ja-JP" altLang="en-US" sz="1200" dirty="0">
                <a:latin typeface="Microsoft YaHei"/>
                <a:ea typeface="Microsoft YaHei"/>
                <a:cs typeface="Noto Sans"/>
              </a:rPr>
              <a:t>和</a:t>
            </a:r>
            <a:r>
              <a:rPr lang="ja-JP" altLang="en-US" sz="1200" dirty="0">
                <a:solidFill>
                  <a:srgbClr val="FF0000"/>
                </a:solidFill>
                <a:latin typeface="Microsoft YaHei"/>
                <a:ea typeface="Microsoft YaHei"/>
                <a:cs typeface="Noto Sans"/>
              </a:rPr>
              <a:t>权限</a:t>
            </a:r>
            <a:r>
              <a:rPr lang="ja-JP" altLang="en-US" sz="1200" dirty="0">
                <a:latin typeface="Microsoft YaHei"/>
                <a:ea typeface="Microsoft YaHei"/>
                <a:cs typeface="Noto Sans"/>
              </a:rPr>
              <a:t>的</a:t>
            </a:r>
            <a:r>
              <a:rPr lang="ja-JP" altLang="en-US" sz="1200" dirty="0">
                <a:solidFill>
                  <a:srgbClr val="FF0000"/>
                </a:solidFill>
                <a:latin typeface="Microsoft YaHei"/>
                <a:ea typeface="Microsoft YaHei"/>
                <a:cs typeface="Noto Sans"/>
              </a:rPr>
              <a:t>临时结构</a:t>
            </a:r>
            <a:r>
              <a:rPr lang="ja-JP" altLang="en-US" sz="1200" dirty="0">
                <a:latin typeface="Microsoft YaHei"/>
                <a:ea typeface="Microsoft YaHei"/>
                <a:cs typeface="Noto Sans"/>
              </a:rPr>
              <a:t>，把</a:t>
            </a:r>
            <a:r>
              <a:rPr lang="ja-JP" altLang="en-US" sz="1200" dirty="0">
                <a:solidFill>
                  <a:srgbClr val="FF0000"/>
                </a:solidFill>
                <a:latin typeface="Microsoft YaHei"/>
                <a:ea typeface="Microsoft YaHei"/>
                <a:cs typeface="Noto Sans"/>
              </a:rPr>
              <a:t>个体分配</a:t>
            </a:r>
            <a:r>
              <a:rPr lang="ja-JP" altLang="en-US" sz="1200" dirty="0">
                <a:latin typeface="Microsoft YaHei"/>
                <a:ea typeface="Microsoft YaHei"/>
                <a:cs typeface="Noto Sans"/>
              </a:rPr>
              <a:t>给项目组织中的</a:t>
            </a:r>
            <a:r>
              <a:rPr lang="ja-JP" altLang="en-US" sz="1200" dirty="0">
                <a:solidFill>
                  <a:srgbClr val="FF0000"/>
                </a:solidFill>
                <a:latin typeface="Microsoft YaHei"/>
                <a:ea typeface="Microsoft YaHei"/>
                <a:cs typeface="Noto Sans"/>
              </a:rPr>
              <a:t>特定角色</a:t>
            </a:r>
            <a:r>
              <a:rPr lang="ja-JP" altLang="en-US" sz="1200" dirty="0">
                <a:latin typeface="Microsoft YaHei"/>
                <a:ea typeface="Microsoft YaHei"/>
                <a:cs typeface="Noto Sans"/>
              </a:rPr>
              <a:t>。</a:t>
            </a:r>
          </a:p>
          <a:p>
            <a:pPr lvl="1"/>
            <a:endParaRPr lang="ja-JP" altLang="en-US" sz="1200" dirty="0">
              <a:latin typeface="Noto Sans"/>
              <a:ea typeface="Microsoft YaHei"/>
              <a:cs typeface="Noto Sans"/>
            </a:endParaRPr>
          </a:p>
          <a:p>
            <a:pPr lvl="1"/>
            <a:endParaRPr lang="ja-JP" sz="1200" dirty="0">
              <a:latin typeface="Noto Sans"/>
              <a:ea typeface="Microsoft YaHei"/>
              <a:cs typeface="Noto Sans"/>
            </a:endParaRPr>
          </a:p>
          <a:p>
            <a:pPr marL="171450" indent="-171450">
              <a:buFont typeface="Arial"/>
              <a:buChar char="•"/>
            </a:pPr>
            <a:endParaRPr lang="ja-JP" altLang="en-US" sz="1200" dirty="0">
              <a:latin typeface="Noto Sans"/>
              <a:ea typeface="Microsoft YaHei"/>
              <a:cs typeface="Noto Sans"/>
            </a:endParaRPr>
          </a:p>
        </p:txBody>
      </p:sp>
      <p:sp>
        <p:nvSpPr>
          <p:cNvPr id="17" name="Text 4">
            <a:extLst>
              <a:ext uri="{FF2B5EF4-FFF2-40B4-BE49-F238E27FC236}">
                <a16:creationId xmlns:a16="http://schemas.microsoft.com/office/drawing/2014/main" id="{6673A7D0-14E9-CEF9-9BEE-5E16B3469DF5}"/>
              </a:ext>
            </a:extLst>
          </p:cNvPr>
          <p:cNvSpPr/>
          <p:nvPr/>
        </p:nvSpPr>
        <p:spPr>
          <a:xfrm>
            <a:off x="1150968" y="1212533"/>
            <a:ext cx="1010863" cy="207749"/>
          </a:xfrm>
          <a:prstGeom prst="rect">
            <a:avLst/>
          </a:prstGeom>
          <a:noFill/>
          <a:ln/>
        </p:spPr>
        <p:txBody>
          <a:bodyPr wrap="square" lIns="0" tIns="0" rIns="0" bIns="0" rtlCol="0" anchor="ctr">
            <a:spAutoFit/>
          </a:bodyPr>
          <a:lstStyle/>
          <a:p>
            <a:r>
              <a:rPr lang="ja-JP" altLang="en-US" sz="1350" b="1" dirty="0">
                <a:solidFill>
                  <a:srgbClr val="0066CC"/>
                </a:solidFill>
                <a:latin typeface="Microsoft YaHei"/>
                <a:ea typeface="Microsoft YaHei"/>
                <a:cs typeface="Noto Sans"/>
              </a:rPr>
              <a:t>责任分配</a:t>
            </a:r>
            <a:r>
              <a:rPr lang="en-US" altLang="ja-JP" sz="1350" b="1" dirty="0">
                <a:solidFill>
                  <a:srgbClr val="0066CC"/>
                </a:solidFill>
                <a:latin typeface="Microsoft YaHei"/>
                <a:ea typeface="Microsoft YaHei"/>
                <a:cs typeface="Noto Sans"/>
              </a:rPr>
              <a:t> </a:t>
            </a:r>
            <a:endParaRPr lang="en-US" sz="1350" b="1" dirty="0">
              <a:solidFill>
                <a:srgbClr val="0066CC"/>
              </a:solidFill>
              <a:latin typeface="Microsoft YaHei"/>
              <a:ea typeface="Microsoft YaHei"/>
              <a:cs typeface="Noto Sans"/>
            </a:endParaRPr>
          </a:p>
        </p:txBody>
      </p:sp>
    </p:spTree>
    <p:custDataLst>
      <p:tags r:id="rId1"/>
    </p:custDataLst>
    <p:extLst>
      <p:ext uri="{BB962C8B-B14F-4D97-AF65-F5344CB8AC3E}">
        <p14:creationId xmlns:p14="http://schemas.microsoft.com/office/powerpoint/2010/main" val="16646435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E3DE2-A832-52FB-7291-62BE7C42B2D9}"/>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74774B8B-6951-52BE-8364-F88FD8AE018E}"/>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AADBE0B9-C663-511A-370B-CC429DA50183}"/>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7467A157-18D6-6455-4DF3-22186EF13B9B}"/>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E614D28C-C56F-5961-CDC9-2ACD4343A474}"/>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3E65CB69-3098-8FB1-266A-F4DF7D17A2D7}"/>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0EC5D5C2-704E-8299-38AB-994C44A81714}"/>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6.3</a:t>
            </a:r>
          </a:p>
        </p:txBody>
      </p:sp>
      <p:sp>
        <p:nvSpPr>
          <p:cNvPr id="4" name="文本框 3">
            <a:extLst>
              <a:ext uri="{FF2B5EF4-FFF2-40B4-BE49-F238E27FC236}">
                <a16:creationId xmlns:a16="http://schemas.microsoft.com/office/drawing/2014/main" id="{FA488DB3-7185-ACC3-A48D-CE711FCD0A2C}"/>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项目经理的多元视角</a:t>
            </a:r>
          </a:p>
        </p:txBody>
      </p:sp>
      <p:sp>
        <p:nvSpPr>
          <p:cNvPr id="94" name="Text 37">
            <a:extLst>
              <a:ext uri="{FF2B5EF4-FFF2-40B4-BE49-F238E27FC236}">
                <a16:creationId xmlns:a16="http://schemas.microsoft.com/office/drawing/2014/main" id="{2C32B2E6-706B-C127-527D-4554DC750B38}"/>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4EE32EBF-10EE-08E6-417C-1DCC2D9C819E}"/>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经理</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5CD194E3-B44D-3952-FC6C-1E4E717ADE81}"/>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1CF1092B-1EAF-D35C-FE6D-7E70ADB8D524}"/>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AE8EAC7A-D623-BE82-F0B6-C50E62B5A04C}"/>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5EDAEC10-F1B9-318A-8D41-8C6F498D5B35}"/>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项目经理</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5FCB1E47-AF88-CF7D-C936-7101CBB51C30}"/>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D7D9F4F6-C3AC-8F5C-727E-8AA1730BF36C}"/>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4E433CF9-AAE0-4D35-2433-7929D19B52D1}"/>
              </a:ext>
            </a:extLst>
          </p:cNvPr>
          <p:cNvSpPr/>
          <p:nvPr/>
        </p:nvSpPr>
        <p:spPr>
          <a:xfrm>
            <a:off x="667656" y="2702099"/>
            <a:ext cx="1479572"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PMBOK指南（第6版）</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2" name="Text 11">
            <a:extLst>
              <a:ext uri="{FF2B5EF4-FFF2-40B4-BE49-F238E27FC236}">
                <a16:creationId xmlns:a16="http://schemas.microsoft.com/office/drawing/2014/main" id="{3ECB9846-FE58-6004-1AF3-94E8FC8F318C}"/>
              </a:ext>
            </a:extLst>
          </p:cNvPr>
          <p:cNvSpPr/>
          <p:nvPr/>
        </p:nvSpPr>
        <p:spPr>
          <a:xfrm>
            <a:off x="2213110" y="2599430"/>
            <a:ext cx="3286125" cy="375487"/>
          </a:xfrm>
          <a:prstGeom prst="rect">
            <a:avLst/>
          </a:prstGeom>
          <a:noFill/>
          <a:ln/>
        </p:spPr>
        <p:txBody>
          <a:bodyPr wrap="square" lIns="102108" tIns="102108" rIns="102108" bIns="102108" rtlCol="0" anchor="ctr">
            <a:spAutoFit/>
          </a:bodyPr>
          <a:lstStyle/>
          <a:p>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由</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执行组织委派</a:t>
            </a:r>
            <a:r>
              <a:rPr lang="en-US" altLang="zh-CN"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领导团队</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实现项目目标的个人。</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3" name="Text 12">
            <a:extLst>
              <a:ext uri="{FF2B5EF4-FFF2-40B4-BE49-F238E27FC236}">
                <a16:creationId xmlns:a16="http://schemas.microsoft.com/office/drawing/2014/main" id="{0AF30254-0FED-D069-8C08-4509EF012ABE}"/>
              </a:ext>
            </a:extLst>
          </p:cNvPr>
          <p:cNvSpPr/>
          <p:nvPr/>
        </p:nvSpPr>
        <p:spPr>
          <a:xfrm>
            <a:off x="5530559" y="2087997"/>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itchFamily="34" charset="-120"/>
              </a:rPr>
              <a:t>角色定位</a:t>
            </a:r>
            <a:r>
              <a:rPr lang="zh-CN" altLang="en-US"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整合</a:t>
            </a:r>
            <a:r>
              <a:rPr lang="zh-CN" altLang="en-US" sz="1100" dirty="0">
                <a:latin typeface="微软雅黑" panose="020B0503020204020204" pitchFamily="34" charset="-122"/>
                <a:ea typeface="微软雅黑" panose="020B0503020204020204" pitchFamily="34" charset="-122"/>
                <a:cs typeface="Noto Sans" pitchFamily="34" charset="-120"/>
              </a:rPr>
              <a:t>型</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价值创造</a:t>
            </a:r>
            <a:r>
              <a:rPr lang="zh-CN" altLang="en-US" sz="1100" dirty="0">
                <a:latin typeface="微软雅黑" panose="020B0503020204020204" pitchFamily="34" charset="-122"/>
                <a:ea typeface="微软雅黑" panose="020B0503020204020204" pitchFamily="34" charset="-122"/>
                <a:cs typeface="Noto Sans" pitchFamily="34" charset="-120"/>
              </a:rPr>
              <a:t>者。</a:t>
            </a: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itchFamily="34" charset="-120"/>
              </a:rPr>
              <a:t>核心能力</a:t>
            </a:r>
            <a:r>
              <a:rPr lang="zh-CN" altLang="en-US" sz="1100" dirty="0">
                <a:latin typeface="微软雅黑" panose="020B0503020204020204" pitchFamily="34" charset="-122"/>
                <a:ea typeface="微软雅黑" panose="020B0503020204020204" pitchFamily="34" charset="-122"/>
                <a:cs typeface="Noto Sans" pitchFamily="34" charset="-120"/>
              </a:rPr>
              <a:t>：三维</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整合</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latin typeface="微软雅黑" panose="020B0503020204020204" pitchFamily="34" charset="-122"/>
                <a:ea typeface="微软雅黑" panose="020B0503020204020204" pitchFamily="34" charset="-122"/>
                <a:cs typeface="Noto Sans" pitchFamily="34" charset="-120"/>
              </a:rPr>
              <a:t>五维</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影响</a:t>
            </a:r>
            <a:r>
              <a:rPr lang="zh-CN" altLang="en-US" sz="1100" dirty="0">
                <a:latin typeface="微软雅黑" panose="020B0503020204020204" pitchFamily="34" charset="-122"/>
                <a:ea typeface="微软雅黑" panose="020B0503020204020204" pitchFamily="34" charset="-122"/>
                <a:cs typeface="Noto Sans" pitchFamily="34" charset="-120"/>
              </a:rPr>
              <a:t>。</a:t>
            </a: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itchFamily="34" charset="-120"/>
              </a:rPr>
              <a:t>实施维度：</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知识</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技能</a:t>
            </a:r>
            <a:r>
              <a:rPr lang="en-US" altLang="zh-CN" sz="1100" dirty="0">
                <a:latin typeface="微软雅黑" panose="020B0503020204020204" pitchFamily="34" charset="-122"/>
                <a:ea typeface="微软雅黑" panose="020B0503020204020204" pitchFamily="34" charset="-122"/>
                <a:cs typeface="Noto Sans" pitchFamily="34" charset="-120"/>
              </a:rPr>
              <a:t>-</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特质</a:t>
            </a:r>
            <a:r>
              <a:rPr lang="zh-CN" altLang="en-US" sz="1100" dirty="0">
                <a:latin typeface="微软雅黑" panose="020B0503020204020204" pitchFamily="34" charset="-122"/>
                <a:ea typeface="微软雅黑" panose="020B0503020204020204" pitchFamily="34" charset="-122"/>
                <a:cs typeface="Noto Sans" pitchFamily="34" charset="-120"/>
              </a:rPr>
              <a:t>三位一体。</a:t>
            </a: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itchFamily="34" charset="-120"/>
              </a:rPr>
              <a:t>决策边界</a:t>
            </a:r>
            <a:r>
              <a:rPr lang="zh-CN" altLang="en-US" sz="1100" dirty="0">
                <a:latin typeface="微软雅黑" panose="020B0503020204020204" pitchFamily="34" charset="-122"/>
                <a:ea typeface="微软雅黑" panose="020B0503020204020204" pitchFamily="34" charset="-122"/>
                <a:cs typeface="Noto Sans" pitchFamily="34" charset="-120"/>
              </a:rPr>
              <a:t>：四重</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价值平衡</a:t>
            </a:r>
            <a:r>
              <a:rPr lang="zh-CN" altLang="en-US" sz="1100" dirty="0">
                <a:latin typeface="微软雅黑" panose="020B0503020204020204" pitchFamily="34" charset="-122"/>
                <a:ea typeface="微软雅黑" panose="020B0503020204020204" pitchFamily="34" charset="-122"/>
                <a:cs typeface="Noto Sans" pitchFamily="34" charset="-12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itchFamily="34" charset="-120"/>
              </a:rPr>
              <a:t>适应性：</a:t>
            </a:r>
            <a:r>
              <a:rPr lang="zh-CN" altLang="en-US" sz="1100" dirty="0">
                <a:solidFill>
                  <a:srgbClr val="FF0000"/>
                </a:solidFill>
                <a:latin typeface="微软雅黑" panose="020B0503020204020204" pitchFamily="34" charset="-122"/>
                <a:ea typeface="微软雅黑" panose="020B0503020204020204" pitchFamily="34" charset="-122"/>
                <a:cs typeface="Noto Sans" pitchFamily="34" charset="-120"/>
              </a:rPr>
              <a:t>情境化</a:t>
            </a:r>
            <a:r>
              <a:rPr lang="zh-CN" altLang="en-US" sz="1100" dirty="0">
                <a:latin typeface="微软雅黑" panose="020B0503020204020204" pitchFamily="34" charset="-122"/>
                <a:ea typeface="微软雅黑" panose="020B0503020204020204" pitchFamily="34" charset="-122"/>
                <a:cs typeface="Noto Sans" pitchFamily="34" charset="-120"/>
              </a:rPr>
              <a:t>领导力。</a:t>
            </a:r>
          </a:p>
        </p:txBody>
      </p:sp>
      <p:sp>
        <p:nvSpPr>
          <p:cNvPr id="34" name="Shape 13">
            <a:extLst>
              <a:ext uri="{FF2B5EF4-FFF2-40B4-BE49-F238E27FC236}">
                <a16:creationId xmlns:a16="http://schemas.microsoft.com/office/drawing/2014/main" id="{D5F62A4F-2A92-0443-A6F8-809B879AD783}"/>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9C7F71D2-C78B-FBA0-4608-42D5F8F0C1DE}"/>
              </a:ext>
            </a:extLst>
          </p:cNvPr>
          <p:cNvSpPr/>
          <p:nvPr/>
        </p:nvSpPr>
        <p:spPr>
          <a:xfrm>
            <a:off x="667656" y="4193125"/>
            <a:ext cx="1479572"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PMBOK指南（第7版）</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7" name="Text 15">
            <a:extLst>
              <a:ext uri="{FF2B5EF4-FFF2-40B4-BE49-F238E27FC236}">
                <a16:creationId xmlns:a16="http://schemas.microsoft.com/office/drawing/2014/main" id="{01CDCB72-CDE6-823B-A8E9-AF45E67AB81B}"/>
              </a:ext>
            </a:extLst>
          </p:cNvPr>
          <p:cNvSpPr/>
          <p:nvPr/>
        </p:nvSpPr>
        <p:spPr>
          <a:xfrm>
            <a:off x="2186110" y="3825659"/>
            <a:ext cx="3286125" cy="938077"/>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zh-CN" sz="1100" dirty="0">
                <a:latin typeface="微软雅黑" panose="020B0503020204020204" pitchFamily="34" charset="-122"/>
                <a:ea typeface="微软雅黑" panose="020B0503020204020204" pitchFamily="34" charset="-122"/>
                <a:cs typeface="Noto Sans" panose="020B0502040504020204" pitchFamily="34" charset="0"/>
              </a:rPr>
              <a:t>在</a:t>
            </a:r>
            <a:r>
              <a:rPr lang="zh-CN" altLang="zh-CN"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项目管理原则</a:t>
            </a:r>
            <a:r>
              <a:rPr lang="zh-CN" altLang="zh-CN" sz="1100" dirty="0">
                <a:latin typeface="微软雅黑" panose="020B0503020204020204" pitchFamily="34" charset="-122"/>
                <a:ea typeface="微软雅黑" panose="020B0503020204020204" pitchFamily="34" charset="-122"/>
                <a:cs typeface="Noto Sans" panose="020B0502040504020204" pitchFamily="34" charset="0"/>
              </a:rPr>
              <a:t>和</a:t>
            </a:r>
            <a:r>
              <a:rPr lang="zh-CN" altLang="zh-CN"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项目绩效域</a:t>
            </a:r>
            <a:r>
              <a:rPr lang="zh-CN" altLang="zh-CN" sz="1100" dirty="0">
                <a:latin typeface="微软雅黑" panose="020B0503020204020204" pitchFamily="34" charset="-122"/>
                <a:ea typeface="微软雅黑" panose="020B0503020204020204" pitchFamily="34" charset="-122"/>
                <a:cs typeface="Noto Sans" panose="020B0502040504020204" pitchFamily="34" charset="0"/>
              </a:rPr>
              <a:t>中涉及</a:t>
            </a:r>
            <a:r>
              <a:rPr lang="zh-CN" altLang="zh-CN"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领导力</a:t>
            </a:r>
            <a:r>
              <a:rPr lang="zh-CN" altLang="zh-CN" sz="1100" dirty="0">
                <a:latin typeface="微软雅黑" panose="020B0503020204020204" pitchFamily="34" charset="-122"/>
                <a:ea typeface="微软雅黑" panose="020B0503020204020204" pitchFamily="34" charset="-122"/>
                <a:cs typeface="Noto Sans" panose="020B0502040504020204" pitchFamily="34" charset="0"/>
              </a:rPr>
              <a:t>相关的内容，并未将领导力</a:t>
            </a:r>
            <a:r>
              <a:rPr lang="zh-CN" altLang="zh-CN"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特指</a:t>
            </a:r>
            <a:r>
              <a:rPr lang="zh-CN" altLang="zh-CN" sz="1100" dirty="0">
                <a:latin typeface="微软雅黑" panose="020B0503020204020204" pitchFamily="34" charset="-122"/>
                <a:ea typeface="微软雅黑" panose="020B0503020204020204" pitchFamily="34" charset="-122"/>
                <a:cs typeface="Noto Sans" panose="020B0502040504020204" pitchFamily="34" charset="0"/>
              </a:rPr>
              <a:t>于</a:t>
            </a:r>
            <a:r>
              <a:rPr lang="zh-CN" altLang="zh-CN"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项目经理</a:t>
            </a:r>
            <a:r>
              <a:rPr lang="zh-CN" altLang="zh-CN" sz="1100" dirty="0">
                <a:latin typeface="微软雅黑" panose="020B0503020204020204" pitchFamily="34" charset="-122"/>
                <a:ea typeface="微软雅黑" panose="020B0503020204020204" pitchFamily="34" charset="-122"/>
                <a:cs typeface="Noto Sans" panose="020B0502040504020204" pitchFamily="34" charset="0"/>
              </a:rPr>
              <a:t>，也并非任何</a:t>
            </a:r>
            <a:r>
              <a:rPr lang="zh-CN" altLang="zh-CN"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特定角色</a:t>
            </a:r>
            <a:r>
              <a:rPr lang="zh-CN" altLang="zh-CN" sz="1100" dirty="0">
                <a:latin typeface="微软雅黑" panose="020B0503020204020204" pitchFamily="34" charset="-122"/>
                <a:ea typeface="微软雅黑" panose="020B0503020204020204" pitchFamily="34" charset="-122"/>
                <a:cs typeface="Noto Sans" panose="020B0502040504020204" pitchFamily="34" charset="0"/>
              </a:rPr>
              <a:t>所独有。</a:t>
            </a:r>
            <a:endParaRPr lang="en-US" altLang="ja-JP"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40" name="文本框 39">
            <a:extLst>
              <a:ext uri="{FF2B5EF4-FFF2-40B4-BE49-F238E27FC236}">
                <a16:creationId xmlns:a16="http://schemas.microsoft.com/office/drawing/2014/main" id="{FF6AC08A-B3E1-9EBB-6DC3-E1079941C945}"/>
              </a:ext>
            </a:extLst>
          </p:cNvPr>
          <p:cNvSpPr txBox="1"/>
          <p:nvPr/>
        </p:nvSpPr>
        <p:spPr>
          <a:xfrm>
            <a:off x="5530559" y="3642877"/>
            <a:ext cx="3286125" cy="1332031"/>
          </a:xfrm>
          <a:prstGeom prst="rect">
            <a:avLst/>
          </a:prstGeom>
          <a:noFill/>
        </p:spPr>
        <p:txBody>
          <a:bodyPr wrap="square">
            <a:spAutoFit/>
          </a:bodyPr>
          <a:lstStyle/>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领导力定位</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分布式</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领导力网络。</a:t>
            </a: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核心特征</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变革驱动</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环境塑造</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实施</a:t>
            </a: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维度</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：三重</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领导力</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场域。</a:t>
            </a: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责任边界</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团队效能</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守护者。</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适应性：</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敏捷</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型领导力模式。</a:t>
            </a:r>
          </a:p>
        </p:txBody>
      </p:sp>
    </p:spTree>
    <p:custDataLst>
      <p:tags r:id="rId1"/>
    </p:custDataLst>
    <p:extLst>
      <p:ext uri="{BB962C8B-B14F-4D97-AF65-F5344CB8AC3E}">
        <p14:creationId xmlns:p14="http://schemas.microsoft.com/office/powerpoint/2010/main" val="19675833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BECD1-EC41-D7A0-4071-26C367C2A408}"/>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813AE33F-9577-DAE6-5EC4-24A45240D867}"/>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4AD9E1F3-0156-B347-7617-4A6B114CD48B}"/>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2A1D6662-C706-313F-B969-3786D29E2B54}"/>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F7D454DF-E8D6-449A-4339-E6927232F6B3}"/>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7D2BF921-21FD-DCE5-49C9-6D3DF863E9A2}"/>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36DB0E76-1C98-7E7B-A205-73C9224D131C}"/>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6.3</a:t>
            </a:r>
          </a:p>
        </p:txBody>
      </p:sp>
      <p:sp>
        <p:nvSpPr>
          <p:cNvPr id="4" name="文本框 3">
            <a:extLst>
              <a:ext uri="{FF2B5EF4-FFF2-40B4-BE49-F238E27FC236}">
                <a16:creationId xmlns:a16="http://schemas.microsoft.com/office/drawing/2014/main" id="{09E86701-403C-3CE7-AED0-2E19FE3C19A1}"/>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项目经理的多元视角</a:t>
            </a:r>
          </a:p>
        </p:txBody>
      </p:sp>
      <p:sp>
        <p:nvSpPr>
          <p:cNvPr id="94" name="Text 37">
            <a:extLst>
              <a:ext uri="{FF2B5EF4-FFF2-40B4-BE49-F238E27FC236}">
                <a16:creationId xmlns:a16="http://schemas.microsoft.com/office/drawing/2014/main" id="{12D110BF-E0D9-DEA2-15EF-CB63C7FE67CB}"/>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30C8DEE0-FA41-9383-1ACA-12E4BF302C3D}"/>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经理</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43EA710E-79E9-D64E-704A-B5969DCA3083}"/>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CBFE446E-6FF0-ADF2-F589-04FB6E5CA08F}"/>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1EA3F7EB-AFDE-9150-8CB2-81C76EBF5C90}"/>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FA5C68BE-8999-052B-BD6B-005125D340F6}"/>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项目经理</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6D9B5E9A-D591-4C02-EBE8-5958BA7FB8FC}"/>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2F3CDF3A-700B-7166-0AA9-77D3001B627F}"/>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1DC412E8-4F40-C454-0E8C-56DF97A434E3}"/>
              </a:ext>
            </a:extLst>
          </p:cNvPr>
          <p:cNvSpPr/>
          <p:nvPr/>
        </p:nvSpPr>
        <p:spPr>
          <a:xfrm>
            <a:off x="667656" y="2702099"/>
            <a:ext cx="990656"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PMI</a:t>
            </a:r>
            <a:r>
              <a:rPr lang="ja-JP" altLang="en-US"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人才铁三角</a:t>
            </a:r>
          </a:p>
        </p:txBody>
      </p:sp>
      <p:sp>
        <p:nvSpPr>
          <p:cNvPr id="32" name="Text 11">
            <a:extLst>
              <a:ext uri="{FF2B5EF4-FFF2-40B4-BE49-F238E27FC236}">
                <a16:creationId xmlns:a16="http://schemas.microsoft.com/office/drawing/2014/main" id="{3005F307-F8F1-19D2-E30C-A0BED7A98219}"/>
              </a:ext>
            </a:extLst>
          </p:cNvPr>
          <p:cNvSpPr/>
          <p:nvPr/>
        </p:nvSpPr>
        <p:spPr>
          <a:xfrm>
            <a:off x="2213110" y="2445094"/>
            <a:ext cx="3286125" cy="684162"/>
          </a:xfrm>
          <a:prstGeom prst="rect">
            <a:avLst/>
          </a:prstGeom>
          <a:noFill/>
          <a:ln/>
        </p:spPr>
        <p:txBody>
          <a:bodyPr wrap="square" lIns="102108" tIns="102108" rIns="102108" bIns="102108" rtlCol="0" anchor="ctr">
            <a:spAutoFit/>
          </a:body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项目管理专业人士的能力包括技术</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项目管理、领导力、战略和商业管理</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三方面。</a:t>
            </a:r>
            <a:endParaRPr lang="en-US" altLang="ja-JP"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3" name="Text 12">
            <a:extLst>
              <a:ext uri="{FF2B5EF4-FFF2-40B4-BE49-F238E27FC236}">
                <a16:creationId xmlns:a16="http://schemas.microsoft.com/office/drawing/2014/main" id="{76308947-1A63-C264-3205-7D37F5A51D41}"/>
              </a:ext>
            </a:extLst>
          </p:cNvPr>
          <p:cNvSpPr/>
          <p:nvPr/>
        </p:nvSpPr>
        <p:spPr>
          <a:xfrm>
            <a:off x="5530559" y="2087997"/>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能力架构</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：三维</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动态能力</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模型。</a:t>
            </a: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核心维度</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：新版三</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重竞争力</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体系。</a:t>
            </a: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演化逻辑</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：从</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专业能力</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到</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生态适应力</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实施重点</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情境化</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能力组合。</a:t>
            </a: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战略价值</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组织变革</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推动器。</a:t>
            </a:r>
          </a:p>
        </p:txBody>
      </p:sp>
      <p:sp>
        <p:nvSpPr>
          <p:cNvPr id="34" name="Shape 13">
            <a:extLst>
              <a:ext uri="{FF2B5EF4-FFF2-40B4-BE49-F238E27FC236}">
                <a16:creationId xmlns:a16="http://schemas.microsoft.com/office/drawing/2014/main" id="{A062AAAC-2231-3E2C-9D07-88AE53BE95BA}"/>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EE271A9B-5372-2033-2F48-B25701394814}"/>
              </a:ext>
            </a:extLst>
          </p:cNvPr>
          <p:cNvSpPr/>
          <p:nvPr/>
        </p:nvSpPr>
        <p:spPr>
          <a:xfrm>
            <a:off x="667656" y="4193125"/>
            <a:ext cx="1152560"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PMI</a:t>
            </a:r>
            <a:r>
              <a:rPr lang="ja-JP" altLang="en-US"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的PMCD框架</a:t>
            </a:r>
            <a:endParaRPr lang="en-US" altLang="zh-CN" sz="24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7" name="Text 15">
            <a:extLst>
              <a:ext uri="{FF2B5EF4-FFF2-40B4-BE49-F238E27FC236}">
                <a16:creationId xmlns:a16="http://schemas.microsoft.com/office/drawing/2014/main" id="{D5209BBA-8C9A-C91E-5BA9-E3140FB50575}"/>
              </a:ext>
            </a:extLst>
          </p:cNvPr>
          <p:cNvSpPr/>
          <p:nvPr/>
        </p:nvSpPr>
        <p:spPr>
          <a:xfrm>
            <a:off x="2186110" y="3952617"/>
            <a:ext cx="3286125" cy="684162"/>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项目经理胜任力发展框架</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是由</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PMI</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为</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定义</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评估</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和</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发展项目经理能力</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所提供的能力</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发展框架</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40" name="文本框 39">
            <a:extLst>
              <a:ext uri="{FF2B5EF4-FFF2-40B4-BE49-F238E27FC236}">
                <a16:creationId xmlns:a16="http://schemas.microsoft.com/office/drawing/2014/main" id="{6DC9E9FB-E7AA-6708-E2B7-45099BF2317B}"/>
              </a:ext>
            </a:extLst>
          </p:cNvPr>
          <p:cNvSpPr txBox="1"/>
          <p:nvPr/>
        </p:nvSpPr>
        <p:spPr>
          <a:xfrm>
            <a:off x="5530559" y="3755640"/>
            <a:ext cx="3286125" cy="1078116"/>
          </a:xfrm>
          <a:prstGeom prst="rect">
            <a:avLst/>
          </a:prstGeom>
          <a:noFill/>
        </p:spPr>
        <p:txBody>
          <a:bodyPr wrap="square">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架构</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知识</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绩效</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个人</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扩展维</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度：</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行业</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特需能力、</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组织</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特需能力。</a:t>
            </a: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评估逻辑</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理论掌握</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实践转化</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行为特质</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应用</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价值：建立通用</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基准</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，实现</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行业定制化</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p:txBody>
      </p:sp>
    </p:spTree>
    <p:custDataLst>
      <p:tags r:id="rId1"/>
    </p:custDataLst>
    <p:extLst>
      <p:ext uri="{BB962C8B-B14F-4D97-AF65-F5344CB8AC3E}">
        <p14:creationId xmlns:p14="http://schemas.microsoft.com/office/powerpoint/2010/main" val="33990182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38E1F-60FE-49EA-37B5-057693BA180E}"/>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BA252A80-D505-4A5F-A2C5-9574E24745CD}"/>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FAE5AA5F-022B-078F-9D97-B3E5CFDA58A5}"/>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14B7CE8D-626C-FC1C-CF3F-A32BF9601533}"/>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5ADF61F4-23C1-1078-F843-7B588EEADF2A}"/>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96588345-3256-DC18-99A2-F512B7822D6E}"/>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370EB69D-5931-55F2-F786-AD3A769F7AD7}"/>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6.3</a:t>
            </a:r>
          </a:p>
        </p:txBody>
      </p:sp>
      <p:sp>
        <p:nvSpPr>
          <p:cNvPr id="4" name="文本框 3">
            <a:extLst>
              <a:ext uri="{FF2B5EF4-FFF2-40B4-BE49-F238E27FC236}">
                <a16:creationId xmlns:a16="http://schemas.microsoft.com/office/drawing/2014/main" id="{EF0D17EF-913D-4867-CF8E-D2B70D947165}"/>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项目经理的多元视角</a:t>
            </a:r>
          </a:p>
        </p:txBody>
      </p:sp>
      <p:sp>
        <p:nvSpPr>
          <p:cNvPr id="94" name="Text 37">
            <a:extLst>
              <a:ext uri="{FF2B5EF4-FFF2-40B4-BE49-F238E27FC236}">
                <a16:creationId xmlns:a16="http://schemas.microsoft.com/office/drawing/2014/main" id="{B4D97C88-7AE4-4027-893B-B1DA2ABBE55C}"/>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A90A38F1-EB8C-2064-0DE9-9A1B5842EB6D}"/>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经理</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618593D5-85E6-302F-0258-0EB454E75244}"/>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2F13FD16-63EF-95B5-6C98-B7641701C4FB}"/>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4BE2E8AD-D835-7D06-D54B-5337E52A27C1}"/>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1B277A03-C630-F4DD-D5DE-8C11C8A0FF63}"/>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项目经理</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5674383C-738B-42E3-793A-742C1C0E57FA}"/>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B7578D22-382F-13AE-CA96-34A13CE5E76B}"/>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30E94EE8-F89F-1FA4-5209-F2FB54A478EE}"/>
              </a:ext>
            </a:extLst>
          </p:cNvPr>
          <p:cNvSpPr/>
          <p:nvPr/>
        </p:nvSpPr>
        <p:spPr>
          <a:xfrm>
            <a:off x="667656" y="2702099"/>
            <a:ext cx="652423"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APMBOK</a:t>
            </a:r>
            <a:endParaRPr lang="en-US" altLang="zh-CN" sz="24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2" name="Text 11">
            <a:extLst>
              <a:ext uri="{FF2B5EF4-FFF2-40B4-BE49-F238E27FC236}">
                <a16:creationId xmlns:a16="http://schemas.microsoft.com/office/drawing/2014/main" id="{8F6BB824-017B-D3E2-BC67-3B892387FF41}"/>
              </a:ext>
            </a:extLst>
          </p:cNvPr>
          <p:cNvSpPr/>
          <p:nvPr/>
        </p:nvSpPr>
        <p:spPr>
          <a:xfrm>
            <a:off x="2213110" y="2318137"/>
            <a:ext cx="3286125" cy="938077"/>
          </a:xfrm>
          <a:prstGeom prst="rect">
            <a:avLst/>
          </a:prstGeom>
          <a:noFill/>
          <a:ln/>
        </p:spPr>
        <p:txBody>
          <a:bodyPr wrap="square" lIns="102108" tIns="102108" rIns="102108" bIns="102108" rtlCol="0" anchor="ctr">
            <a:spAutoFit/>
          </a:body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负责项目的</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日常管理</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需要能胜任</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范围</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进度</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财务</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风险</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质量</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和</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资源</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人际关系技能</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六个方面的管理(</a:t>
            </a:r>
            <a:r>
              <a:rPr lang="en-US" altLang="ja-JP" sz="1100" dirty="0">
                <a:latin typeface="微软雅黑" panose="020B0503020204020204" pitchFamily="34" charset="-122"/>
                <a:ea typeface="微软雅黑" panose="020B0503020204020204" pitchFamily="34" charset="-122"/>
                <a:cs typeface="Noto Sans" panose="020B0502040504020204" pitchFamily="34" charset="0"/>
              </a:rPr>
              <a:t>1.1.1</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节)。</a:t>
            </a:r>
          </a:p>
        </p:txBody>
      </p:sp>
      <p:sp>
        <p:nvSpPr>
          <p:cNvPr id="33" name="Text 12">
            <a:extLst>
              <a:ext uri="{FF2B5EF4-FFF2-40B4-BE49-F238E27FC236}">
                <a16:creationId xmlns:a16="http://schemas.microsoft.com/office/drawing/2014/main" id="{14EC3D58-CDAD-F216-E0AA-5052E0E8D986}"/>
              </a:ext>
            </a:extLst>
          </p:cNvPr>
          <p:cNvSpPr/>
          <p:nvPr/>
        </p:nvSpPr>
        <p:spPr>
          <a:xfrm>
            <a:off x="5530559" y="2087997"/>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能力架构</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六维</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专业管理</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三维</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行为领导。</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核心</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维度：</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技术</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执行</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人际</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协同</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职业发展</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 </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演化逻辑</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：从</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过程管控</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到</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价值创造</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 </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实施重点</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利益相关者整合</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与</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团队赋能</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 </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a:p>
            <a:pPr>
              <a:lnSpc>
                <a:spcPct val="150000"/>
              </a:lnSpc>
            </a:pP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战略价值</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：构建</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敏捷型</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项目生态体系。</a:t>
            </a:r>
          </a:p>
        </p:txBody>
      </p:sp>
      <p:sp>
        <p:nvSpPr>
          <p:cNvPr id="34" name="Shape 13">
            <a:extLst>
              <a:ext uri="{FF2B5EF4-FFF2-40B4-BE49-F238E27FC236}">
                <a16:creationId xmlns:a16="http://schemas.microsoft.com/office/drawing/2014/main" id="{9095CDED-062D-2037-0FC0-D40519DF73E1}"/>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23A47C68-A13D-6D4D-AC7B-88EF80E93F71}"/>
              </a:ext>
            </a:extLst>
          </p:cNvPr>
          <p:cNvSpPr/>
          <p:nvPr/>
        </p:nvSpPr>
        <p:spPr>
          <a:xfrm>
            <a:off x="667656" y="4193125"/>
            <a:ext cx="620363"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PRINCE2</a:t>
            </a:r>
            <a:endParaRPr lang="en-US" altLang="zh-CN" sz="24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7" name="Text 15">
            <a:extLst>
              <a:ext uri="{FF2B5EF4-FFF2-40B4-BE49-F238E27FC236}">
                <a16:creationId xmlns:a16="http://schemas.microsoft.com/office/drawing/2014/main" id="{00907655-DE45-DA58-D33A-EACE04FC6B63}"/>
              </a:ext>
            </a:extLst>
          </p:cNvPr>
          <p:cNvSpPr/>
          <p:nvPr/>
        </p:nvSpPr>
        <p:spPr>
          <a:xfrm>
            <a:off x="2186110" y="3698702"/>
            <a:ext cx="3286125" cy="1191993"/>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在</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项目委员会授权的范围</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内</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代表其运行项目</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，负责项目</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日常管理</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。主要职责是在</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规定</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的</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时间</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成本</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质量</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范围</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风险</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和</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效益容许偏差</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内，确保项目产出</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符合要求</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的</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产品</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40" name="文本框 39">
            <a:extLst>
              <a:ext uri="{FF2B5EF4-FFF2-40B4-BE49-F238E27FC236}">
                <a16:creationId xmlns:a16="http://schemas.microsoft.com/office/drawing/2014/main" id="{7E2E5A82-63A7-A552-12D4-B577357AB810}"/>
              </a:ext>
            </a:extLst>
          </p:cNvPr>
          <p:cNvSpPr txBox="1"/>
          <p:nvPr/>
        </p:nvSpPr>
        <p:spPr>
          <a:xfrm>
            <a:off x="5530559" y="3755640"/>
            <a:ext cx="3286125" cy="1332031"/>
          </a:xfrm>
          <a:prstGeom prst="rect">
            <a:avLst/>
          </a:prstGeom>
          <a:noFill/>
        </p:spPr>
        <p:txBody>
          <a:bodyPr wrap="square">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架构</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结构化管控</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柔性领导力</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核心维度：</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商业价值</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过程管理</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产品交付</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演化逻辑：从</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方法论</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执行到</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商业成果转化</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实施重点：授权</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边界内</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的</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精准管控</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战略价值：建立</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商业论证导向</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的</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治理机制</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p:txBody>
      </p:sp>
    </p:spTree>
    <p:custDataLst>
      <p:tags r:id="rId1"/>
    </p:custDataLst>
    <p:extLst>
      <p:ext uri="{BB962C8B-B14F-4D97-AF65-F5344CB8AC3E}">
        <p14:creationId xmlns:p14="http://schemas.microsoft.com/office/powerpoint/2010/main" val="31849676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21DF5-FB8D-DD3D-8A57-70842E241092}"/>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9B36D9D7-BFDE-0E40-AD65-7D42C3329714}"/>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4221F68B-CC29-D15F-E954-B5E8957DD792}"/>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A1FBFAA9-5DF2-1170-F078-618EE9D19043}"/>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AF96A02B-0446-C793-E99B-589A8441BA6E}"/>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DB9EB099-2728-D3FD-C71F-A3B6A3C3ABF9}"/>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C6FC7168-CBF7-A6E5-F69D-D57F27285496}"/>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6.3</a:t>
            </a:r>
          </a:p>
        </p:txBody>
      </p:sp>
      <p:sp>
        <p:nvSpPr>
          <p:cNvPr id="4" name="文本框 3">
            <a:extLst>
              <a:ext uri="{FF2B5EF4-FFF2-40B4-BE49-F238E27FC236}">
                <a16:creationId xmlns:a16="http://schemas.microsoft.com/office/drawing/2014/main" id="{D960F6F4-469F-7787-8FDC-088CFAEFFB51}"/>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项目经理的多元视角</a:t>
            </a:r>
          </a:p>
        </p:txBody>
      </p:sp>
      <p:sp>
        <p:nvSpPr>
          <p:cNvPr id="94" name="Text 37">
            <a:extLst>
              <a:ext uri="{FF2B5EF4-FFF2-40B4-BE49-F238E27FC236}">
                <a16:creationId xmlns:a16="http://schemas.microsoft.com/office/drawing/2014/main" id="{B367804B-B65E-4433-4A4D-01FEA3DF088E}"/>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30AE950A-96C6-250D-A4C9-62F5B75802A0}"/>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经理</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B7071B5A-371E-A393-026C-52F850C6211D}"/>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58615385-8909-0754-588D-9B6A4892B299}"/>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FDCD8777-DACE-97E1-984F-A2418EA76D17}"/>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4E93D257-06CE-E391-6D90-C646FB9CBCF1}"/>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项目经理</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A94CE368-C7B5-815A-64E5-B68537238398}"/>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0C48F05C-ECF2-0D33-C0E3-C3AB051088FB}"/>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941124E8-D5D5-8C05-FC2D-A147BA44CF8D}"/>
              </a:ext>
            </a:extLst>
          </p:cNvPr>
          <p:cNvSpPr/>
          <p:nvPr/>
        </p:nvSpPr>
        <p:spPr>
          <a:xfrm>
            <a:off x="667656" y="2702099"/>
            <a:ext cx="681277" cy="169277"/>
          </a:xfrm>
          <a:prstGeom prst="rect">
            <a:avLst/>
          </a:prstGeom>
          <a:noFill/>
          <a:ln/>
        </p:spPr>
        <p:txBody>
          <a:bodyPr wrap="none" lIns="0" tIns="0" rIns="0" bIns="0" rtlCol="0" anchor="ctr">
            <a:spAutoFit/>
          </a:bodyPr>
          <a:lstStyle/>
          <a:p>
            <a:r>
              <a:rPr lang="ja-JP" altLang="en-US"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ISO21502</a:t>
            </a:r>
          </a:p>
        </p:txBody>
      </p:sp>
      <p:sp>
        <p:nvSpPr>
          <p:cNvPr id="32" name="Text 11">
            <a:extLst>
              <a:ext uri="{FF2B5EF4-FFF2-40B4-BE49-F238E27FC236}">
                <a16:creationId xmlns:a16="http://schemas.microsoft.com/office/drawing/2014/main" id="{A34684F3-F95D-E348-6C07-8FD398237648}"/>
              </a:ext>
            </a:extLst>
          </p:cNvPr>
          <p:cNvSpPr/>
          <p:nvPr/>
        </p:nvSpPr>
        <p:spPr>
          <a:xfrm>
            <a:off x="2213110" y="2318137"/>
            <a:ext cx="3286125" cy="938077"/>
          </a:xfrm>
          <a:prstGeom prst="rect">
            <a:avLst/>
          </a:prstGeom>
          <a:noFill/>
          <a:ln/>
        </p:spPr>
        <p:txBody>
          <a:bodyPr wrap="square" lIns="102108" tIns="102108" rIns="102108" bIns="102108" rtlCol="0" anchor="ctr">
            <a:spAutoFit/>
          </a:bodyPr>
          <a:lstStyle/>
          <a:p>
            <a:pPr>
              <a:lnSpc>
                <a:spcPct val="150000"/>
              </a:lnSpc>
            </a:pP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对</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项目赞助人</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或</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项目委员会</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负责 (</a:t>
            </a:r>
            <a:r>
              <a:rPr lang="en-US" altLang="ja-JP" sz="1100" dirty="0">
                <a:latin typeface="微软雅黑" panose="020B0503020204020204" pitchFamily="34" charset="-122"/>
                <a:ea typeface="微软雅黑" panose="020B0503020204020204" pitchFamily="34" charset="-122"/>
                <a:cs typeface="Noto Sans" panose="020B0502040504020204" pitchFamily="34" charset="0"/>
              </a:rPr>
              <a:t>4.5.6</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节)，其</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工作范围</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包括：①建立和</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治理方法一致</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的管理方法</a:t>
            </a:r>
            <a:r>
              <a:rPr lang="en-US" altLang="ja-JP" sz="1100" dirty="0">
                <a:latin typeface="微软雅黑" panose="020B0503020204020204" pitchFamily="34" charset="-122"/>
                <a:ea typeface="微软雅黑" panose="020B0503020204020204" pitchFamily="34" charset="-122"/>
                <a:cs typeface="Noto Sans" panose="020B0502040504020204" pitchFamily="34" charset="0"/>
              </a:rPr>
              <a:t>; </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②</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激励项目团队</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等。</a:t>
            </a:r>
          </a:p>
        </p:txBody>
      </p:sp>
      <p:sp>
        <p:nvSpPr>
          <p:cNvPr id="33" name="Text 12">
            <a:extLst>
              <a:ext uri="{FF2B5EF4-FFF2-40B4-BE49-F238E27FC236}">
                <a16:creationId xmlns:a16="http://schemas.microsoft.com/office/drawing/2014/main" id="{F85745C2-525C-65E4-4D0E-66B76C84B319}"/>
              </a:ext>
            </a:extLst>
          </p:cNvPr>
          <p:cNvSpPr/>
          <p:nvPr/>
        </p:nvSpPr>
        <p:spPr>
          <a:xfrm>
            <a:off x="5530559" y="2087998"/>
            <a:ext cx="3286125" cy="1445909"/>
          </a:xfrm>
          <a:prstGeom prst="rect">
            <a:avLst/>
          </a:prstGeom>
          <a:noFill/>
          <a:ln/>
        </p:spPr>
        <p:txBody>
          <a:bodyPr wrap="square" lIns="102108" tIns="102108" rIns="102108" bIns="102108" rtlCol="0" anchor="ctr">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能力架构：</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技术</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行为</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商务</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核心职责：</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项目治理</a:t>
            </a:r>
            <a:r>
              <a:rPr lang="en-US" altLang="zh-CN"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团队管理</a:t>
            </a:r>
            <a:r>
              <a:rPr lang="en-US" altLang="zh-CN"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交付物验证</a:t>
            </a:r>
            <a:r>
              <a:rPr lang="en-US" altLang="zh-CN"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利益相关者</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融合</a:t>
            </a: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实施重点：方法论</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执行</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与</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动态监督</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战略价值：确保</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与</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组织</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目标一致。</a:t>
            </a:r>
          </a:p>
        </p:txBody>
      </p:sp>
      <p:sp>
        <p:nvSpPr>
          <p:cNvPr id="34" name="Shape 13">
            <a:extLst>
              <a:ext uri="{FF2B5EF4-FFF2-40B4-BE49-F238E27FC236}">
                <a16:creationId xmlns:a16="http://schemas.microsoft.com/office/drawing/2014/main" id="{769469D0-919E-3C3B-8E71-5FD20327FB76}"/>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F255E3D9-D391-9762-73EF-C9C576BC9815}"/>
              </a:ext>
            </a:extLst>
          </p:cNvPr>
          <p:cNvSpPr/>
          <p:nvPr/>
        </p:nvSpPr>
        <p:spPr>
          <a:xfrm>
            <a:off x="667656" y="4193125"/>
            <a:ext cx="452047"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ICB4.0</a:t>
            </a:r>
            <a:endParaRPr lang="en-US" altLang="zh-CN" sz="24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7" name="Text 15">
            <a:extLst>
              <a:ext uri="{FF2B5EF4-FFF2-40B4-BE49-F238E27FC236}">
                <a16:creationId xmlns:a16="http://schemas.microsoft.com/office/drawing/2014/main" id="{2173E5EE-CC33-A8D0-F592-8C7F86F75219}"/>
              </a:ext>
            </a:extLst>
          </p:cNvPr>
          <p:cNvSpPr/>
          <p:nvPr/>
        </p:nvSpPr>
        <p:spPr>
          <a:xfrm>
            <a:off x="2186110" y="3825660"/>
            <a:ext cx="3286125" cy="938077"/>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作为专门的</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个人项目管理能力基准</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，详细阐述了成功地</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管理项目</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项目群</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和</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项目组</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合</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所需要</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的项目管理者的能力，包括</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环境</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行为</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能力和</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技术</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r>
              <a:rPr lang="ja-JP" altLang="en-US" sz="1050" dirty="0">
                <a:latin typeface="微软雅黑" panose="020B0503020204020204" pitchFamily="34" charset="-122"/>
                <a:ea typeface="微软雅黑" panose="020B0503020204020204" pitchFamily="34" charset="-122"/>
                <a:cs typeface="Noto Sans" panose="020B0502040504020204" pitchFamily="34" charset="0"/>
              </a:rPr>
              <a:t>。</a:t>
            </a:r>
            <a:endParaRPr lang="en-US" altLang="zh-CN"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40" name="文本框 39">
            <a:extLst>
              <a:ext uri="{FF2B5EF4-FFF2-40B4-BE49-F238E27FC236}">
                <a16:creationId xmlns:a16="http://schemas.microsoft.com/office/drawing/2014/main" id="{669EA115-1712-9AF7-3B20-E33072B671AD}"/>
              </a:ext>
            </a:extLst>
          </p:cNvPr>
          <p:cNvSpPr txBox="1"/>
          <p:nvPr/>
        </p:nvSpPr>
        <p:spPr>
          <a:xfrm>
            <a:off x="5530559" y="3755640"/>
            <a:ext cx="3286125" cy="1078116"/>
          </a:xfrm>
          <a:prstGeom prst="rect">
            <a:avLst/>
          </a:prstGeom>
          <a:noFill/>
        </p:spPr>
        <p:txBody>
          <a:bodyPr wrap="square">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能力架构：</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环境</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 </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 </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行为</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 </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 </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技术</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br>
              <a:rPr lang="zh-CN" altLang="en-US" sz="1100" dirty="0">
                <a:latin typeface="微软雅黑" panose="020B0503020204020204" pitchFamily="34" charset="-122"/>
                <a:ea typeface="微软雅黑" panose="020B0503020204020204" pitchFamily="34" charset="-122"/>
                <a:cs typeface="Noto Sans" panose="020B0502040504020204" pitchFamily="34" charset="0"/>
              </a:rPr>
            </a:b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核心维度：</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战略</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领导</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 </a:t>
            </a:r>
            <a:r>
              <a:rPr lang="en-US" altLang="zh-CN"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 </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复杂</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管理 </a:t>
            </a:r>
            <a:r>
              <a:rPr lang="en-US" altLang="zh-CN"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 </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基础应用</a:t>
            </a: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a:t>
            </a:r>
            <a:br>
              <a:rPr lang="zh-CN" altLang="en-US" sz="1100" dirty="0">
                <a:latin typeface="微软雅黑" panose="020B0503020204020204" pitchFamily="34" charset="-122"/>
                <a:ea typeface="微软雅黑" panose="020B0503020204020204" pitchFamily="34" charset="-122"/>
                <a:cs typeface="Noto Sans" panose="020B0502040504020204" pitchFamily="34" charset="0"/>
              </a:rPr>
            </a:b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实施重点</a:t>
            </a: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分级认证 </a:t>
            </a:r>
            <a:r>
              <a:rPr lang="en-US" altLang="zh-CN"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 </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经验验证 </a:t>
            </a:r>
            <a:r>
              <a:rPr lang="en-US" altLang="zh-CN"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 </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能力评估</a:t>
            </a: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a:t>
            </a:r>
            <a:b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b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战略价值：</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国际标准化</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项目管理</a:t>
            </a: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人才发展体系</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p>
        </p:txBody>
      </p:sp>
    </p:spTree>
    <p:custDataLst>
      <p:tags r:id="rId1"/>
    </p:custDataLst>
    <p:extLst>
      <p:ext uri="{BB962C8B-B14F-4D97-AF65-F5344CB8AC3E}">
        <p14:creationId xmlns:p14="http://schemas.microsoft.com/office/powerpoint/2010/main" val="32351586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CD010-F672-7B73-32F7-F9DF6F84D579}"/>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5757F5D4-45E2-ACB2-F5FD-C2F78C09AAB1}"/>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91924A20-F66A-173A-87E5-020C97FC497F}"/>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4B5D867E-65FF-3CEF-CF92-D2581807E959}"/>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A2BFA534-57A3-4976-B172-F35152D7B1BD}"/>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9ABF68C0-222C-D717-1228-8FF22DF961F3}"/>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759BBB24-0E59-23F5-4AA5-F2DC3ED2259D}"/>
              </a:ext>
            </a:extLst>
          </p:cNvPr>
          <p:cNvSpPr txBox="1"/>
          <p:nvPr>
            <p:custDataLst>
              <p:tags r:id="rId5"/>
            </p:custDataLst>
          </p:nvPr>
        </p:nvSpPr>
        <p:spPr>
          <a:xfrm rot="20700000">
            <a:off x="113824" y="96367"/>
            <a:ext cx="757238" cy="507831"/>
          </a:xfrm>
          <a:prstGeom prst="rect">
            <a:avLst/>
          </a:prstGeom>
          <a:noFill/>
          <a:ln w="9525">
            <a:noFill/>
          </a:ln>
        </p:spPr>
        <p:txBody>
          <a:bodyPr wrap="square" anchor="ctr" anchorCtr="0">
            <a:spAutoFit/>
          </a:bodyPr>
          <a:lstStyle/>
          <a:p>
            <a:pPr fontAlgn="ctr"/>
            <a:r>
              <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rPr>
              <a:t>6.3</a:t>
            </a:r>
          </a:p>
        </p:txBody>
      </p:sp>
      <p:sp>
        <p:nvSpPr>
          <p:cNvPr id="4" name="文本框 3">
            <a:extLst>
              <a:ext uri="{FF2B5EF4-FFF2-40B4-BE49-F238E27FC236}">
                <a16:creationId xmlns:a16="http://schemas.microsoft.com/office/drawing/2014/main" id="{D5A73262-9C6C-253C-E6A7-634F565ACE25}"/>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r>
              <a:rPr lang="zh-CN" altLang="en-US" b="1" dirty="0">
                <a:solidFill>
                  <a:schemeClr val="bg1"/>
                </a:solidFill>
                <a:latin typeface="+mj-ea"/>
                <a:ea typeface="微软雅黑" panose="020B0503020204020204" charset="-122"/>
                <a:sym typeface="+mn-ea"/>
              </a:rPr>
              <a:t>项目经理的多元视角</a:t>
            </a:r>
          </a:p>
        </p:txBody>
      </p:sp>
      <p:sp>
        <p:nvSpPr>
          <p:cNvPr id="94" name="Text 37">
            <a:extLst>
              <a:ext uri="{FF2B5EF4-FFF2-40B4-BE49-F238E27FC236}">
                <a16:creationId xmlns:a16="http://schemas.microsoft.com/office/drawing/2014/main" id="{CAF11553-E7EE-6862-B047-F56957D8D3D6}"/>
              </a:ext>
            </a:extLst>
          </p:cNvPr>
          <p:cNvSpPr/>
          <p:nvPr/>
        </p:nvSpPr>
        <p:spPr>
          <a:xfrm>
            <a:off x="8731862" y="7448908"/>
            <a:ext cx="65382" cy="171450"/>
          </a:xfrm>
          <a:prstGeom prst="rect">
            <a:avLst/>
          </a:prstGeom>
          <a:noFill/>
          <a:ln/>
        </p:spPr>
        <p:txBody>
          <a:bodyPr wrap="none" lIns="0" tIns="0" rIns="0" bIns="0" rtlCol="0" anchor="ctr">
            <a:spAutoFit/>
          </a:bodyPr>
          <a:lstStyle/>
          <a:p>
            <a:pPr marL="0" indent="0">
              <a:buNone/>
            </a:pPr>
            <a:r>
              <a:rPr lang="en-US" sz="837" dirty="0">
                <a:solidFill>
                  <a:srgbClr val="FFFFFF"/>
                </a:solidFill>
                <a:latin typeface="Noto Sans" pitchFamily="34" charset="0"/>
                <a:ea typeface="Noto Sans" pitchFamily="34" charset="-122"/>
                <a:cs typeface="Noto Sans" pitchFamily="34" charset="-120"/>
              </a:rPr>
              <a:t>4</a:t>
            </a:r>
            <a:endParaRPr lang="en-US" sz="837" dirty="0"/>
          </a:p>
        </p:txBody>
      </p:sp>
      <p:sp>
        <p:nvSpPr>
          <p:cNvPr id="2" name="Text 3">
            <a:extLst>
              <a:ext uri="{FF2B5EF4-FFF2-40B4-BE49-F238E27FC236}">
                <a16:creationId xmlns:a16="http://schemas.microsoft.com/office/drawing/2014/main" id="{96135E61-2948-4050-D211-78F7ADA9C016}"/>
              </a:ext>
            </a:extLst>
          </p:cNvPr>
          <p:cNvSpPr/>
          <p:nvPr/>
        </p:nvSpPr>
        <p:spPr>
          <a:xfrm>
            <a:off x="581931" y="1344276"/>
            <a:ext cx="2769989" cy="207749"/>
          </a:xfrm>
          <a:prstGeom prst="rect">
            <a:avLst/>
          </a:prstGeom>
          <a:noFill/>
          <a:ln/>
        </p:spPr>
        <p:txBody>
          <a:bodyPr wrap="none" lIns="0" tIns="0" rIns="0" bIns="0" rtlCol="0" anchor="ctr">
            <a:spAutoFit/>
          </a:bodyPr>
          <a:lstStyle/>
          <a:p>
            <a:pPr marL="0" indent="0">
              <a:buNone/>
            </a:pPr>
            <a:r>
              <a:rPr lang="en-US" sz="1350" b="1" dirty="0" err="1">
                <a:solidFill>
                  <a:srgbClr val="0066CC"/>
                </a:solidFill>
                <a:latin typeface="Noto Sans" pitchFamily="34" charset="0"/>
                <a:ea typeface="Noto Sans" pitchFamily="34" charset="-122"/>
                <a:cs typeface="Noto Sans" pitchFamily="34" charset="-120"/>
              </a:rPr>
              <a:t>不同知识体系对项目</a:t>
            </a:r>
            <a:r>
              <a:rPr lang="zh-CN" altLang="en-US" sz="1350" b="1" dirty="0">
                <a:solidFill>
                  <a:srgbClr val="0066CC"/>
                </a:solidFill>
                <a:latin typeface="Noto Sans" pitchFamily="34" charset="0"/>
                <a:ea typeface="Noto Sans" pitchFamily="34" charset="-122"/>
                <a:cs typeface="Noto Sans" pitchFamily="34" charset="-120"/>
              </a:rPr>
              <a:t>经理</a:t>
            </a:r>
            <a:r>
              <a:rPr lang="en-US" sz="1350" b="1" dirty="0" err="1">
                <a:solidFill>
                  <a:srgbClr val="0066CC"/>
                </a:solidFill>
                <a:latin typeface="Noto Sans" pitchFamily="34" charset="0"/>
                <a:ea typeface="Noto Sans" pitchFamily="34" charset="-122"/>
                <a:cs typeface="Noto Sans" pitchFamily="34" charset="-120"/>
              </a:rPr>
              <a:t>的视角比较</a:t>
            </a:r>
            <a:endParaRPr lang="en-US" sz="1350" dirty="0"/>
          </a:p>
        </p:txBody>
      </p:sp>
      <p:sp>
        <p:nvSpPr>
          <p:cNvPr id="10" name="Shape 4">
            <a:extLst>
              <a:ext uri="{FF2B5EF4-FFF2-40B4-BE49-F238E27FC236}">
                <a16:creationId xmlns:a16="http://schemas.microsoft.com/office/drawing/2014/main" id="{81750F1F-330D-03A5-1DAA-34FD16B29434}"/>
              </a:ext>
            </a:extLst>
          </p:cNvPr>
          <p:cNvSpPr/>
          <p:nvPr/>
        </p:nvSpPr>
        <p:spPr>
          <a:xfrm>
            <a:off x="581931" y="1683895"/>
            <a:ext cx="1643063"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E7576246-D409-C617-E0F1-B5B5D8AC7DF1}"/>
              </a:ext>
            </a:extLst>
          </p:cNvPr>
          <p:cNvSpPr/>
          <p:nvPr/>
        </p:nvSpPr>
        <p:spPr>
          <a:xfrm>
            <a:off x="581931" y="1696177"/>
            <a:ext cx="1643063"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知识体系</a:t>
            </a:r>
            <a:endParaRPr lang="en-US" sz="1100"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C775A188-FCF1-7108-E694-92AC45375D05}"/>
              </a:ext>
            </a:extLst>
          </p:cNvPr>
          <p:cNvSpPr/>
          <p:nvPr/>
        </p:nvSpPr>
        <p:spPr>
          <a:xfrm>
            <a:off x="2224993"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5" name="Text 7">
            <a:extLst>
              <a:ext uri="{FF2B5EF4-FFF2-40B4-BE49-F238E27FC236}">
                <a16:creationId xmlns:a16="http://schemas.microsoft.com/office/drawing/2014/main" id="{8F8DF5FB-A2E7-2A09-B2D7-3DA942660885}"/>
              </a:ext>
            </a:extLst>
          </p:cNvPr>
          <p:cNvSpPr/>
          <p:nvPr/>
        </p:nvSpPr>
        <p:spPr>
          <a:xfrm>
            <a:off x="2224993" y="1696177"/>
            <a:ext cx="3286125" cy="375487"/>
          </a:xfrm>
          <a:prstGeom prst="rect">
            <a:avLst/>
          </a:prstGeom>
          <a:noFill/>
          <a:ln/>
        </p:spPr>
        <p:txBody>
          <a:bodyPr wrap="square" lIns="102108" tIns="102108" rIns="102108" bIns="102108" rtlCol="0" anchor="ctr">
            <a:spAutoFit/>
          </a:bodyPr>
          <a:lstStyle/>
          <a:p>
            <a:pPr marL="0" indent="0" algn="l">
              <a:buNone/>
            </a:pPr>
            <a:r>
              <a:rPr lang="zh-CN" altLang="en-US" sz="1100" b="1" dirty="0">
                <a:solidFill>
                  <a:srgbClr val="FFFFFF"/>
                </a:solidFill>
                <a:latin typeface="微软雅黑" panose="020B0503020204020204" pitchFamily="34" charset="-122"/>
                <a:ea typeface="微软雅黑" panose="020B0503020204020204" pitchFamily="34" charset="-122"/>
                <a:cs typeface="Noto Sans" pitchFamily="34" charset="-120"/>
              </a:rPr>
              <a:t>项目经理</a:t>
            </a:r>
            <a:r>
              <a:rPr lang="en-US" sz="1100" b="1" dirty="0" err="1">
                <a:solidFill>
                  <a:srgbClr val="FFFFFF"/>
                </a:solidFill>
                <a:latin typeface="微软雅黑" panose="020B0503020204020204" pitchFamily="34" charset="-122"/>
                <a:ea typeface="微软雅黑" panose="020B0503020204020204" pitchFamily="34" charset="-122"/>
                <a:cs typeface="Noto Sans" pitchFamily="34" charset="-120"/>
              </a:rPr>
              <a:t>定义与范围</a:t>
            </a:r>
            <a:endParaRPr lang="en-US" sz="1100" dirty="0">
              <a:latin typeface="微软雅黑" panose="020B0503020204020204" pitchFamily="34" charset="-122"/>
              <a:ea typeface="微软雅黑" panose="020B0503020204020204" pitchFamily="34" charset="-122"/>
            </a:endParaRPr>
          </a:p>
        </p:txBody>
      </p:sp>
      <p:sp>
        <p:nvSpPr>
          <p:cNvPr id="16" name="Shape 8">
            <a:extLst>
              <a:ext uri="{FF2B5EF4-FFF2-40B4-BE49-F238E27FC236}">
                <a16:creationId xmlns:a16="http://schemas.microsoft.com/office/drawing/2014/main" id="{27A10467-2677-7DEE-325B-BC28F89A8AFC}"/>
              </a:ext>
            </a:extLst>
          </p:cNvPr>
          <p:cNvSpPr/>
          <p:nvPr/>
        </p:nvSpPr>
        <p:spPr>
          <a:xfrm>
            <a:off x="5511118" y="1683895"/>
            <a:ext cx="3286125" cy="400050"/>
          </a:xfrm>
          <a:prstGeom prst="rect">
            <a:avLst/>
          </a:prstGeom>
          <a:solidFill>
            <a:srgbClr val="0066CC"/>
          </a:solidFill>
          <a:ln/>
        </p:spPr>
        <p:txBody>
          <a:bodyPr/>
          <a:lstStyle/>
          <a:p>
            <a:endParaRPr lang="zh-CN" altLang="en-US" sz="1100">
              <a:latin typeface="微软雅黑" panose="020B0503020204020204" pitchFamily="34" charset="-122"/>
              <a:ea typeface="微软雅黑" panose="020B0503020204020204" pitchFamily="34" charset="-122"/>
            </a:endParaRPr>
          </a:p>
        </p:txBody>
      </p:sp>
      <p:sp>
        <p:nvSpPr>
          <p:cNvPr id="17" name="Text 9">
            <a:extLst>
              <a:ext uri="{FF2B5EF4-FFF2-40B4-BE49-F238E27FC236}">
                <a16:creationId xmlns:a16="http://schemas.microsoft.com/office/drawing/2014/main" id="{64BF2D4A-C4CA-DA29-55B3-123239380163}"/>
              </a:ext>
            </a:extLst>
          </p:cNvPr>
          <p:cNvSpPr/>
          <p:nvPr/>
        </p:nvSpPr>
        <p:spPr>
          <a:xfrm>
            <a:off x="5511118" y="1696177"/>
            <a:ext cx="3286125" cy="375487"/>
          </a:xfrm>
          <a:prstGeom prst="rect">
            <a:avLst/>
          </a:prstGeom>
          <a:noFill/>
          <a:ln/>
        </p:spPr>
        <p:txBody>
          <a:bodyPr wrap="square" lIns="102108" tIns="102108" rIns="102108" bIns="102108" rtlCol="0" anchor="ctr">
            <a:spAutoFit/>
          </a:bodyPr>
          <a:lstStyle/>
          <a:p>
            <a:pPr marL="0" indent="0" algn="l">
              <a:buNone/>
            </a:pPr>
            <a:r>
              <a:rPr lang="en-US" sz="1100" b="1" dirty="0">
                <a:solidFill>
                  <a:srgbClr val="FFFFFF"/>
                </a:solidFill>
                <a:latin typeface="微软雅黑" panose="020B0503020204020204" pitchFamily="34" charset="-122"/>
                <a:ea typeface="微软雅黑" panose="020B0503020204020204" pitchFamily="34" charset="-122"/>
                <a:cs typeface="Noto Sans" pitchFamily="34" charset="-120"/>
              </a:rPr>
              <a:t>关键特点</a:t>
            </a:r>
            <a:endParaRPr lang="en-US" sz="1100" dirty="0">
              <a:latin typeface="微软雅黑" panose="020B0503020204020204" pitchFamily="34" charset="-122"/>
              <a:ea typeface="微软雅黑" panose="020B0503020204020204" pitchFamily="34" charset="-122"/>
            </a:endParaRPr>
          </a:p>
        </p:txBody>
      </p:sp>
      <p:sp>
        <p:nvSpPr>
          <p:cNvPr id="31" name="Text 10">
            <a:extLst>
              <a:ext uri="{FF2B5EF4-FFF2-40B4-BE49-F238E27FC236}">
                <a16:creationId xmlns:a16="http://schemas.microsoft.com/office/drawing/2014/main" id="{4C315CA9-F4DF-0490-9E1E-E2DDAB42E41B}"/>
              </a:ext>
            </a:extLst>
          </p:cNvPr>
          <p:cNvSpPr/>
          <p:nvPr/>
        </p:nvSpPr>
        <p:spPr>
          <a:xfrm>
            <a:off x="667656" y="2702099"/>
            <a:ext cx="1240724" cy="169277"/>
          </a:xfrm>
          <a:prstGeom prst="rect">
            <a:avLst/>
          </a:prstGeom>
          <a:noFill/>
          <a:ln/>
        </p:spPr>
        <p:txBody>
          <a:bodyPr wrap="none" lIns="0" tIns="0" rIns="0" bIns="0" rtlCol="0" anchor="ctr">
            <a:spAutoFit/>
          </a:bodyPr>
          <a:lstStyle/>
          <a:p>
            <a:r>
              <a:rPr lang="en-US" altLang="zh-CN" sz="1100" b="1" dirty="0">
                <a:solidFill>
                  <a:srgbClr val="FF9900"/>
                </a:solidFill>
                <a:latin typeface="微软雅黑" panose="020B0503020204020204" pitchFamily="34" charset="-122"/>
                <a:ea typeface="微软雅黑" panose="020B0503020204020204" pitchFamily="34" charset="-122"/>
                <a:cs typeface="Noto Sans" panose="020B0502040504020204" pitchFamily="34" charset="0"/>
              </a:rPr>
              <a:t>GB/T 41831-2022</a:t>
            </a:r>
          </a:p>
        </p:txBody>
      </p:sp>
      <p:sp>
        <p:nvSpPr>
          <p:cNvPr id="32" name="Text 11">
            <a:extLst>
              <a:ext uri="{FF2B5EF4-FFF2-40B4-BE49-F238E27FC236}">
                <a16:creationId xmlns:a16="http://schemas.microsoft.com/office/drawing/2014/main" id="{3E6743FC-569C-DC93-7854-15508248F56C}"/>
              </a:ext>
            </a:extLst>
          </p:cNvPr>
          <p:cNvSpPr/>
          <p:nvPr/>
        </p:nvSpPr>
        <p:spPr>
          <a:xfrm>
            <a:off x="2213110" y="2445095"/>
            <a:ext cx="3286125" cy="684162"/>
          </a:xfrm>
          <a:prstGeom prst="rect">
            <a:avLst/>
          </a:prstGeom>
          <a:noFill/>
          <a:ln/>
        </p:spPr>
        <p:txBody>
          <a:bodyPr wrap="square" lIns="102108" tIns="102108" rIns="102108" bIns="102108" rtlCol="0" anchor="ctr">
            <a:spAutoFit/>
          </a:bodyPr>
          <a:lstStyle/>
          <a:p>
            <a:pPr>
              <a:lnSpc>
                <a:spcPct val="150000"/>
              </a:lnSpc>
            </a:pP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中国标准化</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协会根据</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国标</a:t>
            </a:r>
            <a:r>
              <a:rPr lang="en-US" altLang="ja-JP"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项目管理专业人员能力评价要求</a:t>
            </a:r>
            <a:r>
              <a:rPr lang="en-US" altLang="ja-JP"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分</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知识</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能力素质</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和</a:t>
            </a:r>
            <a:r>
              <a:rPr lang="ja-JP"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经验</a:t>
            </a:r>
            <a:r>
              <a:rPr lang="ja-JP" altLang="en-US" sz="1100" dirty="0">
                <a:latin typeface="微软雅黑" panose="020B0503020204020204" pitchFamily="34" charset="-122"/>
                <a:ea typeface="微软雅黑" panose="020B0503020204020204" pitchFamily="34" charset="-122"/>
                <a:cs typeface="Noto Sans" panose="020B0502040504020204" pitchFamily="34" charset="0"/>
              </a:rPr>
              <a:t>三个维度</a:t>
            </a:r>
            <a:r>
              <a:rPr lang="ja-JP" altLang="zh-CN" sz="1000" dirty="0">
                <a:latin typeface="微软雅黑" panose="020B0503020204020204" pitchFamily="34" charset="-122"/>
                <a:ea typeface="微软雅黑" panose="020B0503020204020204" pitchFamily="34" charset="-122"/>
                <a:cs typeface="Noto Sans" panose="020B0502040504020204" pitchFamily="34" charset="0"/>
              </a:rPr>
              <a:t>。</a:t>
            </a:r>
            <a:endParaRPr lang="en-US" altLang="ja-JP" sz="1100" dirty="0">
              <a:latin typeface="微软雅黑" panose="020B0503020204020204" pitchFamily="34" charset="-122"/>
              <a:ea typeface="微软雅黑" panose="020B0503020204020204" pitchFamily="34" charset="-122"/>
              <a:cs typeface="Noto Sans" panose="020B0502040504020204" pitchFamily="34" charset="0"/>
            </a:endParaRPr>
          </a:p>
        </p:txBody>
      </p:sp>
      <p:sp>
        <p:nvSpPr>
          <p:cNvPr id="33" name="Text 12">
            <a:extLst>
              <a:ext uri="{FF2B5EF4-FFF2-40B4-BE49-F238E27FC236}">
                <a16:creationId xmlns:a16="http://schemas.microsoft.com/office/drawing/2014/main" id="{79FA99D7-8695-A309-F42B-0750794C186E}"/>
              </a:ext>
            </a:extLst>
          </p:cNvPr>
          <p:cNvSpPr/>
          <p:nvPr/>
        </p:nvSpPr>
        <p:spPr>
          <a:xfrm>
            <a:off x="5530559" y="2087997"/>
            <a:ext cx="3034321" cy="1445909"/>
          </a:xfrm>
          <a:prstGeom prst="rect">
            <a:avLst/>
          </a:prstGeom>
          <a:noFill/>
          <a:ln/>
        </p:spPr>
        <p:txBody>
          <a:bodyPr wrap="square" lIns="102108" tIns="102108" rIns="102108" bIns="102108" rtlCol="0" anchor="ctr">
            <a:spAutoFit/>
          </a:bodyPr>
          <a:lstStyle/>
          <a:p>
            <a:pPr>
              <a:lnSpc>
                <a:spcPct val="150000"/>
              </a:lnSpc>
            </a:pP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架构</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：知识</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体系 </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 </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能力</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素质 </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 </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实践</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经验</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br>
              <a:rPr lang="zh-CN" altLang="en-US" sz="1100" dirty="0">
                <a:latin typeface="微软雅黑" panose="020B0503020204020204" pitchFamily="34" charset="-122"/>
                <a:ea typeface="微软雅黑" panose="020B0503020204020204" pitchFamily="34" charset="-122"/>
                <a:cs typeface="Noto Sans" panose="020B0502040504020204" pitchFamily="34" charset="0"/>
              </a:rPr>
            </a:b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核心维</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度：专业</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思维 </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 </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人际</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技能 </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 </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实战</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能力</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a:t>
            </a:r>
            <a:br>
              <a:rPr lang="zh-CN" altLang="en-US" sz="1100" dirty="0">
                <a:latin typeface="微软雅黑" panose="020B0503020204020204" pitchFamily="34" charset="-122"/>
                <a:ea typeface="微软雅黑" panose="020B0503020204020204" pitchFamily="34" charset="-122"/>
                <a:cs typeface="Noto Sans" panose="020B0502040504020204" pitchFamily="34" charset="0"/>
              </a:rPr>
            </a:b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实施</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重点：</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多维</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评价</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 </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 </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分级</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认证</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 </a:t>
            </a:r>
            <a:r>
              <a:rPr lang="en-US" altLang="zh-CN" sz="1100" dirty="0">
                <a:latin typeface="微软雅黑" panose="020B0503020204020204" pitchFamily="34" charset="-122"/>
                <a:ea typeface="微软雅黑" panose="020B0503020204020204" pitchFamily="34" charset="-122"/>
                <a:cs typeface="Noto Sans" panose="020B0502040504020204" pitchFamily="34" charset="0"/>
              </a:rPr>
              <a:t>+ </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经验</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验证。</a:t>
            </a:r>
            <a:br>
              <a:rPr lang="zh-CN" altLang="en-US" sz="1100" dirty="0">
                <a:latin typeface="微软雅黑" panose="020B0503020204020204" pitchFamily="34" charset="-122"/>
                <a:ea typeface="微软雅黑" panose="020B0503020204020204" pitchFamily="34" charset="-122"/>
                <a:cs typeface="Noto Sans" panose="020B0502040504020204" pitchFamily="34" charset="0"/>
              </a:rPr>
            </a:b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战略</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价值：构建</a:t>
            </a:r>
            <a:r>
              <a:rPr lang="zh-CN" altLang="en-US" sz="1100" dirty="0">
                <a:solidFill>
                  <a:srgbClr val="FF0000"/>
                </a:solidFill>
                <a:latin typeface="微软雅黑" panose="020B0503020204020204" pitchFamily="34" charset="-122"/>
                <a:ea typeface="微软雅黑" panose="020B0503020204020204" pitchFamily="34" charset="-122"/>
                <a:cs typeface="Noto Sans" panose="020B0502040504020204" pitchFamily="34" charset="0"/>
              </a:rPr>
              <a:t>中国特色</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的</a:t>
            </a:r>
            <a:r>
              <a:rPr lang="zh-CN" altLang="en-US" sz="1100" dirty="0">
                <a:solidFill>
                  <a:schemeClr val="tx1">
                    <a:lumMod val="95000"/>
                    <a:lumOff val="5000"/>
                  </a:schemeClr>
                </a:solidFill>
                <a:latin typeface="微软雅黑" panose="020B0503020204020204" pitchFamily="34" charset="-122"/>
                <a:ea typeface="微软雅黑" panose="020B0503020204020204" pitchFamily="34" charset="-122"/>
                <a:cs typeface="Noto Sans" panose="020B0502040504020204" pitchFamily="34" charset="0"/>
              </a:rPr>
              <a:t>项目管理人才发展</a:t>
            </a:r>
            <a:r>
              <a:rPr lang="zh-CN" altLang="en-US" sz="1100" dirty="0">
                <a:latin typeface="微软雅黑" panose="020B0503020204020204" pitchFamily="34" charset="-122"/>
                <a:ea typeface="微软雅黑" panose="020B0503020204020204" pitchFamily="34" charset="-122"/>
                <a:cs typeface="Noto Sans" panose="020B0502040504020204" pitchFamily="34" charset="0"/>
              </a:rPr>
              <a:t>体系。</a:t>
            </a:r>
          </a:p>
        </p:txBody>
      </p:sp>
      <p:sp>
        <p:nvSpPr>
          <p:cNvPr id="34" name="Shape 13">
            <a:extLst>
              <a:ext uri="{FF2B5EF4-FFF2-40B4-BE49-F238E27FC236}">
                <a16:creationId xmlns:a16="http://schemas.microsoft.com/office/drawing/2014/main" id="{BD3E0231-E911-7C0E-4947-2D1BBF0014EE}"/>
              </a:ext>
            </a:extLst>
          </p:cNvPr>
          <p:cNvSpPr/>
          <p:nvPr/>
        </p:nvSpPr>
        <p:spPr>
          <a:xfrm>
            <a:off x="581931" y="3507266"/>
            <a:ext cx="8215312" cy="1546899"/>
          </a:xfrm>
          <a:prstGeom prst="rect">
            <a:avLst/>
          </a:prstGeom>
          <a:solidFill>
            <a:srgbClr val="F8FAFC"/>
          </a:solidFill>
          <a:ln/>
        </p:spPr>
        <p:txBody>
          <a:bodyPr/>
          <a:lstStyle/>
          <a:p>
            <a:endParaRPr lang="zh-CN" altLang="en-US" sz="1100" dirty="0">
              <a:latin typeface="微软雅黑" panose="020B0503020204020204" pitchFamily="34" charset="-122"/>
              <a:ea typeface="微软雅黑" panose="020B0503020204020204" pitchFamily="34" charset="-122"/>
            </a:endParaRPr>
          </a:p>
        </p:txBody>
      </p:sp>
      <p:sp>
        <p:nvSpPr>
          <p:cNvPr id="35" name="Text 14">
            <a:extLst>
              <a:ext uri="{FF2B5EF4-FFF2-40B4-BE49-F238E27FC236}">
                <a16:creationId xmlns:a16="http://schemas.microsoft.com/office/drawing/2014/main" id="{9AD9C2E7-0527-501B-FB53-8479DAE5A71F}"/>
              </a:ext>
            </a:extLst>
          </p:cNvPr>
          <p:cNvSpPr/>
          <p:nvPr/>
        </p:nvSpPr>
        <p:spPr>
          <a:xfrm>
            <a:off x="667656" y="4193125"/>
            <a:ext cx="695703" cy="169277"/>
          </a:xfrm>
          <a:prstGeom prst="rect">
            <a:avLst/>
          </a:prstGeom>
          <a:noFill/>
          <a:ln/>
        </p:spPr>
        <p:txBody>
          <a:bodyPr wrap="none" lIns="0" tIns="0" rIns="0" bIns="0" rtlCol="0" anchor="ctr">
            <a:spAutoFit/>
          </a:bodyPr>
          <a:lstStyle/>
          <a:p>
            <a:r>
              <a:rPr lang="en-US" altLang="zh-CN" sz="1100" b="1" dirty="0">
                <a:solidFill>
                  <a:srgbClr val="FF9700"/>
                </a:solidFill>
                <a:latin typeface="Noto Sans" panose="020B0502040504020204" pitchFamily="34" charset="0"/>
                <a:ea typeface="Noto Sans" panose="020B0502040504020204" pitchFamily="34" charset="0"/>
                <a:cs typeface="Noto Sans" panose="020B0502040504020204" pitchFamily="34" charset="0"/>
              </a:rPr>
              <a:t>PM</a:t>
            </a:r>
            <a:r>
              <a:rPr lang="en-US" altLang="zh-CN" sz="1100" b="1" baseline="30000" dirty="0">
                <a:solidFill>
                  <a:srgbClr val="FF9700"/>
                </a:solidFill>
                <a:latin typeface="Noto Sans" panose="020B0502040504020204" pitchFamily="34" charset="0"/>
                <a:ea typeface="Noto Sans" panose="020B0502040504020204" pitchFamily="34" charset="0"/>
                <a:cs typeface="Noto Sans" panose="020B0502040504020204" pitchFamily="34" charset="0"/>
              </a:rPr>
              <a:t>2</a:t>
            </a:r>
            <a:r>
              <a:rPr lang="en-US" altLang="zh-CN" sz="1100" b="1" dirty="0">
                <a:solidFill>
                  <a:srgbClr val="FF9900"/>
                </a:solidFill>
                <a:latin typeface="Noto Sans" panose="020B0502040504020204" pitchFamily="34" charset="0"/>
                <a:ea typeface="Noto Sans" panose="020B0502040504020204" pitchFamily="34" charset="0"/>
                <a:cs typeface="Noto Sans" panose="020B0502040504020204" pitchFamily="34" charset="0"/>
              </a:rPr>
              <a:t>方法论</a:t>
            </a:r>
            <a:endParaRPr lang="en-US" altLang="zh-CN" sz="1100" dirty="0">
              <a:latin typeface="Noto Sans" panose="020B0502040504020204" pitchFamily="34" charset="0"/>
              <a:ea typeface="Noto Sans" panose="020B0502040504020204" pitchFamily="34" charset="0"/>
              <a:cs typeface="Noto Sans" panose="020B0502040504020204" pitchFamily="34" charset="0"/>
            </a:endParaRPr>
          </a:p>
        </p:txBody>
      </p:sp>
      <p:sp>
        <p:nvSpPr>
          <p:cNvPr id="37" name="Text 15">
            <a:extLst>
              <a:ext uri="{FF2B5EF4-FFF2-40B4-BE49-F238E27FC236}">
                <a16:creationId xmlns:a16="http://schemas.microsoft.com/office/drawing/2014/main" id="{E9D6A22A-A535-1426-8368-76CA0653D34E}"/>
              </a:ext>
            </a:extLst>
          </p:cNvPr>
          <p:cNvSpPr/>
          <p:nvPr/>
        </p:nvSpPr>
        <p:spPr>
          <a:xfrm>
            <a:off x="2186110" y="3570622"/>
            <a:ext cx="3286125" cy="1448153"/>
          </a:xfrm>
          <a:prstGeom prst="rect">
            <a:avLst/>
          </a:prstGeom>
          <a:noFill/>
          <a:ln/>
        </p:spPr>
        <p:txBody>
          <a:bodyPr wrap="square" lIns="102108" tIns="102108" rIns="102108" bIns="102108"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ja-JP" altLang="en-US" sz="1100" dirty="0">
                <a:latin typeface="Noto Sans" panose="020B0502040504020204" pitchFamily="34" charset="0"/>
                <a:ea typeface="Microsoft YaHei"/>
                <a:cs typeface="Noto Sans" panose="020B0502040504020204" pitchFamily="34" charset="0"/>
              </a:rPr>
              <a:t>在</a:t>
            </a:r>
            <a:r>
              <a:rPr lang="ja-JP" altLang="en-US" sz="1100" dirty="0">
                <a:solidFill>
                  <a:srgbClr val="FF0000"/>
                </a:solidFill>
                <a:latin typeface="Noto Sans" panose="020B0502040504020204" pitchFamily="34" charset="0"/>
                <a:ea typeface="Microsoft YaHei"/>
                <a:cs typeface="Noto Sans" panose="020B0502040504020204" pitchFamily="34" charset="0"/>
              </a:rPr>
              <a:t>项目环境</a:t>
            </a:r>
            <a:r>
              <a:rPr lang="ja-JP" altLang="en-US" sz="1100" dirty="0">
                <a:latin typeface="Noto Sans" panose="020B0502040504020204" pitchFamily="34" charset="0"/>
                <a:ea typeface="Microsoft YaHei"/>
                <a:cs typeface="Noto Sans" panose="020B0502040504020204" pitchFamily="34" charset="0"/>
              </a:rPr>
              <a:t>章节 (</a:t>
            </a:r>
            <a:r>
              <a:rPr lang="en-US" altLang="ja-JP" sz="1100" dirty="0">
                <a:latin typeface="Noto Sans" panose="020B0502040504020204" pitchFamily="34" charset="0"/>
                <a:ea typeface="Noto Sans" panose="020B0502040504020204" pitchFamily="34" charset="0"/>
                <a:cs typeface="Noto Sans" panose="020B0502040504020204" pitchFamily="34" charset="0"/>
              </a:rPr>
              <a:t>2.3</a:t>
            </a:r>
            <a:r>
              <a:rPr lang="ja-JP" altLang="en-US" sz="1100" dirty="0">
                <a:latin typeface="Noto Sans" panose="020B0502040504020204" pitchFamily="34" charset="0"/>
                <a:ea typeface="Microsoft YaHei"/>
                <a:cs typeface="Noto Sans" panose="020B0502040504020204" pitchFamily="34" charset="0"/>
              </a:rPr>
              <a:t>节) 包括</a:t>
            </a:r>
            <a:r>
              <a:rPr lang="ja-JP" altLang="en-US" sz="1100" dirty="0">
                <a:solidFill>
                  <a:srgbClr val="FF0000"/>
                </a:solidFill>
                <a:latin typeface="Noto Sans" panose="020B0502040504020204" pitchFamily="34" charset="0"/>
                <a:ea typeface="Microsoft YaHei"/>
                <a:cs typeface="Noto Sans" panose="020B0502040504020204" pitchFamily="34" charset="0"/>
              </a:rPr>
              <a:t>发展项目管理</a:t>
            </a:r>
            <a:r>
              <a:rPr lang="ja-JP" altLang="en-US" sz="1100" dirty="0">
                <a:latin typeface="Noto Sans" panose="020B0502040504020204" pitchFamily="34" charset="0"/>
                <a:ea typeface="Microsoft YaHei"/>
                <a:cs typeface="Noto Sans" panose="020B0502040504020204" pitchFamily="34" charset="0"/>
              </a:rPr>
              <a:t>能力 (</a:t>
            </a:r>
            <a:r>
              <a:rPr lang="en-US" altLang="ja-JP" sz="1100" dirty="0">
                <a:latin typeface="Noto Sans" panose="020B0502040504020204" pitchFamily="34" charset="0"/>
                <a:ea typeface="Noto Sans" panose="020B0502040504020204" pitchFamily="34" charset="0"/>
                <a:cs typeface="Noto Sans" panose="020B0502040504020204" pitchFamily="34" charset="0"/>
              </a:rPr>
              <a:t>2.3.2</a:t>
            </a:r>
            <a:r>
              <a:rPr lang="ja-JP" altLang="en-US" sz="1100" dirty="0">
                <a:latin typeface="Noto Sans" panose="020B0502040504020204" pitchFamily="34" charset="0"/>
                <a:ea typeface="Microsoft YaHei"/>
                <a:cs typeface="Noto Sans" panose="020B0502040504020204" pitchFamily="34" charset="0"/>
              </a:rPr>
              <a:t>节) 和</a:t>
            </a:r>
            <a:r>
              <a:rPr lang="ja-JP" altLang="en-US" sz="1100" dirty="0">
                <a:solidFill>
                  <a:srgbClr val="FF0000"/>
                </a:solidFill>
                <a:latin typeface="Noto Sans" panose="020B0502040504020204" pitchFamily="34" charset="0"/>
                <a:ea typeface="Microsoft YaHei"/>
                <a:cs typeface="Noto Sans" panose="020B0502040504020204" pitchFamily="34" charset="0"/>
              </a:rPr>
              <a:t>项目管理</a:t>
            </a:r>
            <a:r>
              <a:rPr lang="ja-JP" altLang="en-US" sz="1100" dirty="0">
                <a:latin typeface="Noto Sans" panose="020B0502040504020204" pitchFamily="34" charset="0"/>
                <a:ea typeface="Microsoft YaHei"/>
                <a:cs typeface="Noto Sans" panose="020B0502040504020204" pitchFamily="34" charset="0"/>
              </a:rPr>
              <a:t>能力 (</a:t>
            </a:r>
            <a:r>
              <a:rPr lang="en-US" altLang="ja-JP" sz="1100" dirty="0">
                <a:latin typeface="Noto Sans" panose="020B0502040504020204" pitchFamily="34" charset="0"/>
                <a:ea typeface="Noto Sans" panose="020B0502040504020204" pitchFamily="34" charset="0"/>
                <a:cs typeface="Noto Sans" panose="020B0502040504020204" pitchFamily="34" charset="0"/>
              </a:rPr>
              <a:t>2.3.3</a:t>
            </a:r>
            <a:r>
              <a:rPr lang="ja-JP" altLang="en-US" sz="1100" dirty="0">
                <a:latin typeface="Noto Sans" panose="020B0502040504020204" pitchFamily="34" charset="0"/>
                <a:ea typeface="Microsoft YaHei"/>
                <a:cs typeface="Noto Sans" panose="020B0502040504020204" pitchFamily="34" charset="0"/>
              </a:rPr>
              <a:t>节) 。为发展项目管理能力，项目经理需要做</a:t>
            </a:r>
            <a:r>
              <a:rPr lang="ja-JP" altLang="en-US" sz="1100" dirty="0">
                <a:solidFill>
                  <a:srgbClr val="FF0000"/>
                </a:solidFill>
                <a:latin typeface="Noto Sans" panose="020B0502040504020204" pitchFamily="34" charset="0"/>
                <a:ea typeface="Microsoft YaHei"/>
                <a:cs typeface="Noto Sans" panose="020B0502040504020204" pitchFamily="34" charset="0"/>
              </a:rPr>
              <a:t>以下工作</a:t>
            </a:r>
            <a:r>
              <a:rPr lang="ja-JP" altLang="en-US" sz="1100" dirty="0">
                <a:latin typeface="Noto Sans" panose="020B0502040504020204" pitchFamily="34" charset="0"/>
                <a:ea typeface="Microsoft YaHei"/>
                <a:cs typeface="Noto Sans" panose="020B0502040504020204" pitchFamily="34" charset="0"/>
              </a:rPr>
              <a:t>：①理解项目在</a:t>
            </a:r>
            <a:r>
              <a:rPr lang="ja-JP" altLang="en-US" sz="1100" dirty="0">
                <a:solidFill>
                  <a:srgbClr val="FF0000"/>
                </a:solidFill>
                <a:latin typeface="Noto Sans" panose="020B0502040504020204" pitchFamily="34" charset="0"/>
                <a:ea typeface="Microsoft YaHei"/>
                <a:cs typeface="Noto Sans" panose="020B0502040504020204" pitchFamily="34" charset="0"/>
              </a:rPr>
              <a:t>组织内如何运作</a:t>
            </a:r>
            <a:r>
              <a:rPr lang="ja-JP" altLang="en-US" sz="1100" dirty="0">
                <a:latin typeface="Noto Sans" panose="020B0502040504020204" pitchFamily="34" charset="0"/>
                <a:ea typeface="Microsoft YaHei"/>
                <a:cs typeface="Noto Sans" panose="020B0502040504020204" pitchFamily="34" charset="0"/>
              </a:rPr>
              <a:t>；②</a:t>
            </a:r>
            <a:r>
              <a:rPr lang="ja-JP" altLang="en-US" sz="1100" dirty="0">
                <a:solidFill>
                  <a:srgbClr val="FF0000"/>
                </a:solidFill>
                <a:latin typeface="Noto Sans" panose="020B0502040504020204" pitchFamily="34" charset="0"/>
                <a:ea typeface="Microsoft YaHei"/>
                <a:cs typeface="Noto Sans" panose="020B0502040504020204" pitchFamily="34" charset="0"/>
              </a:rPr>
              <a:t>评审</a:t>
            </a:r>
            <a:r>
              <a:rPr lang="ja-JP" altLang="en-US" sz="1100" dirty="0">
                <a:latin typeface="Noto Sans" panose="020B0502040504020204" pitchFamily="34" charset="0"/>
                <a:ea typeface="Microsoft YaHei"/>
                <a:cs typeface="Noto Sans" panose="020B0502040504020204" pitchFamily="34" charset="0"/>
              </a:rPr>
              <a:t>组织内的</a:t>
            </a:r>
            <a:r>
              <a:rPr lang="ja-JP" altLang="en-US" sz="1100" dirty="0">
                <a:solidFill>
                  <a:srgbClr val="FF0000"/>
                </a:solidFill>
                <a:latin typeface="Noto Sans" panose="020B0502040504020204" pitchFamily="34" charset="0"/>
                <a:ea typeface="Microsoft YaHei"/>
                <a:cs typeface="Noto Sans" panose="020B0502040504020204" pitchFamily="34" charset="0"/>
              </a:rPr>
              <a:t>项目方法论</a:t>
            </a:r>
            <a:r>
              <a:rPr lang="ja-JP" altLang="en-US" sz="1100" dirty="0">
                <a:latin typeface="Noto Sans" panose="020B0502040504020204" pitchFamily="34" charset="0"/>
                <a:ea typeface="Microsoft YaHei"/>
                <a:cs typeface="Noto Sans" panose="020B0502040504020204" pitchFamily="34" charset="0"/>
              </a:rPr>
              <a:t>、</a:t>
            </a:r>
            <a:r>
              <a:rPr lang="ja-JP" altLang="en-US" sz="1100" dirty="0">
                <a:solidFill>
                  <a:srgbClr val="FF0000"/>
                </a:solidFill>
                <a:latin typeface="Noto Sans" panose="020B0502040504020204" pitchFamily="34" charset="0"/>
                <a:ea typeface="Microsoft YaHei"/>
                <a:cs typeface="Noto Sans" panose="020B0502040504020204" pitchFamily="34" charset="0"/>
              </a:rPr>
              <a:t>标准</a:t>
            </a:r>
            <a:r>
              <a:rPr lang="ja-JP" altLang="en-US" sz="1100" dirty="0">
                <a:latin typeface="Noto Sans" panose="020B0502040504020204" pitchFamily="34" charset="0"/>
                <a:ea typeface="Microsoft YaHei"/>
                <a:cs typeface="Noto Sans" panose="020B0502040504020204" pitchFamily="34" charset="0"/>
              </a:rPr>
              <a:t>和</a:t>
            </a:r>
            <a:r>
              <a:rPr lang="ja-JP" altLang="en-US" sz="1100" dirty="0">
                <a:solidFill>
                  <a:srgbClr val="FF0000"/>
                </a:solidFill>
                <a:latin typeface="Noto Sans" panose="020B0502040504020204" pitchFamily="34" charset="0"/>
                <a:ea typeface="Microsoft YaHei"/>
                <a:cs typeface="Noto Sans" panose="020B0502040504020204" pitchFamily="34" charset="0"/>
              </a:rPr>
              <a:t>框</a:t>
            </a:r>
            <a:r>
              <a:rPr lang="ja-JP" altLang="en-US" sz="1100" dirty="0">
                <a:latin typeface="Noto Sans" panose="020B0502040504020204" pitchFamily="34" charset="0"/>
                <a:ea typeface="Microsoft YaHei"/>
                <a:cs typeface="Noto Sans" panose="020B0502040504020204" pitchFamily="34" charset="0"/>
              </a:rPr>
              <a:t>架</a:t>
            </a:r>
            <a:r>
              <a:rPr lang="zh-CN" altLang="en-US" sz="1100" dirty="0">
                <a:latin typeface="Noto Sans" panose="020B0502040504020204" pitchFamily="34" charset="0"/>
                <a:ea typeface="Microsoft YaHei"/>
                <a:cs typeface="Noto Sans" panose="020B0502040504020204" pitchFamily="34" charset="0"/>
              </a:rPr>
              <a:t>等</a:t>
            </a:r>
            <a:r>
              <a:rPr lang="ja-JP" altLang="en-US" sz="1100" dirty="0">
                <a:latin typeface="Noto Sans" panose="020B0502040504020204" pitchFamily="34" charset="0"/>
                <a:ea typeface="Microsoft YaHei"/>
                <a:cs typeface="Noto Sans" panose="020B0502040504020204" pitchFamily="34" charset="0"/>
              </a:rPr>
              <a:t>。</a:t>
            </a:r>
            <a:endParaRPr lang="en-US" altLang="zh-CN" sz="1100" dirty="0">
              <a:latin typeface="Noto Sans" panose="020B0502040504020204" pitchFamily="34" charset="0"/>
              <a:ea typeface="Noto Sans" panose="020B0502040504020204" pitchFamily="34" charset="0"/>
              <a:cs typeface="Noto Sans" panose="020B0502040504020204" pitchFamily="34" charset="0"/>
            </a:endParaRPr>
          </a:p>
        </p:txBody>
      </p:sp>
      <p:sp>
        <p:nvSpPr>
          <p:cNvPr id="40" name="文本框 39">
            <a:extLst>
              <a:ext uri="{FF2B5EF4-FFF2-40B4-BE49-F238E27FC236}">
                <a16:creationId xmlns:a16="http://schemas.microsoft.com/office/drawing/2014/main" id="{D6447B3F-89F5-89E4-E7D7-B971B22BE2CD}"/>
              </a:ext>
            </a:extLst>
          </p:cNvPr>
          <p:cNvSpPr txBox="1"/>
          <p:nvPr/>
        </p:nvSpPr>
        <p:spPr>
          <a:xfrm>
            <a:off x="5530559" y="3755640"/>
            <a:ext cx="3286125" cy="1080360"/>
          </a:xfrm>
          <a:prstGeom prst="rect">
            <a:avLst/>
          </a:prstGeom>
          <a:noFill/>
        </p:spPr>
        <p:txBody>
          <a:bodyPr wrap="square">
            <a:spAutoFit/>
          </a:bodyPr>
          <a:lstStyle/>
          <a:p>
            <a:pPr>
              <a:lnSpc>
                <a:spcPct val="150000"/>
              </a:lnSpc>
            </a:pPr>
            <a:r>
              <a:rPr lang="zh-CN" altLang="en-US" sz="1100" dirty="0">
                <a:latin typeface="Noto Sans" panose="020B0502040504020204" pitchFamily="34" charset="0"/>
                <a:ea typeface="Microsoft YaHei"/>
                <a:cs typeface="Noto Sans" panose="020B0502040504020204" pitchFamily="34" charset="0"/>
              </a:rPr>
              <a:t>能力架构：</a:t>
            </a:r>
            <a:r>
              <a:rPr lang="zh-CN" altLang="en-US" sz="1100" dirty="0">
                <a:solidFill>
                  <a:srgbClr val="FF0000"/>
                </a:solidFill>
                <a:latin typeface="Noto Sans" panose="020B0502040504020204" pitchFamily="34" charset="0"/>
                <a:ea typeface="Microsoft YaHei"/>
                <a:cs typeface="Noto Sans" panose="020B0502040504020204" pitchFamily="34" charset="0"/>
              </a:rPr>
              <a:t>方法论</a:t>
            </a:r>
            <a:r>
              <a:rPr lang="zh-CN" altLang="en-US" sz="1100" dirty="0">
                <a:latin typeface="Noto Sans" panose="020B0502040504020204" pitchFamily="34" charset="0"/>
                <a:ea typeface="Microsoft YaHei"/>
                <a:cs typeface="Noto Sans" panose="020B0502040504020204" pitchFamily="34" charset="0"/>
              </a:rPr>
              <a:t>应用</a:t>
            </a:r>
            <a:r>
              <a:rPr lang="zh-CN" altLang="en-US" sz="1100" dirty="0">
                <a:solidFill>
                  <a:srgbClr val="FF0000"/>
                </a:solidFill>
                <a:latin typeface="Noto Sans" panose="020B0502040504020204" pitchFamily="34" charset="0"/>
                <a:ea typeface="Microsoft YaHei"/>
                <a:cs typeface="Noto Sans" panose="020B0502040504020204" pitchFamily="34" charset="0"/>
              </a:rPr>
              <a:t> </a:t>
            </a:r>
            <a:r>
              <a:rPr lang="en-US" altLang="zh-CN" sz="1100" dirty="0">
                <a:latin typeface="Noto Sans" panose="020B0502040504020204" pitchFamily="34" charset="0"/>
                <a:ea typeface="Microsoft YaHei"/>
                <a:cs typeface="Noto Sans" panose="020B0502040504020204" pitchFamily="34" charset="0"/>
              </a:rPr>
              <a:t>+ </a:t>
            </a:r>
            <a:r>
              <a:rPr lang="zh-CN" altLang="en-US" sz="1100" dirty="0">
                <a:solidFill>
                  <a:srgbClr val="FF0000"/>
                </a:solidFill>
                <a:latin typeface="Noto Sans" panose="020B0502040504020204" pitchFamily="34" charset="0"/>
                <a:ea typeface="Microsoft YaHei"/>
                <a:cs typeface="Noto Sans" panose="020B0502040504020204" pitchFamily="34" charset="0"/>
              </a:rPr>
              <a:t>行为</a:t>
            </a:r>
            <a:r>
              <a:rPr lang="zh-CN" altLang="en-US" sz="1100" dirty="0">
                <a:latin typeface="Noto Sans" panose="020B0502040504020204" pitchFamily="34" charset="0"/>
                <a:ea typeface="Microsoft YaHei"/>
                <a:cs typeface="Noto Sans" panose="020B0502040504020204" pitchFamily="34" charset="0"/>
              </a:rPr>
              <a:t>技能</a:t>
            </a:r>
            <a:r>
              <a:rPr lang="zh-CN" altLang="en-US" sz="1100" dirty="0">
                <a:solidFill>
                  <a:srgbClr val="FF0000"/>
                </a:solidFill>
                <a:latin typeface="Noto Sans" panose="020B0502040504020204" pitchFamily="34" charset="0"/>
                <a:ea typeface="Microsoft YaHei"/>
                <a:cs typeface="Noto Sans" panose="020B0502040504020204" pitchFamily="34" charset="0"/>
              </a:rPr>
              <a:t> </a:t>
            </a:r>
            <a:r>
              <a:rPr lang="en-US" altLang="zh-CN" sz="1100" dirty="0">
                <a:latin typeface="Noto Sans" panose="020B0502040504020204" pitchFamily="34" charset="0"/>
                <a:ea typeface="Microsoft YaHei"/>
                <a:cs typeface="Noto Sans" panose="020B0502040504020204" pitchFamily="34" charset="0"/>
              </a:rPr>
              <a:t>+ </a:t>
            </a:r>
            <a:r>
              <a:rPr lang="zh-CN" altLang="en-US" sz="1100" dirty="0">
                <a:solidFill>
                  <a:srgbClr val="FF0000"/>
                </a:solidFill>
                <a:latin typeface="Noto Sans" panose="020B0502040504020204" pitchFamily="34" charset="0"/>
                <a:ea typeface="Microsoft YaHei"/>
                <a:cs typeface="Noto Sans" panose="020B0502040504020204" pitchFamily="34" charset="0"/>
              </a:rPr>
              <a:t>环境</a:t>
            </a:r>
            <a:r>
              <a:rPr lang="zh-CN" altLang="en-US" sz="1100" dirty="0">
                <a:latin typeface="Noto Sans" panose="020B0502040504020204" pitchFamily="34" charset="0"/>
                <a:ea typeface="Microsoft YaHei"/>
                <a:cs typeface="Noto Sans" panose="020B0502040504020204" pitchFamily="34" charset="0"/>
              </a:rPr>
              <a:t>认知。 </a:t>
            </a:r>
            <a:endParaRPr lang="en-US" altLang="zh-CN" sz="1100" dirty="0">
              <a:latin typeface="Noto Sans" panose="020B0502040504020204" pitchFamily="34" charset="0"/>
              <a:ea typeface="Microsoft YaHei"/>
              <a:cs typeface="Noto Sans" panose="020B0502040504020204" pitchFamily="34" charset="0"/>
            </a:endParaRPr>
          </a:p>
          <a:p>
            <a:pPr>
              <a:lnSpc>
                <a:spcPct val="150000"/>
              </a:lnSpc>
            </a:pPr>
            <a:r>
              <a:rPr lang="zh-CN" altLang="en-US" sz="1100" dirty="0">
                <a:latin typeface="Noto Sans" panose="020B0502040504020204" pitchFamily="34" charset="0"/>
                <a:ea typeface="Microsoft YaHei"/>
                <a:cs typeface="Noto Sans" panose="020B0502040504020204" pitchFamily="34" charset="0"/>
              </a:rPr>
              <a:t>核心维度：技术</a:t>
            </a:r>
            <a:r>
              <a:rPr lang="zh-CN" altLang="en-US" sz="1100" dirty="0">
                <a:solidFill>
                  <a:srgbClr val="FF0000"/>
                </a:solidFill>
                <a:latin typeface="Noto Sans" panose="020B0502040504020204" pitchFamily="34" charset="0"/>
                <a:ea typeface="Microsoft YaHei"/>
                <a:cs typeface="Noto Sans" panose="020B0502040504020204" pitchFamily="34" charset="0"/>
              </a:rPr>
              <a:t>执行 </a:t>
            </a:r>
            <a:r>
              <a:rPr lang="en-US" altLang="zh-CN" sz="1100" dirty="0">
                <a:latin typeface="Noto Sans" panose="020B0502040504020204" pitchFamily="34" charset="0"/>
                <a:ea typeface="Microsoft YaHei"/>
                <a:cs typeface="Noto Sans" panose="020B0502040504020204" pitchFamily="34" charset="0"/>
              </a:rPr>
              <a:t>+ </a:t>
            </a:r>
            <a:r>
              <a:rPr lang="zh-CN" altLang="en-US" sz="1100" dirty="0">
                <a:latin typeface="Noto Sans" panose="020B0502040504020204" pitchFamily="34" charset="0"/>
                <a:ea typeface="Microsoft YaHei"/>
                <a:cs typeface="Noto Sans" panose="020B0502040504020204" pitchFamily="34" charset="0"/>
              </a:rPr>
              <a:t>组织</a:t>
            </a:r>
            <a:r>
              <a:rPr lang="zh-CN" altLang="en-US" sz="1100" dirty="0">
                <a:solidFill>
                  <a:srgbClr val="FF0000"/>
                </a:solidFill>
                <a:latin typeface="Noto Sans" panose="020B0502040504020204" pitchFamily="34" charset="0"/>
                <a:ea typeface="Microsoft YaHei"/>
                <a:cs typeface="Noto Sans" panose="020B0502040504020204" pitchFamily="34" charset="0"/>
              </a:rPr>
              <a:t>协调 </a:t>
            </a:r>
            <a:r>
              <a:rPr lang="en-US" altLang="zh-CN" sz="1100" dirty="0">
                <a:latin typeface="Noto Sans" panose="020B0502040504020204" pitchFamily="34" charset="0"/>
                <a:ea typeface="Microsoft YaHei"/>
                <a:cs typeface="Noto Sans" panose="020B0502040504020204" pitchFamily="34" charset="0"/>
              </a:rPr>
              <a:t>+ </a:t>
            </a:r>
            <a:r>
              <a:rPr lang="zh-CN" altLang="en-US" sz="1100" dirty="0">
                <a:latin typeface="Noto Sans" panose="020B0502040504020204" pitchFamily="34" charset="0"/>
                <a:ea typeface="Microsoft YaHei"/>
                <a:cs typeface="Noto Sans" panose="020B0502040504020204" pitchFamily="34" charset="0"/>
              </a:rPr>
              <a:t>战略</a:t>
            </a:r>
            <a:r>
              <a:rPr lang="zh-CN" altLang="en-US" sz="1100" dirty="0">
                <a:solidFill>
                  <a:srgbClr val="FF0000"/>
                </a:solidFill>
                <a:latin typeface="Noto Sans" panose="020B0502040504020204" pitchFamily="34" charset="0"/>
                <a:ea typeface="Microsoft YaHei"/>
                <a:cs typeface="Noto Sans" panose="020B0502040504020204" pitchFamily="34" charset="0"/>
              </a:rPr>
              <a:t>对接</a:t>
            </a:r>
            <a:r>
              <a:rPr lang="zh-CN" altLang="en-US" sz="1100" dirty="0">
                <a:latin typeface="Noto Sans" panose="020B0502040504020204" pitchFamily="34" charset="0"/>
                <a:ea typeface="Microsoft YaHei"/>
                <a:cs typeface="Noto Sans" panose="020B0502040504020204" pitchFamily="34" charset="0"/>
              </a:rPr>
              <a:t>。</a:t>
            </a:r>
            <a:endParaRPr lang="en-US" altLang="zh-CN" sz="1100" dirty="0">
              <a:latin typeface="Noto Sans" panose="020B0502040504020204" pitchFamily="34" charset="0"/>
              <a:ea typeface="Microsoft YaHei"/>
              <a:cs typeface="Noto Sans" panose="020B0502040504020204" pitchFamily="34" charset="0"/>
            </a:endParaRPr>
          </a:p>
          <a:p>
            <a:pPr>
              <a:lnSpc>
                <a:spcPct val="150000"/>
              </a:lnSpc>
            </a:pPr>
            <a:r>
              <a:rPr lang="zh-CN" altLang="en-US" sz="1100" dirty="0">
                <a:latin typeface="Noto Sans" panose="020B0502040504020204" pitchFamily="34" charset="0"/>
                <a:ea typeface="Microsoft YaHei"/>
                <a:cs typeface="Noto Sans" panose="020B0502040504020204" pitchFamily="34" charset="0"/>
              </a:rPr>
              <a:t>实施重点：</a:t>
            </a:r>
            <a:r>
              <a:rPr lang="zh-CN" altLang="en-US" sz="1100" dirty="0">
                <a:solidFill>
                  <a:srgbClr val="FF0000"/>
                </a:solidFill>
                <a:latin typeface="Noto Sans" panose="020B0502040504020204" pitchFamily="34" charset="0"/>
                <a:ea typeface="Microsoft YaHei"/>
                <a:cs typeface="Noto Sans" panose="020B0502040504020204" pitchFamily="34" charset="0"/>
              </a:rPr>
              <a:t>标准</a:t>
            </a:r>
            <a:r>
              <a:rPr lang="zh-CN" altLang="en-US" sz="1100" dirty="0">
                <a:latin typeface="Noto Sans" panose="020B0502040504020204" pitchFamily="34" charset="0"/>
                <a:ea typeface="Microsoft YaHei"/>
                <a:cs typeface="Noto Sans" panose="020B0502040504020204" pitchFamily="34" charset="0"/>
              </a:rPr>
              <a:t>遵循 </a:t>
            </a:r>
            <a:r>
              <a:rPr lang="en-US" altLang="zh-CN" sz="1100" dirty="0">
                <a:latin typeface="Noto Sans" panose="020B0502040504020204" pitchFamily="34" charset="0"/>
                <a:ea typeface="Microsoft YaHei"/>
                <a:cs typeface="Noto Sans" panose="020B0502040504020204" pitchFamily="34" charset="0"/>
              </a:rPr>
              <a:t>+ </a:t>
            </a:r>
            <a:r>
              <a:rPr lang="zh-CN" altLang="en-US" sz="1100" dirty="0">
                <a:solidFill>
                  <a:srgbClr val="FF0000"/>
                </a:solidFill>
                <a:latin typeface="Noto Sans" panose="020B0502040504020204" pitchFamily="34" charset="0"/>
                <a:ea typeface="Microsoft YaHei"/>
                <a:cs typeface="Noto Sans" panose="020B0502040504020204" pitchFamily="34" charset="0"/>
              </a:rPr>
              <a:t>过程</a:t>
            </a:r>
            <a:r>
              <a:rPr lang="zh-CN" altLang="en-US" sz="1100" dirty="0">
                <a:latin typeface="Noto Sans" panose="020B0502040504020204" pitchFamily="34" charset="0"/>
                <a:ea typeface="Microsoft YaHei"/>
                <a:cs typeface="Noto Sans" panose="020B0502040504020204" pitchFamily="34" charset="0"/>
              </a:rPr>
              <a:t>控制 </a:t>
            </a:r>
            <a:r>
              <a:rPr lang="en-US" altLang="zh-CN" sz="1100" dirty="0">
                <a:latin typeface="Noto Sans" panose="020B0502040504020204" pitchFamily="34" charset="0"/>
                <a:ea typeface="Microsoft YaHei"/>
                <a:cs typeface="Noto Sans" panose="020B0502040504020204" pitchFamily="34" charset="0"/>
              </a:rPr>
              <a:t>+ </a:t>
            </a:r>
            <a:r>
              <a:rPr lang="zh-CN" altLang="en-US" sz="1100" dirty="0">
                <a:solidFill>
                  <a:srgbClr val="FF0000"/>
                </a:solidFill>
                <a:latin typeface="Noto Sans" panose="020B0502040504020204" pitchFamily="34" charset="0"/>
                <a:ea typeface="Microsoft YaHei"/>
                <a:cs typeface="Noto Sans" panose="020B0502040504020204" pitchFamily="34" charset="0"/>
              </a:rPr>
              <a:t>价值</a:t>
            </a:r>
            <a:r>
              <a:rPr lang="zh-CN" altLang="en-US" sz="1100" dirty="0">
                <a:latin typeface="Noto Sans" panose="020B0502040504020204" pitchFamily="34" charset="0"/>
                <a:ea typeface="Microsoft YaHei"/>
                <a:cs typeface="Noto Sans" panose="020B0502040504020204" pitchFamily="34" charset="0"/>
              </a:rPr>
              <a:t>交付。</a:t>
            </a:r>
            <a:endParaRPr lang="en-US" altLang="zh-CN" sz="1100" dirty="0">
              <a:latin typeface="Noto Sans" panose="020B0502040504020204" pitchFamily="34" charset="0"/>
              <a:ea typeface="Microsoft YaHei"/>
              <a:cs typeface="Noto Sans" panose="020B0502040504020204" pitchFamily="34" charset="0"/>
            </a:endParaRPr>
          </a:p>
          <a:p>
            <a:pPr>
              <a:lnSpc>
                <a:spcPct val="150000"/>
              </a:lnSpc>
            </a:pPr>
            <a:r>
              <a:rPr lang="zh-CN" altLang="en-US" sz="1100" dirty="0">
                <a:latin typeface="Noto Sans" panose="020B0502040504020204" pitchFamily="34" charset="0"/>
                <a:ea typeface="Microsoft YaHei"/>
                <a:cs typeface="Noto Sans" panose="020B0502040504020204" pitchFamily="34" charset="0"/>
              </a:rPr>
              <a:t>战略价值：打造</a:t>
            </a:r>
            <a:r>
              <a:rPr lang="zh-CN" altLang="en-US" sz="1100" dirty="0">
                <a:solidFill>
                  <a:srgbClr val="FF0000"/>
                </a:solidFill>
                <a:latin typeface="Noto Sans" panose="020B0502040504020204" pitchFamily="34" charset="0"/>
                <a:ea typeface="Microsoft YaHei"/>
                <a:cs typeface="Noto Sans" panose="020B0502040504020204" pitchFamily="34" charset="0"/>
              </a:rPr>
              <a:t>欧盟标准化</a:t>
            </a:r>
            <a:r>
              <a:rPr lang="zh-CN" altLang="en-US" sz="1100" dirty="0">
                <a:latin typeface="Noto Sans" panose="020B0502040504020204" pitchFamily="34" charset="0"/>
                <a:ea typeface="Microsoft YaHei"/>
                <a:cs typeface="Noto Sans" panose="020B0502040504020204" pitchFamily="34" charset="0"/>
              </a:rPr>
              <a:t>的项目管理</a:t>
            </a:r>
            <a:r>
              <a:rPr lang="zh-CN" altLang="en-US" sz="1100" dirty="0">
                <a:solidFill>
                  <a:srgbClr val="FF0000"/>
                </a:solidFill>
                <a:latin typeface="Noto Sans" panose="020B0502040504020204" pitchFamily="34" charset="0"/>
                <a:ea typeface="Microsoft YaHei"/>
                <a:cs typeface="Noto Sans" panose="020B0502040504020204" pitchFamily="34" charset="0"/>
              </a:rPr>
              <a:t>实践</a:t>
            </a:r>
            <a:r>
              <a:rPr lang="zh-CN" altLang="en-US" sz="1100" dirty="0">
                <a:latin typeface="Noto Sans" panose="020B0502040504020204" pitchFamily="34" charset="0"/>
                <a:ea typeface="Microsoft YaHei"/>
                <a:cs typeface="Noto Sans" panose="020B0502040504020204" pitchFamily="34" charset="0"/>
              </a:rPr>
              <a:t>体系。</a:t>
            </a:r>
          </a:p>
        </p:txBody>
      </p:sp>
    </p:spTree>
    <p:custDataLst>
      <p:tags r:id="rId1"/>
    </p:custDataLst>
    <p:extLst>
      <p:ext uri="{BB962C8B-B14F-4D97-AF65-F5344CB8AC3E}">
        <p14:creationId xmlns:p14="http://schemas.microsoft.com/office/powerpoint/2010/main" val="29582535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84D92-6B70-42C4-712B-64AD4681B6F1}"/>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EDE4E7F5-887D-CF85-0CB5-C4983CAD2D4D}"/>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6AFC3E78-8663-C489-7005-64FD4D701F70}"/>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8869A514-3D1D-D14B-9C17-555A32AEF962}"/>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FC155B35-3DEA-885E-6C52-9B9B0815CEF1}"/>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680217A7-647E-48D9-19D1-32DD884B8F88}"/>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2AF0B796-1744-D501-4D08-9AC5C545AFEF}"/>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6.3</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D9A04AD8-57CC-0533-20D0-2AB87875A66C}"/>
              </a:ext>
            </a:extLst>
          </p:cNvPr>
          <p:cNvSpPr txBox="1"/>
          <p:nvPr>
            <p:custDataLst>
              <p:tags r:id="rId6"/>
            </p:custDataLst>
          </p:nvPr>
        </p:nvSpPr>
        <p:spPr>
          <a:xfrm>
            <a:off x="1147763" y="238125"/>
            <a:ext cx="3143250" cy="369332"/>
          </a:xfrm>
          <a:prstGeom prst="rect">
            <a:avLst/>
          </a:prstGeom>
          <a:noFill/>
        </p:spPr>
        <p:txBody>
          <a:bodyPr wrap="square" rtlCol="0">
            <a:spAutoFit/>
          </a:bodyPr>
          <a:lstStyle/>
          <a:p>
            <a:pPr lvl="0" algn="l">
              <a:buClrTx/>
              <a:buSzTx/>
              <a:buFontTx/>
            </a:pPr>
            <a:r>
              <a:rPr lang="zh-CN" altLang="en-US" b="1" dirty="0">
                <a:solidFill>
                  <a:schemeClr val="bg1"/>
                </a:solidFill>
                <a:latin typeface="Microsoft YaHei"/>
                <a:ea typeface="Microsoft YaHei"/>
                <a:cs typeface="Noto Sans"/>
                <a:sym typeface="+mn-ea"/>
              </a:rPr>
              <a:t>项目经理角色与能力</a:t>
            </a:r>
          </a:p>
        </p:txBody>
      </p:sp>
      <p:sp>
        <p:nvSpPr>
          <p:cNvPr id="9" name="Text 3"/>
          <p:cNvSpPr/>
          <p:nvPr/>
        </p:nvSpPr>
        <p:spPr>
          <a:xfrm>
            <a:off x="1275589" y="1375357"/>
            <a:ext cx="1211870" cy="207749"/>
          </a:xfrm>
          <a:prstGeom prst="rect">
            <a:avLst/>
          </a:prstGeom>
          <a:noFill/>
          <a:ln/>
        </p:spPr>
        <p:txBody>
          <a:bodyPr wrap="none" lIns="0" tIns="0" rIns="0" bIns="0" rtlCol="0" anchor="ctr">
            <a:spAutoFit/>
          </a:bodyPr>
          <a:lstStyle/>
          <a:p>
            <a:pPr marL="0" indent="0">
              <a:buNone/>
            </a:pPr>
            <a:r>
              <a:rPr lang="ja-JP" altLang="en-US" sz="1350" b="1" dirty="0">
                <a:solidFill>
                  <a:srgbClr val="0066CC"/>
                </a:solidFill>
                <a:latin typeface="Microsoft YaHei"/>
                <a:ea typeface="Microsoft YaHei"/>
                <a:cs typeface="Noto Sans"/>
              </a:rPr>
              <a:t>项目经理的责任</a:t>
            </a:r>
            <a:endParaRPr lang="en-US" sz="1350" b="1" dirty="0">
              <a:solidFill>
                <a:srgbClr val="0066CC"/>
              </a:solidFill>
              <a:latin typeface="Microsoft YaHei"/>
              <a:ea typeface="Microsoft YaHei"/>
              <a:cs typeface="Noto Sans"/>
            </a:endParaRPr>
          </a:p>
        </p:txBody>
      </p:sp>
      <p:sp>
        <p:nvSpPr>
          <p:cNvPr id="6" name="TextBox 5">
            <a:extLst>
              <a:ext uri="{FF2B5EF4-FFF2-40B4-BE49-F238E27FC236}">
                <a16:creationId xmlns:a16="http://schemas.microsoft.com/office/drawing/2014/main" id="{0AFC043B-2018-43E7-1DEE-D5494C393BB7}"/>
              </a:ext>
            </a:extLst>
          </p:cNvPr>
          <p:cNvSpPr txBox="1"/>
          <p:nvPr/>
        </p:nvSpPr>
        <p:spPr>
          <a:xfrm>
            <a:off x="1251592" y="1844389"/>
            <a:ext cx="7276814" cy="11708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50000"/>
              </a:lnSpc>
              <a:buFont typeface="Arial"/>
              <a:buChar char="•"/>
            </a:pPr>
            <a:r>
              <a:rPr lang="ja-JP" altLang="en-US" sz="1200" dirty="0">
                <a:latin typeface="Noto Sans"/>
                <a:ea typeface="Microsoft YaHei"/>
                <a:cs typeface="Noto Sans"/>
              </a:rPr>
              <a:t>不同的知识体系对项目经理的责任的认识较为</a:t>
            </a:r>
            <a:r>
              <a:rPr lang="ja-JP" altLang="en-US" sz="1200" dirty="0">
                <a:solidFill>
                  <a:srgbClr val="FF0000"/>
                </a:solidFill>
                <a:latin typeface="Noto Sans"/>
                <a:ea typeface="Microsoft YaHei"/>
                <a:cs typeface="Noto Sans"/>
              </a:rPr>
              <a:t>一致</a:t>
            </a:r>
            <a:r>
              <a:rPr lang="ja-JP" altLang="en-US" sz="1200" dirty="0">
                <a:latin typeface="Noto Sans"/>
                <a:ea typeface="Microsoft YaHei"/>
                <a:cs typeface="Noto Sans"/>
              </a:rPr>
              <a:t>，即</a:t>
            </a:r>
            <a:r>
              <a:rPr lang="ja-JP" altLang="en-US" sz="1200" dirty="0">
                <a:solidFill>
                  <a:srgbClr val="FF0000"/>
                </a:solidFill>
                <a:latin typeface="Noto Sans"/>
                <a:ea typeface="Microsoft YaHei"/>
                <a:cs typeface="Noto Sans"/>
              </a:rPr>
              <a:t>管理项目日常工作</a:t>
            </a:r>
            <a:r>
              <a:rPr lang="ja-JP" altLang="en-US" sz="1200" dirty="0">
                <a:latin typeface="Noto Sans"/>
                <a:ea typeface="Microsoft YaHei"/>
                <a:cs typeface="Noto Sans"/>
              </a:rPr>
              <a:t>，</a:t>
            </a:r>
            <a:r>
              <a:rPr lang="ja-JP" altLang="en-US" sz="1200" dirty="0">
                <a:solidFill>
                  <a:srgbClr val="FF0000"/>
                </a:solidFill>
                <a:latin typeface="Noto Sans"/>
                <a:ea typeface="Microsoft YaHei"/>
                <a:cs typeface="Noto Sans"/>
              </a:rPr>
              <a:t>并对项目的成功负责</a:t>
            </a:r>
            <a:r>
              <a:rPr lang="ja-JP" altLang="en-US" sz="1200" dirty="0">
                <a:latin typeface="Noto Sans"/>
                <a:ea typeface="Microsoft YaHei"/>
                <a:cs typeface="Noto Sans"/>
              </a:rPr>
              <a:t>。</a:t>
            </a:r>
            <a:endParaRPr lang="en-US" altLang="ja-JP" sz="1200" dirty="0">
              <a:latin typeface="Noto Sans"/>
              <a:ea typeface="Microsoft YaHei"/>
              <a:cs typeface="Noto Sans"/>
            </a:endParaRPr>
          </a:p>
          <a:p>
            <a:pPr marL="171450" indent="-171450">
              <a:lnSpc>
                <a:spcPct val="150000"/>
              </a:lnSpc>
              <a:buFont typeface="Arial"/>
              <a:buChar char="•"/>
            </a:pPr>
            <a:endParaRPr lang="ja-JP" altLang="en-US" sz="1200" dirty="0">
              <a:latin typeface="Noto Sans"/>
              <a:ea typeface="Microsoft YaHei"/>
              <a:cs typeface="Noto Sans"/>
            </a:endParaRPr>
          </a:p>
          <a:p>
            <a:pPr marL="171450" indent="-171450">
              <a:lnSpc>
                <a:spcPct val="150000"/>
              </a:lnSpc>
              <a:buFont typeface="Arial"/>
              <a:buChar char="•"/>
            </a:pPr>
            <a:r>
              <a:rPr lang="ja-JP" altLang="en-US" sz="1200" dirty="0">
                <a:latin typeface="Noto Sans"/>
                <a:ea typeface="Microsoft YaHei"/>
                <a:cs typeface="Noto Sans"/>
              </a:rPr>
              <a:t>由项目</a:t>
            </a:r>
            <a:r>
              <a:rPr lang="ja-JP" altLang="en-US" sz="1200" dirty="0">
                <a:solidFill>
                  <a:srgbClr val="FF0000"/>
                </a:solidFill>
                <a:latin typeface="Noto Sans"/>
                <a:ea typeface="Microsoft YaHei"/>
                <a:cs typeface="Noto Sans"/>
              </a:rPr>
              <a:t>赞助人</a:t>
            </a:r>
            <a:r>
              <a:rPr lang="ja-JP" altLang="en-US" sz="1200" dirty="0">
                <a:latin typeface="Noto Sans"/>
                <a:ea typeface="Microsoft YaHei"/>
                <a:cs typeface="Noto Sans"/>
              </a:rPr>
              <a:t>对项目经理进行</a:t>
            </a:r>
            <a:r>
              <a:rPr lang="ja-JP" altLang="en-US" sz="1200" dirty="0">
                <a:solidFill>
                  <a:srgbClr val="FF0000"/>
                </a:solidFill>
                <a:latin typeface="Noto Sans"/>
                <a:ea typeface="Microsoft YaHei"/>
                <a:cs typeface="Noto Sans"/>
              </a:rPr>
              <a:t>考核</a:t>
            </a:r>
            <a:r>
              <a:rPr lang="ja-JP" altLang="en-US" sz="1200" dirty="0">
                <a:latin typeface="Noto Sans"/>
                <a:ea typeface="Microsoft YaHei"/>
                <a:cs typeface="Noto Sans"/>
              </a:rPr>
              <a:t>。</a:t>
            </a:r>
            <a:endParaRPr lang="en-US" sz="1200" dirty="0">
              <a:latin typeface="Noto Sans"/>
              <a:ea typeface="Microsoft YaHei"/>
              <a:cs typeface="Noto Sans"/>
            </a:endParaRPr>
          </a:p>
          <a:p>
            <a:pPr marL="171450" indent="-171450">
              <a:lnSpc>
                <a:spcPct val="150000"/>
              </a:lnSpc>
              <a:buFont typeface="Arial"/>
              <a:buChar char="•"/>
            </a:pPr>
            <a:endParaRPr lang="ja-JP" altLang="en-US" sz="1200" dirty="0">
              <a:latin typeface="Noto Sans"/>
              <a:ea typeface="Microsoft YaHei"/>
              <a:cs typeface="Noto Sans"/>
            </a:endParaRPr>
          </a:p>
        </p:txBody>
      </p:sp>
      <p:sp>
        <p:nvSpPr>
          <p:cNvPr id="20" name="Text 3">
            <a:extLst>
              <a:ext uri="{FF2B5EF4-FFF2-40B4-BE49-F238E27FC236}">
                <a16:creationId xmlns:a16="http://schemas.microsoft.com/office/drawing/2014/main" id="{23F33DA9-F8AA-1378-1254-5B04D3D6D451}"/>
              </a:ext>
            </a:extLst>
          </p:cNvPr>
          <p:cNvSpPr/>
          <p:nvPr/>
        </p:nvSpPr>
        <p:spPr>
          <a:xfrm>
            <a:off x="1251592" y="3013194"/>
            <a:ext cx="2794947" cy="207749"/>
          </a:xfrm>
          <a:prstGeom prst="rect">
            <a:avLst/>
          </a:prstGeom>
          <a:noFill/>
          <a:ln/>
        </p:spPr>
        <p:txBody>
          <a:bodyPr wrap="square" lIns="0" tIns="0" rIns="0" bIns="0" rtlCol="0" anchor="ctr">
            <a:spAutoFit/>
          </a:bodyPr>
          <a:lstStyle/>
          <a:p>
            <a:pPr marL="0" indent="0">
              <a:buNone/>
            </a:pPr>
            <a:r>
              <a:rPr lang="ja-JP" altLang="en-US" sz="1350" b="1" dirty="0">
                <a:solidFill>
                  <a:srgbClr val="0066CC"/>
                </a:solidFill>
                <a:latin typeface="Microsoft YaHei"/>
                <a:ea typeface="Microsoft YaHei"/>
                <a:cs typeface="Noto Sans"/>
              </a:rPr>
              <a:t>项目经理的能力要求</a:t>
            </a:r>
            <a:endParaRPr lang="en-US" sz="1350" b="1" dirty="0">
              <a:solidFill>
                <a:srgbClr val="0066CC"/>
              </a:solidFill>
              <a:latin typeface="Microsoft YaHei"/>
              <a:ea typeface="Microsoft YaHei"/>
              <a:cs typeface="Noto Sans"/>
            </a:endParaRPr>
          </a:p>
        </p:txBody>
      </p:sp>
      <p:sp>
        <p:nvSpPr>
          <p:cNvPr id="21" name="TextBox 20">
            <a:extLst>
              <a:ext uri="{FF2B5EF4-FFF2-40B4-BE49-F238E27FC236}">
                <a16:creationId xmlns:a16="http://schemas.microsoft.com/office/drawing/2014/main" id="{C1FC2334-ED21-D866-29BC-2B8D75BCCC4C}"/>
              </a:ext>
            </a:extLst>
          </p:cNvPr>
          <p:cNvSpPr txBox="1"/>
          <p:nvPr/>
        </p:nvSpPr>
        <p:spPr>
          <a:xfrm>
            <a:off x="1251592" y="3458780"/>
            <a:ext cx="7276814" cy="1724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ja-JP" altLang="en-US" sz="1200" dirty="0">
                <a:latin typeface="Noto Sans"/>
                <a:ea typeface="Microsoft YaHei"/>
                <a:cs typeface="Noto Sans"/>
              </a:rPr>
              <a:t>能力常见的表述方式是</a:t>
            </a:r>
            <a:r>
              <a:rPr lang="ja-JP" altLang="en-US" sz="1200" dirty="0">
                <a:solidFill>
                  <a:srgbClr val="FF0000"/>
                </a:solidFill>
                <a:latin typeface="Noto Sans"/>
                <a:ea typeface="Microsoft YaHei"/>
                <a:cs typeface="Noto Sans"/>
              </a:rPr>
              <a:t>项目经验</a:t>
            </a:r>
            <a:r>
              <a:rPr lang="ja-JP" altLang="en-US" sz="1200" dirty="0">
                <a:latin typeface="Noto Sans"/>
                <a:ea typeface="Microsoft YaHei"/>
                <a:cs typeface="Noto Sans"/>
              </a:rPr>
              <a:t>和</a:t>
            </a:r>
            <a:r>
              <a:rPr lang="ja-JP" altLang="en-US" sz="1200" dirty="0">
                <a:solidFill>
                  <a:srgbClr val="FF0000"/>
                </a:solidFill>
                <a:latin typeface="Noto Sans"/>
                <a:ea typeface="Microsoft YaHei"/>
                <a:cs typeface="Noto Sans"/>
              </a:rPr>
              <a:t>能力特征</a:t>
            </a:r>
            <a:r>
              <a:rPr lang="en-US" altLang="ja-JP" sz="1200" dirty="0">
                <a:latin typeface="Noto Sans"/>
                <a:ea typeface="Microsoft YaHei"/>
                <a:cs typeface="Noto Sans"/>
              </a:rPr>
              <a:t>:</a:t>
            </a:r>
          </a:p>
          <a:p>
            <a:pPr algn="just">
              <a:lnSpc>
                <a:spcPct val="150000"/>
              </a:lnSpc>
            </a:pPr>
            <a:endParaRPr lang="en-US" altLang="ja-JP" sz="1200" dirty="0">
              <a:latin typeface="Noto Sans"/>
              <a:ea typeface="Microsoft YaHei"/>
              <a:cs typeface="Noto Sans"/>
            </a:endParaRPr>
          </a:p>
          <a:p>
            <a:pPr marL="171450" indent="-171450" algn="just">
              <a:lnSpc>
                <a:spcPct val="150000"/>
              </a:lnSpc>
              <a:buFont typeface="Arial"/>
              <a:buChar char="•"/>
            </a:pPr>
            <a:r>
              <a:rPr lang="ja-JP" altLang="en-US" sz="1200" dirty="0">
                <a:latin typeface="Noto Sans"/>
                <a:ea typeface="Microsoft YaHei"/>
                <a:cs typeface="Noto Sans"/>
              </a:rPr>
              <a:t>前者依据</a:t>
            </a:r>
            <a:r>
              <a:rPr lang="ja-JP" altLang="en-US" sz="1200" dirty="0">
                <a:solidFill>
                  <a:srgbClr val="FF0000"/>
                </a:solidFill>
                <a:latin typeface="Noto Sans"/>
                <a:ea typeface="Microsoft YaHei"/>
                <a:cs typeface="Noto Sans"/>
              </a:rPr>
              <a:t>参与</a:t>
            </a:r>
            <a:r>
              <a:rPr lang="ja-JP" altLang="en-US" sz="1200" dirty="0">
                <a:latin typeface="Noto Sans"/>
                <a:ea typeface="Microsoft YaHei"/>
                <a:cs typeface="Noto Sans"/>
              </a:rPr>
              <a:t>或</a:t>
            </a:r>
            <a:r>
              <a:rPr lang="ja-JP" altLang="en-US" sz="1200" dirty="0">
                <a:solidFill>
                  <a:srgbClr val="FF0000"/>
                </a:solidFill>
                <a:latin typeface="Noto Sans"/>
                <a:ea typeface="Microsoft YaHei"/>
                <a:cs typeface="Noto Sans"/>
              </a:rPr>
              <a:t>主导项目</a:t>
            </a:r>
            <a:r>
              <a:rPr lang="ja-JP" altLang="en-US" sz="1200" dirty="0">
                <a:latin typeface="Noto Sans"/>
                <a:ea typeface="Microsoft YaHei"/>
                <a:cs typeface="Noto Sans"/>
              </a:rPr>
              <a:t>的</a:t>
            </a:r>
            <a:r>
              <a:rPr lang="ja-JP" altLang="en-US" sz="1200" dirty="0">
                <a:solidFill>
                  <a:srgbClr val="FF0000"/>
                </a:solidFill>
                <a:latin typeface="Noto Sans"/>
                <a:ea typeface="Microsoft YaHei"/>
                <a:cs typeface="Noto Sans"/>
              </a:rPr>
              <a:t>数量</a:t>
            </a:r>
            <a:r>
              <a:rPr lang="ja-JP" altLang="en-US" sz="1200" dirty="0">
                <a:latin typeface="Noto Sans"/>
                <a:ea typeface="Microsoft YaHei"/>
                <a:cs typeface="Noto Sans"/>
              </a:rPr>
              <a:t>和</a:t>
            </a:r>
            <a:r>
              <a:rPr lang="ja-JP" altLang="en-US" sz="1200" dirty="0">
                <a:solidFill>
                  <a:srgbClr val="FF0000"/>
                </a:solidFill>
                <a:latin typeface="Noto Sans"/>
                <a:ea typeface="Microsoft YaHei"/>
                <a:cs typeface="Noto Sans"/>
              </a:rPr>
              <a:t>规模</a:t>
            </a:r>
            <a:r>
              <a:rPr lang="ja-JP" altLang="en-US" sz="1200" dirty="0">
                <a:latin typeface="Noto Sans"/>
                <a:ea typeface="Microsoft YaHei"/>
                <a:cs typeface="Noto Sans"/>
              </a:rPr>
              <a:t>来确定，项目经验是</a:t>
            </a:r>
            <a:r>
              <a:rPr lang="ja-JP" altLang="en-US" sz="1200" dirty="0">
                <a:solidFill>
                  <a:srgbClr val="FF0000"/>
                </a:solidFill>
                <a:latin typeface="Noto Sans"/>
                <a:ea typeface="Microsoft YaHei"/>
                <a:cs typeface="Noto Sans"/>
              </a:rPr>
              <a:t>比较充分</a:t>
            </a:r>
            <a:r>
              <a:rPr lang="ja-JP" altLang="en-US" sz="1200" dirty="0">
                <a:latin typeface="Noto Sans"/>
                <a:ea typeface="Microsoft YaHei"/>
                <a:cs typeface="Noto Sans"/>
              </a:rPr>
              <a:t>的</a:t>
            </a:r>
            <a:r>
              <a:rPr lang="ja-JP" altLang="en-US" sz="1200" dirty="0">
                <a:solidFill>
                  <a:srgbClr val="FF0000"/>
                </a:solidFill>
                <a:latin typeface="Noto Sans"/>
                <a:ea typeface="Microsoft YaHei"/>
                <a:cs typeface="Noto Sans"/>
              </a:rPr>
              <a:t>证明</a:t>
            </a:r>
            <a:r>
              <a:rPr lang="ja-JP" altLang="en-US" sz="1200" dirty="0">
                <a:latin typeface="Noto Sans"/>
                <a:ea typeface="Microsoft YaHei"/>
                <a:cs typeface="Noto Sans"/>
              </a:rPr>
              <a:t>。</a:t>
            </a:r>
            <a:endParaRPr lang="en-US" altLang="ja-JP" sz="1200" dirty="0">
              <a:latin typeface="Noto Sans"/>
              <a:ea typeface="Microsoft YaHei"/>
              <a:cs typeface="Noto Sans"/>
            </a:endParaRPr>
          </a:p>
          <a:p>
            <a:pPr marL="171450" indent="-171450" algn="just">
              <a:lnSpc>
                <a:spcPct val="150000"/>
              </a:lnSpc>
              <a:buFont typeface="Arial"/>
              <a:buChar char="•"/>
            </a:pPr>
            <a:endParaRPr lang="ja-JP" altLang="en-US" sz="1200" dirty="0">
              <a:latin typeface="Noto Sans"/>
              <a:ea typeface="Microsoft YaHei"/>
              <a:cs typeface="Noto Sans"/>
            </a:endParaRPr>
          </a:p>
          <a:p>
            <a:pPr marL="171450" indent="-171450" algn="just">
              <a:lnSpc>
                <a:spcPct val="150000"/>
              </a:lnSpc>
              <a:buFont typeface="Arial"/>
              <a:buChar char="•"/>
            </a:pPr>
            <a:r>
              <a:rPr lang="ja-JP" altLang="en-US" sz="1200" dirty="0">
                <a:latin typeface="Noto Sans"/>
                <a:ea typeface="Microsoft YaHei"/>
                <a:cs typeface="Noto Sans"/>
              </a:rPr>
              <a:t>后者是通过</a:t>
            </a:r>
            <a:r>
              <a:rPr lang="ja-JP" altLang="en-US" sz="1200" dirty="0">
                <a:solidFill>
                  <a:srgbClr val="FF0000"/>
                </a:solidFill>
                <a:latin typeface="Noto Sans"/>
                <a:ea typeface="Microsoft YaHei"/>
                <a:cs typeface="Noto Sans"/>
              </a:rPr>
              <a:t>考试</a:t>
            </a:r>
            <a:r>
              <a:rPr lang="ja-JP" altLang="en-US" sz="1200" dirty="0">
                <a:latin typeface="Noto Sans"/>
                <a:ea typeface="Microsoft YaHei"/>
                <a:cs typeface="Noto Sans"/>
              </a:rPr>
              <a:t>和</a:t>
            </a:r>
            <a:r>
              <a:rPr lang="ja-JP" altLang="en-US" sz="1200" dirty="0">
                <a:solidFill>
                  <a:srgbClr val="FF0000"/>
                </a:solidFill>
                <a:latin typeface="Noto Sans"/>
                <a:ea typeface="Microsoft YaHei"/>
                <a:cs typeface="Noto Sans"/>
              </a:rPr>
              <a:t>测评</a:t>
            </a:r>
            <a:r>
              <a:rPr lang="ja-JP" altLang="en-US" sz="1200" dirty="0">
                <a:latin typeface="Noto Sans"/>
                <a:ea typeface="Microsoft YaHei"/>
                <a:cs typeface="Noto Sans"/>
              </a:rPr>
              <a:t>的方式，如对</a:t>
            </a:r>
            <a:r>
              <a:rPr lang="ja-JP" altLang="en-US" sz="1200" dirty="0">
                <a:solidFill>
                  <a:srgbClr val="FF0000"/>
                </a:solidFill>
                <a:latin typeface="Noto Sans"/>
                <a:ea typeface="Microsoft YaHei"/>
                <a:cs typeface="Noto Sans"/>
              </a:rPr>
              <a:t>知识</a:t>
            </a:r>
            <a:r>
              <a:rPr lang="ja-JP" altLang="en-US" sz="1200" dirty="0">
                <a:latin typeface="Noto Sans"/>
                <a:ea typeface="Microsoft YaHei"/>
                <a:cs typeface="Noto Sans"/>
              </a:rPr>
              <a:t>、</a:t>
            </a:r>
            <a:r>
              <a:rPr lang="ja-JP" altLang="en-US" sz="1200" dirty="0">
                <a:solidFill>
                  <a:srgbClr val="FF0000"/>
                </a:solidFill>
                <a:latin typeface="Noto Sans"/>
                <a:ea typeface="Microsoft YaHei"/>
                <a:cs typeface="Noto Sans"/>
              </a:rPr>
              <a:t>技能</a:t>
            </a:r>
            <a:r>
              <a:rPr lang="ja-JP" altLang="en-US" sz="1200" dirty="0">
                <a:latin typeface="Noto Sans"/>
                <a:ea typeface="Microsoft YaHei"/>
                <a:cs typeface="Noto Sans"/>
              </a:rPr>
              <a:t>、</a:t>
            </a:r>
            <a:r>
              <a:rPr lang="ja-JP" altLang="en-US" sz="1200" dirty="0">
                <a:solidFill>
                  <a:srgbClr val="FF0000"/>
                </a:solidFill>
                <a:latin typeface="Noto Sans"/>
                <a:ea typeface="Microsoft YaHei"/>
                <a:cs typeface="Noto Sans"/>
              </a:rPr>
              <a:t>性格</a:t>
            </a:r>
            <a:r>
              <a:rPr lang="ja-JP" altLang="en-US" sz="1200" dirty="0">
                <a:latin typeface="Noto Sans"/>
                <a:ea typeface="Microsoft YaHei"/>
                <a:cs typeface="Noto Sans"/>
              </a:rPr>
              <a:t>等进行</a:t>
            </a:r>
            <a:r>
              <a:rPr lang="ja-JP" altLang="en-US" sz="1200" dirty="0">
                <a:solidFill>
                  <a:srgbClr val="FF0000"/>
                </a:solidFill>
                <a:latin typeface="Noto Sans"/>
                <a:ea typeface="Microsoft YaHei"/>
                <a:cs typeface="Noto Sans"/>
              </a:rPr>
              <a:t>测试</a:t>
            </a:r>
            <a:r>
              <a:rPr lang="ja-JP" altLang="en-US" sz="1200" dirty="0">
                <a:latin typeface="Noto Sans"/>
                <a:ea typeface="Microsoft YaHei"/>
                <a:cs typeface="Noto Sans"/>
              </a:rPr>
              <a:t>。</a:t>
            </a:r>
            <a:endParaRPr lang="en-US" sz="1200" dirty="0">
              <a:latin typeface="Noto Sans"/>
              <a:ea typeface="Microsoft YaHei"/>
              <a:cs typeface="Noto Sans"/>
            </a:endParaRPr>
          </a:p>
          <a:p>
            <a:pPr marL="171450" indent="-171450">
              <a:lnSpc>
                <a:spcPct val="150000"/>
              </a:lnSpc>
              <a:buFont typeface="Arial"/>
              <a:buChar char="•"/>
            </a:pPr>
            <a:endParaRPr lang="ja-JP" altLang="en-US" sz="1200" dirty="0">
              <a:latin typeface="Noto Sans"/>
              <a:ea typeface="Microsoft YaHei"/>
              <a:cs typeface="Noto Sans"/>
            </a:endParaRPr>
          </a:p>
        </p:txBody>
      </p:sp>
    </p:spTree>
    <p:custDataLst>
      <p:tags r:id="rId1"/>
    </p:custDataLst>
    <p:extLst>
      <p:ext uri="{BB962C8B-B14F-4D97-AF65-F5344CB8AC3E}">
        <p14:creationId xmlns:p14="http://schemas.microsoft.com/office/powerpoint/2010/main" val="34879234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51F77-843B-A5E8-A0B4-4C12C52B6E01}"/>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A90302A9-B6FF-C3C9-E00A-9679B092766F}"/>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FD9EBD90-60F1-9E84-5694-7309C9F9D695}"/>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BA03B7F3-8DF3-E63C-4B62-A30A43C3B714}"/>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57892E3A-D28F-04FE-1313-D59176303096}"/>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A0E20587-75A6-C257-B130-FD416F5272F0}"/>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F100EBCA-6680-075B-D35E-04E7C973920C}"/>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6.3</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4C6567BF-CA93-35E8-3323-2460F2C2A559}"/>
              </a:ext>
            </a:extLst>
          </p:cNvPr>
          <p:cNvSpPr txBox="1"/>
          <p:nvPr>
            <p:custDataLst>
              <p:tags r:id="rId6"/>
            </p:custDataLst>
          </p:nvPr>
        </p:nvSpPr>
        <p:spPr>
          <a:xfrm>
            <a:off x="1147763" y="238125"/>
            <a:ext cx="3143250" cy="369332"/>
          </a:xfrm>
          <a:prstGeom prst="rect">
            <a:avLst/>
          </a:prstGeom>
          <a:noFill/>
        </p:spPr>
        <p:txBody>
          <a:bodyPr wrap="square" lIns="91440" tIns="45720" rIns="91440" bIns="45720" rtlCol="0" anchor="t">
            <a:spAutoFit/>
          </a:bodyPr>
          <a:lstStyle/>
          <a:p>
            <a:r>
              <a:rPr lang="zh-CN" altLang="en-US" b="1">
                <a:solidFill>
                  <a:schemeClr val="bg1"/>
                </a:solidFill>
                <a:latin typeface="Microsoft YaHei"/>
                <a:ea typeface="Microsoft YaHei"/>
                <a:cs typeface="Noto Sans"/>
                <a:sym typeface="+mn-ea"/>
              </a:rPr>
              <a:t>项目经理角色与能力 (续)</a:t>
            </a:r>
            <a:endParaRPr lang="zh-CN" altLang="en-US" b="1" dirty="0">
              <a:solidFill>
                <a:schemeClr val="bg1"/>
              </a:solidFill>
              <a:latin typeface="Microsoft YaHei"/>
              <a:ea typeface="Microsoft YaHei"/>
              <a:cs typeface="Noto Sans"/>
              <a:sym typeface="+mn-ea"/>
            </a:endParaRPr>
          </a:p>
        </p:txBody>
      </p:sp>
      <p:sp>
        <p:nvSpPr>
          <p:cNvPr id="27" name="Text 3">
            <a:extLst>
              <a:ext uri="{FF2B5EF4-FFF2-40B4-BE49-F238E27FC236}">
                <a16:creationId xmlns:a16="http://schemas.microsoft.com/office/drawing/2014/main" id="{EE4D6384-CB19-49CD-D2CA-C41130E21A42}"/>
              </a:ext>
            </a:extLst>
          </p:cNvPr>
          <p:cNvSpPr/>
          <p:nvPr/>
        </p:nvSpPr>
        <p:spPr>
          <a:xfrm>
            <a:off x="1374641" y="1479232"/>
            <a:ext cx="2794947" cy="207749"/>
          </a:xfrm>
          <a:prstGeom prst="rect">
            <a:avLst/>
          </a:prstGeom>
          <a:noFill/>
          <a:ln/>
        </p:spPr>
        <p:txBody>
          <a:bodyPr wrap="square" lIns="0" tIns="0" rIns="0" bIns="0" rtlCol="0" anchor="ctr">
            <a:spAutoFit/>
          </a:bodyPr>
          <a:lstStyle/>
          <a:p>
            <a:r>
              <a:rPr lang="ja-JP" altLang="en-US" sz="1350" b="1" dirty="0">
                <a:solidFill>
                  <a:srgbClr val="0066CC"/>
                </a:solidFill>
                <a:latin typeface="Noto Sans" panose="020B0502040504020204" pitchFamily="34" charset="0"/>
                <a:ea typeface="Microsoft YaHei"/>
                <a:cs typeface="Noto Sans" panose="020B0502040504020204" pitchFamily="34" charset="0"/>
              </a:rPr>
              <a:t>项目经理的层级与管理项目类型</a:t>
            </a:r>
            <a:endParaRPr lang="en-US" sz="1350" b="1" dirty="0">
              <a:solidFill>
                <a:srgbClr val="0066CC"/>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8" name="TextBox 27">
            <a:extLst>
              <a:ext uri="{FF2B5EF4-FFF2-40B4-BE49-F238E27FC236}">
                <a16:creationId xmlns:a16="http://schemas.microsoft.com/office/drawing/2014/main" id="{91891FB2-AB42-3B53-CE52-6AAAB5ABC0A3}"/>
              </a:ext>
            </a:extLst>
          </p:cNvPr>
          <p:cNvSpPr txBox="1"/>
          <p:nvPr/>
        </p:nvSpPr>
        <p:spPr>
          <a:xfrm>
            <a:off x="1374641" y="2023213"/>
            <a:ext cx="7276814" cy="22788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gn="just">
              <a:lnSpc>
                <a:spcPct val="150000"/>
              </a:lnSpc>
              <a:buFont typeface="Arial"/>
              <a:buChar char="•"/>
            </a:pPr>
            <a:r>
              <a:rPr lang="ja-JP" altLang="en-US" sz="1200" dirty="0">
                <a:latin typeface="Noto Sans" panose="020B0502040504020204" pitchFamily="34" charset="0"/>
                <a:ea typeface="Microsoft YaHei"/>
                <a:cs typeface="Noto Sans" panose="020B0502040504020204" pitchFamily="34" charset="0"/>
              </a:rPr>
              <a:t>项目</a:t>
            </a:r>
            <a:r>
              <a:rPr lang="ja-JP" altLang="en-US" sz="1200" dirty="0">
                <a:solidFill>
                  <a:srgbClr val="FF0000"/>
                </a:solidFill>
                <a:latin typeface="Noto Sans" panose="020B0502040504020204" pitchFamily="34" charset="0"/>
                <a:ea typeface="Microsoft YaHei"/>
                <a:cs typeface="Noto Sans" panose="020B0502040504020204" pitchFamily="34" charset="0"/>
              </a:rPr>
              <a:t>差异性</a:t>
            </a:r>
            <a:r>
              <a:rPr lang="ja-JP" altLang="en-US" sz="1200" dirty="0">
                <a:latin typeface="Noto Sans" panose="020B0502040504020204" pitchFamily="34" charset="0"/>
                <a:ea typeface="Microsoft YaHei"/>
                <a:cs typeface="Noto Sans" panose="020B0502040504020204" pitchFamily="34" charset="0"/>
              </a:rPr>
              <a:t>导致</a:t>
            </a:r>
            <a:r>
              <a:rPr lang="ja-JP" altLang="en-US" sz="1200" dirty="0">
                <a:solidFill>
                  <a:srgbClr val="FF0000"/>
                </a:solidFill>
                <a:latin typeface="Noto Sans" panose="020B0502040504020204" pitchFamily="34" charset="0"/>
                <a:ea typeface="Microsoft YaHei"/>
                <a:cs typeface="Noto Sans" panose="020B0502040504020204" pitchFamily="34" charset="0"/>
              </a:rPr>
              <a:t>能力要求分层</a:t>
            </a:r>
            <a:r>
              <a:rPr lang="ja-JP" altLang="en-US" sz="1200" dirty="0">
                <a:latin typeface="Noto Sans" panose="020B0502040504020204" pitchFamily="34" charset="0"/>
                <a:ea typeface="Microsoft YaHei"/>
                <a:cs typeface="Noto Sans" panose="020B0502040504020204" pitchFamily="34" charset="0"/>
              </a:rPr>
              <a:t>，</a:t>
            </a:r>
            <a:r>
              <a:rPr lang="en-US" altLang="ja-JP" sz="1200" dirty="0">
                <a:solidFill>
                  <a:srgbClr val="FF0000"/>
                </a:solidFill>
                <a:latin typeface="Noto Sans" panose="020B0502040504020204" pitchFamily="34" charset="0"/>
                <a:ea typeface="Noto Sans" panose="020B0502040504020204" pitchFamily="34" charset="0"/>
                <a:cs typeface="Noto Sans" panose="020B0502040504020204" pitchFamily="34" charset="0"/>
              </a:rPr>
              <a:t>ICB4.0</a:t>
            </a:r>
            <a:r>
              <a:rPr lang="ja-JP" altLang="en-US" sz="1200" dirty="0">
                <a:latin typeface="Noto Sans" panose="020B0502040504020204" pitchFamily="34" charset="0"/>
                <a:ea typeface="Microsoft YaHei"/>
                <a:cs typeface="Noto Sans" panose="020B0502040504020204" pitchFamily="34" charset="0"/>
              </a:rPr>
              <a:t>和</a:t>
            </a:r>
            <a:r>
              <a:rPr lang="ja-JP" altLang="en-US" sz="1200" dirty="0">
                <a:solidFill>
                  <a:srgbClr val="FF0000"/>
                </a:solidFill>
                <a:latin typeface="Noto Sans" panose="020B0502040504020204" pitchFamily="34" charset="0"/>
                <a:ea typeface="Microsoft YaHei"/>
                <a:cs typeface="Noto Sans" panose="020B0502040504020204" pitchFamily="34" charset="0"/>
              </a:rPr>
              <a:t>国家标准</a:t>
            </a:r>
            <a:r>
              <a:rPr lang="ja-JP" altLang="en-US" sz="1200" dirty="0">
                <a:latin typeface="Noto Sans" panose="020B0502040504020204" pitchFamily="34" charset="0"/>
                <a:ea typeface="Microsoft YaHei"/>
                <a:cs typeface="Noto Sans" panose="020B0502040504020204" pitchFamily="34" charset="0"/>
              </a:rPr>
              <a:t>划分了</a:t>
            </a:r>
            <a:r>
              <a:rPr lang="ja-JP" altLang="en-US" sz="1200" dirty="0">
                <a:solidFill>
                  <a:srgbClr val="FF0000"/>
                </a:solidFill>
                <a:latin typeface="Noto Sans" panose="020B0502040504020204" pitchFamily="34" charset="0"/>
                <a:ea typeface="Microsoft YaHei"/>
                <a:cs typeface="Noto Sans" panose="020B0502040504020204" pitchFamily="34" charset="0"/>
              </a:rPr>
              <a:t>不同层级</a:t>
            </a:r>
            <a:r>
              <a:rPr lang="ja-JP" altLang="en-US" sz="1200" dirty="0">
                <a:latin typeface="Noto Sans" panose="020B0502040504020204" pitchFamily="34" charset="0"/>
                <a:ea typeface="Microsoft YaHei"/>
                <a:cs typeface="Noto Sans" panose="020B0502040504020204" pitchFamily="34" charset="0"/>
              </a:rPr>
              <a:t>的项目经理。</a:t>
            </a:r>
            <a:endParaRPr lang="en-US" sz="1200" dirty="0">
              <a:latin typeface="Noto Sans" panose="020B0502040504020204" pitchFamily="34" charset="0"/>
              <a:ea typeface="Noto Sans" panose="020B0502040504020204" pitchFamily="34" charset="0"/>
              <a:cs typeface="Noto Sans" panose="020B0502040504020204" pitchFamily="34" charset="0"/>
            </a:endParaRPr>
          </a:p>
          <a:p>
            <a:pPr marL="171450" indent="-171450" algn="just">
              <a:lnSpc>
                <a:spcPct val="150000"/>
              </a:lnSpc>
              <a:buFont typeface="Arial"/>
              <a:buChar char="•"/>
            </a:pPr>
            <a:endParaRPr lang="ja-JP" altLang="en-US" sz="1200" dirty="0">
              <a:latin typeface="Noto Sans" panose="020B0502040504020204" pitchFamily="34" charset="0"/>
              <a:ea typeface="Microsoft YaHei"/>
              <a:cs typeface="Noto Sans" panose="020B0502040504020204" pitchFamily="34" charset="0"/>
            </a:endParaRPr>
          </a:p>
          <a:p>
            <a:pPr marL="171450" indent="-171450" algn="just">
              <a:lnSpc>
                <a:spcPct val="150000"/>
              </a:lnSpc>
              <a:buFont typeface="Arial"/>
              <a:buChar char="•"/>
            </a:pPr>
            <a:r>
              <a:rPr lang="ja-JP" altLang="en-US" sz="1200" dirty="0">
                <a:latin typeface="Noto Sans" panose="020B0502040504020204" pitchFamily="34" charset="0"/>
                <a:ea typeface="Microsoft YaHei"/>
                <a:cs typeface="Noto Sans" panose="020B0502040504020204" pitchFamily="34" charset="0"/>
              </a:rPr>
              <a:t>敏捷项目管理需要掌握</a:t>
            </a:r>
            <a:r>
              <a:rPr lang="en-US" altLang="ja-JP" sz="1200" dirty="0">
                <a:solidFill>
                  <a:srgbClr val="FF0000"/>
                </a:solidFill>
                <a:latin typeface="Noto Sans" panose="020B0502040504020204" pitchFamily="34" charset="0"/>
                <a:ea typeface="Noto Sans" panose="020B0502040504020204" pitchFamily="34" charset="0"/>
                <a:cs typeface="Noto Sans" panose="020B0502040504020204" pitchFamily="34" charset="0"/>
              </a:rPr>
              <a:t>Scrum</a:t>
            </a:r>
            <a:r>
              <a:rPr lang="ja-JP" altLang="en-US" sz="1200" dirty="0">
                <a:latin typeface="Noto Sans" panose="020B0502040504020204" pitchFamily="34" charset="0"/>
                <a:ea typeface="Microsoft YaHei"/>
                <a:cs typeface="Noto Sans" panose="020B0502040504020204" pitchFamily="34" charset="0"/>
              </a:rPr>
              <a:t>、</a:t>
            </a:r>
            <a:r>
              <a:rPr lang="ja-JP" altLang="en-US" sz="1200" dirty="0">
                <a:solidFill>
                  <a:srgbClr val="FF0000"/>
                </a:solidFill>
                <a:latin typeface="Noto Sans" panose="020B0502040504020204" pitchFamily="34" charset="0"/>
                <a:ea typeface="Microsoft YaHei"/>
                <a:cs typeface="Noto Sans" panose="020B0502040504020204" pitchFamily="34" charset="0"/>
              </a:rPr>
              <a:t>看板</a:t>
            </a:r>
            <a:r>
              <a:rPr lang="ja-JP" altLang="en-US" sz="1200" dirty="0">
                <a:latin typeface="Noto Sans" panose="020B0502040504020204" pitchFamily="34" charset="0"/>
                <a:ea typeface="Microsoft YaHei"/>
                <a:cs typeface="Noto Sans" panose="020B0502040504020204" pitchFamily="34" charset="0"/>
              </a:rPr>
              <a:t>等方法，</a:t>
            </a:r>
            <a:r>
              <a:rPr lang="en-US" altLang="ja-JP" sz="1200" dirty="0">
                <a:solidFill>
                  <a:srgbClr val="FF0000"/>
                </a:solidFill>
                <a:latin typeface="Noto Sans" panose="020B0502040504020204" pitchFamily="34" charset="0"/>
                <a:ea typeface="Noto Sans" panose="020B0502040504020204" pitchFamily="34" charset="0"/>
                <a:cs typeface="Noto Sans" panose="020B0502040504020204" pitchFamily="34" charset="0"/>
              </a:rPr>
              <a:t>PMI-ACP</a:t>
            </a:r>
            <a:r>
              <a:rPr lang="ja-JP" altLang="en-US" sz="1200" dirty="0">
                <a:latin typeface="Noto Sans" panose="020B0502040504020204" pitchFamily="34" charset="0"/>
                <a:ea typeface="Microsoft YaHei"/>
                <a:cs typeface="Noto Sans" panose="020B0502040504020204" pitchFamily="34" charset="0"/>
              </a:rPr>
              <a:t>、</a:t>
            </a:r>
            <a:r>
              <a:rPr lang="en-US" altLang="ja-JP" sz="1200" dirty="0">
                <a:solidFill>
                  <a:srgbClr val="FF0000"/>
                </a:solidFill>
                <a:latin typeface="Noto Sans" panose="020B0502040504020204" pitchFamily="34" charset="0"/>
                <a:ea typeface="Noto Sans" panose="020B0502040504020204" pitchFamily="34" charset="0"/>
                <a:cs typeface="Noto Sans" panose="020B0502040504020204" pitchFamily="34" charset="0"/>
              </a:rPr>
              <a:t>PRINCE2</a:t>
            </a:r>
            <a:r>
              <a:rPr lang="ja-JP" altLang="en-US" sz="1200" dirty="0">
                <a:latin typeface="Noto Sans" panose="020B0502040504020204" pitchFamily="34" charset="0"/>
                <a:ea typeface="Microsoft YaHei"/>
                <a:cs typeface="Noto Sans" panose="020B0502040504020204" pitchFamily="34" charset="0"/>
              </a:rPr>
              <a:t>敏捷等认证体现了这一需求。</a:t>
            </a:r>
          </a:p>
          <a:p>
            <a:pPr marL="171450" indent="-171450" algn="just">
              <a:lnSpc>
                <a:spcPct val="150000"/>
              </a:lnSpc>
              <a:buFont typeface="Arial"/>
              <a:buChar char="•"/>
            </a:pPr>
            <a:endParaRPr lang="ja-JP" altLang="en-US" sz="1200" dirty="0">
              <a:latin typeface="Noto Sans" panose="020B0502040504020204" pitchFamily="34" charset="0"/>
              <a:ea typeface="Microsoft YaHei"/>
              <a:cs typeface="Noto Sans" panose="020B0502040504020204" pitchFamily="34" charset="0"/>
            </a:endParaRPr>
          </a:p>
          <a:p>
            <a:pPr marL="171450" indent="-171450" algn="just">
              <a:lnSpc>
                <a:spcPct val="150000"/>
              </a:lnSpc>
              <a:buFont typeface="Arial"/>
              <a:buChar char="•"/>
            </a:pPr>
            <a:r>
              <a:rPr lang="ja-JP" altLang="en-US" sz="1200" dirty="0">
                <a:latin typeface="Noto Sans" panose="020B0502040504020204" pitchFamily="34" charset="0"/>
                <a:ea typeface="Microsoft YaHei"/>
                <a:cs typeface="Noto Sans" panose="020B0502040504020204" pitchFamily="34" charset="0"/>
              </a:rPr>
              <a:t>复杂项目管理有专门的</a:t>
            </a:r>
            <a:r>
              <a:rPr lang="ja-JP" altLang="en-US" sz="1200" dirty="0">
                <a:solidFill>
                  <a:srgbClr val="FF0000"/>
                </a:solidFill>
                <a:latin typeface="Noto Sans" panose="020B0502040504020204" pitchFamily="34" charset="0"/>
                <a:ea typeface="Microsoft YaHei"/>
                <a:cs typeface="Noto Sans" panose="020B0502040504020204" pitchFamily="34" charset="0"/>
              </a:rPr>
              <a:t>能力标准</a:t>
            </a:r>
            <a:r>
              <a:rPr lang="ja-JP" altLang="en-US" sz="1200" dirty="0">
                <a:latin typeface="Noto Sans" panose="020B0502040504020204" pitchFamily="34" charset="0"/>
                <a:ea typeface="Microsoft YaHei"/>
                <a:cs typeface="Noto Sans" panose="020B0502040504020204" pitchFamily="34" charset="0"/>
              </a:rPr>
              <a:t>，强调</a:t>
            </a:r>
            <a:r>
              <a:rPr lang="ja-JP" altLang="en-US" sz="1200" dirty="0">
                <a:solidFill>
                  <a:srgbClr val="FF0000"/>
                </a:solidFill>
                <a:latin typeface="Noto Sans" panose="020B0502040504020204" pitchFamily="34" charset="0"/>
                <a:ea typeface="Microsoft YaHei"/>
                <a:cs typeface="Noto Sans" panose="020B0502040504020204" pitchFamily="34" charset="0"/>
              </a:rPr>
              <a:t>战略领导力</a:t>
            </a:r>
            <a:r>
              <a:rPr lang="ja-JP" altLang="en-US" sz="1200" dirty="0">
                <a:latin typeface="Noto Sans" panose="020B0502040504020204" pitchFamily="34" charset="0"/>
                <a:ea typeface="Microsoft YaHei"/>
                <a:cs typeface="Noto Sans" panose="020B0502040504020204" pitchFamily="34" charset="0"/>
              </a:rPr>
              <a:t>和</a:t>
            </a:r>
            <a:r>
              <a:rPr lang="ja-JP" altLang="en-US" sz="1200" dirty="0">
                <a:solidFill>
                  <a:srgbClr val="FF0000"/>
                </a:solidFill>
                <a:latin typeface="Noto Sans" panose="020B0502040504020204" pitchFamily="34" charset="0"/>
                <a:ea typeface="Microsoft YaHei"/>
                <a:cs typeface="Noto Sans" panose="020B0502040504020204" pitchFamily="34" charset="0"/>
              </a:rPr>
              <a:t>多维度协调</a:t>
            </a:r>
            <a:r>
              <a:rPr lang="ja-JP" altLang="en-US" sz="1200" dirty="0">
                <a:latin typeface="Noto Sans" panose="020B0502040504020204" pitchFamily="34" charset="0"/>
                <a:ea typeface="Microsoft YaHei"/>
                <a:cs typeface="Noto Sans" panose="020B0502040504020204" pitchFamily="34" charset="0"/>
              </a:rPr>
              <a:t>能力。</a:t>
            </a:r>
          </a:p>
          <a:p>
            <a:pPr marL="171450" indent="-171450" algn="just">
              <a:lnSpc>
                <a:spcPct val="150000"/>
              </a:lnSpc>
              <a:buFont typeface="Arial"/>
              <a:buChar char="•"/>
            </a:pPr>
            <a:endParaRPr lang="ja-JP" altLang="en-US" sz="1200" dirty="0">
              <a:latin typeface="Noto Sans" panose="020B0502040504020204" pitchFamily="34" charset="0"/>
              <a:ea typeface="Microsoft YaHei"/>
              <a:cs typeface="Noto Sans" panose="020B0502040504020204" pitchFamily="34" charset="0"/>
            </a:endParaRPr>
          </a:p>
          <a:p>
            <a:pPr marL="171450" indent="-171450" algn="just">
              <a:lnSpc>
                <a:spcPct val="150000"/>
              </a:lnSpc>
              <a:buFont typeface="Arial"/>
              <a:buChar char="•"/>
            </a:pPr>
            <a:r>
              <a:rPr lang="ja-JP" altLang="en-US" sz="1200" dirty="0">
                <a:latin typeface="Noto Sans" panose="020B0502040504020204" pitchFamily="34" charset="0"/>
                <a:ea typeface="Microsoft YaHei"/>
                <a:cs typeface="Noto Sans" panose="020B0502040504020204" pitchFamily="34" charset="0"/>
              </a:rPr>
              <a:t>不同</a:t>
            </a:r>
            <a:r>
              <a:rPr lang="ja-JP" altLang="en-US" sz="1200" dirty="0">
                <a:solidFill>
                  <a:srgbClr val="FF0000"/>
                </a:solidFill>
                <a:latin typeface="Noto Sans" panose="020B0502040504020204" pitchFamily="34" charset="0"/>
                <a:ea typeface="Microsoft YaHei"/>
                <a:cs typeface="Noto Sans" panose="020B0502040504020204" pitchFamily="34" charset="0"/>
              </a:rPr>
              <a:t>框架</a:t>
            </a:r>
            <a:r>
              <a:rPr lang="ja-JP" altLang="en-US" sz="1200" dirty="0">
                <a:latin typeface="Noto Sans" panose="020B0502040504020204" pitchFamily="34" charset="0"/>
                <a:ea typeface="Microsoft YaHei"/>
                <a:cs typeface="Noto Sans" panose="020B0502040504020204" pitchFamily="34" charset="0"/>
              </a:rPr>
              <a:t>和</a:t>
            </a:r>
            <a:r>
              <a:rPr lang="ja-JP" altLang="en-US" sz="1200" dirty="0">
                <a:solidFill>
                  <a:srgbClr val="FF0000"/>
                </a:solidFill>
                <a:latin typeface="Noto Sans" panose="020B0502040504020204" pitchFamily="34" charset="0"/>
                <a:ea typeface="Microsoft YaHei"/>
                <a:cs typeface="Noto Sans" panose="020B0502040504020204" pitchFamily="34" charset="0"/>
              </a:rPr>
              <a:t>认证</a:t>
            </a:r>
            <a:r>
              <a:rPr lang="ja-JP" altLang="en-US" sz="1200" dirty="0">
                <a:latin typeface="Noto Sans" panose="020B0502040504020204" pitchFamily="34" charset="0"/>
                <a:ea typeface="Microsoft YaHei"/>
                <a:cs typeface="Noto Sans" panose="020B0502040504020204" pitchFamily="34" charset="0"/>
              </a:rPr>
              <a:t>在</a:t>
            </a:r>
            <a:r>
              <a:rPr lang="ja-JP" altLang="en-US" sz="1200" dirty="0">
                <a:solidFill>
                  <a:srgbClr val="FF0000"/>
                </a:solidFill>
                <a:latin typeface="Noto Sans" panose="020B0502040504020204" pitchFamily="34" charset="0"/>
                <a:ea typeface="Microsoft YaHei"/>
                <a:cs typeface="Noto Sans" panose="020B0502040504020204" pitchFamily="34" charset="0"/>
              </a:rPr>
              <a:t>能力要求</a:t>
            </a:r>
            <a:r>
              <a:rPr lang="ja-JP" altLang="en-US" sz="1200" dirty="0">
                <a:latin typeface="Noto Sans" panose="020B0502040504020204" pitchFamily="34" charset="0"/>
                <a:ea typeface="Microsoft YaHei"/>
                <a:cs typeface="Noto Sans" panose="020B0502040504020204" pitchFamily="34" charset="0"/>
              </a:rPr>
              <a:t>上各有侧重，以适应不同</a:t>
            </a:r>
            <a:r>
              <a:rPr lang="ja-JP" altLang="en-US" sz="1200" dirty="0">
                <a:solidFill>
                  <a:srgbClr val="FF0000"/>
                </a:solidFill>
                <a:latin typeface="Noto Sans" panose="020B0502040504020204" pitchFamily="34" charset="0"/>
                <a:ea typeface="Microsoft YaHei"/>
                <a:cs typeface="Noto Sans" panose="020B0502040504020204" pitchFamily="34" charset="0"/>
              </a:rPr>
              <a:t>项目类型</a:t>
            </a:r>
            <a:r>
              <a:rPr lang="ja-JP" altLang="en-US" sz="1200" dirty="0">
                <a:latin typeface="Noto Sans" panose="020B0502040504020204" pitchFamily="34" charset="0"/>
                <a:ea typeface="Microsoft YaHei"/>
                <a:cs typeface="Noto Sans" panose="020B0502040504020204" pitchFamily="34" charset="0"/>
              </a:rPr>
              <a:t>和</a:t>
            </a:r>
            <a:r>
              <a:rPr lang="ja-JP" altLang="en-US" sz="1200" dirty="0">
                <a:solidFill>
                  <a:srgbClr val="FF0000"/>
                </a:solidFill>
                <a:latin typeface="Noto Sans" panose="020B0502040504020204" pitchFamily="34" charset="0"/>
                <a:ea typeface="Microsoft YaHei"/>
                <a:cs typeface="Noto Sans" panose="020B0502040504020204" pitchFamily="34" charset="0"/>
              </a:rPr>
              <a:t>复杂程度</a:t>
            </a:r>
            <a:r>
              <a:rPr lang="ja-JP" altLang="en-US" sz="1200" dirty="0">
                <a:latin typeface="Noto Sans" panose="020B0502040504020204" pitchFamily="34" charset="0"/>
                <a:ea typeface="Microsoft YaHei"/>
                <a:cs typeface="Noto Sans" panose="020B0502040504020204" pitchFamily="34" charset="0"/>
              </a:rPr>
              <a:t>。</a:t>
            </a:r>
            <a:endParaRPr lang="en-US" sz="1200" dirty="0">
              <a:latin typeface="Noto Sans" panose="020B0502040504020204" pitchFamily="34" charset="0"/>
              <a:ea typeface="Noto Sans" panose="020B0502040504020204" pitchFamily="34" charset="0"/>
              <a:cs typeface="Noto Sans" panose="020B0502040504020204" pitchFamily="34" charset="0"/>
            </a:endParaRPr>
          </a:p>
          <a:p>
            <a:pPr marL="171450" indent="-171450" algn="just">
              <a:lnSpc>
                <a:spcPct val="150000"/>
              </a:lnSpc>
              <a:buFont typeface="Arial"/>
              <a:buChar char="•"/>
            </a:pPr>
            <a:endParaRPr lang="en-US" altLang="ja-JP" sz="1200" dirty="0">
              <a:latin typeface="Noto Sans" panose="020B0502040504020204" pitchFamily="34" charset="0"/>
              <a:ea typeface="Noto Sans" panose="020B0502040504020204" pitchFamily="34" charset="0"/>
              <a:cs typeface="Noto Sans" panose="020B0502040504020204" pitchFamily="34" charset="0"/>
            </a:endParaRPr>
          </a:p>
        </p:txBody>
      </p:sp>
    </p:spTree>
    <p:custDataLst>
      <p:tags r:id="rId1"/>
    </p:custDataLst>
    <p:extLst>
      <p:ext uri="{BB962C8B-B14F-4D97-AF65-F5344CB8AC3E}">
        <p14:creationId xmlns:p14="http://schemas.microsoft.com/office/powerpoint/2010/main" val="15867401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995BB-2B3C-6124-CFA2-59676F832248}"/>
            </a:ext>
          </a:extLst>
        </p:cNvPr>
        <p:cNvGrpSpPr/>
        <p:nvPr/>
      </p:nvGrpSpPr>
      <p:grpSpPr>
        <a:xfrm>
          <a:off x="0" y="0"/>
          <a:ext cx="0" cy="0"/>
          <a:chOff x="0" y="0"/>
          <a:chExt cx="0" cy="0"/>
        </a:xfrm>
      </p:grpSpPr>
      <p:sp>
        <p:nvSpPr>
          <p:cNvPr id="59" name="椭圆 58">
            <a:extLst>
              <a:ext uri="{FF2B5EF4-FFF2-40B4-BE49-F238E27FC236}">
                <a16:creationId xmlns:a16="http://schemas.microsoft.com/office/drawing/2014/main" id="{664F5B6F-CF77-9538-BD16-FA7BCD053C6D}"/>
              </a:ext>
            </a:extLst>
          </p:cNvPr>
          <p:cNvSpPr/>
          <p:nvPr>
            <p:custDataLst>
              <p:tags r:id="rId2"/>
            </p:custDataLst>
          </p:nvPr>
        </p:nvSpPr>
        <p:spPr>
          <a:xfrm>
            <a:off x="-277178" y="-615315"/>
            <a:ext cx="1758315" cy="1758315"/>
          </a:xfrm>
          <a:prstGeom prst="ellipse">
            <a:avLst/>
          </a:prstGeom>
          <a:solidFill>
            <a:srgbClr val="A6B1C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sp>
        <p:nvSpPr>
          <p:cNvPr id="5" name="平行四边形 4">
            <a:extLst>
              <a:ext uri="{FF2B5EF4-FFF2-40B4-BE49-F238E27FC236}">
                <a16:creationId xmlns:a16="http://schemas.microsoft.com/office/drawing/2014/main" id="{74F69036-E0D5-53FD-58E0-561A0DF487C1}"/>
              </a:ext>
            </a:extLst>
          </p:cNvPr>
          <p:cNvSpPr/>
          <p:nvPr/>
        </p:nvSpPr>
        <p:spPr>
          <a:xfrm rot="16200000">
            <a:off x="623411" y="237649"/>
            <a:ext cx="700088" cy="224790"/>
          </a:xfrm>
          <a:prstGeom prst="parallelogram">
            <a:avLst>
              <a:gd name="adj" fmla="val 76588"/>
            </a:avLst>
          </a:prstGeom>
          <a:solidFill>
            <a:srgbClr val="51598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7" name="平行四边形 6">
            <a:extLst>
              <a:ext uri="{FF2B5EF4-FFF2-40B4-BE49-F238E27FC236}">
                <a16:creationId xmlns:a16="http://schemas.microsoft.com/office/drawing/2014/main" id="{202A0CDE-D802-3CE6-62E7-492DD04723AB}"/>
              </a:ext>
            </a:extLst>
          </p:cNvPr>
          <p:cNvSpPr/>
          <p:nvPr>
            <p:custDataLst>
              <p:tags r:id="rId3"/>
            </p:custDataLst>
          </p:nvPr>
        </p:nvSpPr>
        <p:spPr>
          <a:xfrm rot="20760000">
            <a:off x="-73343" y="111919"/>
            <a:ext cx="1014413" cy="506730"/>
          </a:xfrm>
          <a:prstGeom prst="parallelogram">
            <a:avLst/>
          </a:prstGeom>
          <a:gradFill>
            <a:gsLst>
              <a:gs pos="100000">
                <a:srgbClr val="515983"/>
              </a:gs>
              <a:gs pos="0">
                <a:srgbClr val="515983">
                  <a:alpha val="51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C76AB39B-B224-2D7D-5AFF-51CE8004F630}"/>
              </a:ext>
            </a:extLst>
          </p:cNvPr>
          <p:cNvSpPr/>
          <p:nvPr/>
        </p:nvSpPr>
        <p:spPr>
          <a:xfrm>
            <a:off x="1078707" y="168592"/>
            <a:ext cx="8072914" cy="526733"/>
          </a:xfrm>
          <a:prstGeom prst="rect">
            <a:avLst/>
          </a:prstGeom>
          <a:gradFill>
            <a:gsLst>
              <a:gs pos="100000">
                <a:srgbClr val="5F85C3"/>
              </a:gs>
              <a:gs pos="0">
                <a:srgbClr val="515983"/>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pic>
        <p:nvPicPr>
          <p:cNvPr id="39" name="图片 38" descr="建筑-10">
            <a:extLst>
              <a:ext uri="{FF2B5EF4-FFF2-40B4-BE49-F238E27FC236}">
                <a16:creationId xmlns:a16="http://schemas.microsoft.com/office/drawing/2014/main" id="{BB2E68FF-75CF-4837-0811-56E441B53296}"/>
              </a:ext>
            </a:extLst>
          </p:cNvPr>
          <p:cNvPicPr>
            <a:picLocks noChangeAspect="1"/>
          </p:cNvPicPr>
          <p:nvPr>
            <p:custDataLst>
              <p:tags r:id="rId4"/>
            </p:custDataLst>
          </p:nvPr>
        </p:nvPicPr>
        <p:blipFill>
          <a:blip r:embed="rId8">
            <a:alphaModFix amt="54000"/>
          </a:blip>
          <a:stretch>
            <a:fillRect/>
          </a:stretch>
        </p:blipFill>
        <p:spPr>
          <a:xfrm>
            <a:off x="7643813" y="137160"/>
            <a:ext cx="1584960" cy="611505"/>
          </a:xfrm>
          <a:prstGeom prst="rect">
            <a:avLst/>
          </a:prstGeom>
        </p:spPr>
      </p:pic>
      <p:sp>
        <p:nvSpPr>
          <p:cNvPr id="3" name="文本框 17">
            <a:extLst>
              <a:ext uri="{FF2B5EF4-FFF2-40B4-BE49-F238E27FC236}">
                <a16:creationId xmlns:a16="http://schemas.microsoft.com/office/drawing/2014/main" id="{6EBE6F34-FF0F-A2A8-DE77-CE941172111A}"/>
              </a:ext>
            </a:extLst>
          </p:cNvPr>
          <p:cNvSpPr txBox="1"/>
          <p:nvPr>
            <p:custDataLst>
              <p:tags r:id="rId5"/>
            </p:custDataLst>
          </p:nvPr>
        </p:nvSpPr>
        <p:spPr>
          <a:xfrm rot="20700000">
            <a:off x="113824" y="96367"/>
            <a:ext cx="757238" cy="507831"/>
          </a:xfrm>
          <a:prstGeom prst="rect">
            <a:avLst/>
          </a:prstGeom>
          <a:noFill/>
          <a:ln w="9525">
            <a:noFill/>
          </a:ln>
        </p:spPr>
        <p:txBody>
          <a:bodyPr wrap="square" lIns="91440" tIns="45720" rIns="91440" bIns="45720" anchor="ctr" anchorCtr="0">
            <a:spAutoFit/>
          </a:bodyPr>
          <a:lstStyle/>
          <a:p>
            <a:pPr fontAlgn="ctr"/>
            <a:r>
              <a:rPr lang="en-US" altLang="zh-CN" sz="2700" b="1" dirty="0">
                <a:solidFill>
                  <a:schemeClr val="bg1"/>
                </a:solidFill>
                <a:latin typeface="微软雅黑"/>
                <a:ea typeface="微软雅黑"/>
                <a:cs typeface="思源黑体 CN Normal" panose="020B0400000000000000" charset="-122"/>
              </a:rPr>
              <a:t>6.3</a:t>
            </a:r>
            <a:endParaRPr lang="en-US" altLang="zh-CN" sz="2700" b="1" dirty="0">
              <a:solidFill>
                <a:schemeClr val="bg1"/>
              </a:solidFill>
              <a:latin typeface="微软雅黑" panose="020B0503020204020204" charset="-122"/>
              <a:ea typeface="微软雅黑" panose="020B0503020204020204" charset="-122"/>
              <a:cs typeface="思源黑体 CN Normal" panose="020B0400000000000000" charset="-122"/>
            </a:endParaRPr>
          </a:p>
        </p:txBody>
      </p:sp>
      <p:sp>
        <p:nvSpPr>
          <p:cNvPr id="4" name="文本框 3">
            <a:extLst>
              <a:ext uri="{FF2B5EF4-FFF2-40B4-BE49-F238E27FC236}">
                <a16:creationId xmlns:a16="http://schemas.microsoft.com/office/drawing/2014/main" id="{8CBBE14F-B46A-9C61-CDBB-C5BE8C718C07}"/>
              </a:ext>
            </a:extLst>
          </p:cNvPr>
          <p:cNvSpPr txBox="1"/>
          <p:nvPr>
            <p:custDataLst>
              <p:tags r:id="rId6"/>
            </p:custDataLst>
          </p:nvPr>
        </p:nvSpPr>
        <p:spPr>
          <a:xfrm>
            <a:off x="1147763" y="238125"/>
            <a:ext cx="3143250" cy="369332"/>
          </a:xfrm>
          <a:prstGeom prst="rect">
            <a:avLst/>
          </a:prstGeom>
          <a:noFill/>
        </p:spPr>
        <p:txBody>
          <a:bodyPr wrap="square" lIns="91440" tIns="45720" rIns="91440" bIns="45720" rtlCol="0" anchor="t">
            <a:spAutoFit/>
          </a:bodyPr>
          <a:lstStyle/>
          <a:p>
            <a:r>
              <a:rPr lang="zh-CN" altLang="en-US" b="1">
                <a:solidFill>
                  <a:schemeClr val="bg1"/>
                </a:solidFill>
                <a:latin typeface="Microsoft YaHei"/>
                <a:ea typeface="Microsoft YaHei"/>
                <a:cs typeface="Noto Sans"/>
                <a:sym typeface="+mn-ea"/>
              </a:rPr>
              <a:t>项目经理角色与能力 (续)</a:t>
            </a:r>
            <a:endParaRPr lang="zh-CN" altLang="en-US" b="1" dirty="0">
              <a:solidFill>
                <a:schemeClr val="bg1"/>
              </a:solidFill>
              <a:latin typeface="Microsoft YaHei"/>
              <a:ea typeface="Microsoft YaHei"/>
              <a:cs typeface="Noto Sans"/>
              <a:sym typeface="+mn-ea"/>
            </a:endParaRPr>
          </a:p>
        </p:txBody>
      </p:sp>
      <p:sp>
        <p:nvSpPr>
          <p:cNvPr id="2" name="Text 3">
            <a:extLst>
              <a:ext uri="{FF2B5EF4-FFF2-40B4-BE49-F238E27FC236}">
                <a16:creationId xmlns:a16="http://schemas.microsoft.com/office/drawing/2014/main" id="{E2BA71A7-F626-0626-8752-756DD58F99B6}"/>
              </a:ext>
            </a:extLst>
          </p:cNvPr>
          <p:cNvSpPr/>
          <p:nvPr/>
        </p:nvSpPr>
        <p:spPr>
          <a:xfrm>
            <a:off x="1374641" y="1479232"/>
            <a:ext cx="2794947" cy="207749"/>
          </a:xfrm>
          <a:prstGeom prst="rect">
            <a:avLst/>
          </a:prstGeom>
          <a:noFill/>
          <a:ln/>
        </p:spPr>
        <p:txBody>
          <a:bodyPr wrap="square" lIns="0" tIns="0" rIns="0" bIns="0" rtlCol="0" anchor="ctr">
            <a:spAutoFit/>
          </a:bodyPr>
          <a:lstStyle/>
          <a:p>
            <a:r>
              <a:rPr lang="ja-JP" altLang="en-US" sz="1350" b="1" dirty="0">
                <a:solidFill>
                  <a:srgbClr val="0066CC"/>
                </a:solidFill>
                <a:latin typeface="Noto Sans" panose="020B0502040504020204" pitchFamily="34" charset="0"/>
                <a:ea typeface="Microsoft YaHei"/>
                <a:cs typeface="Noto Sans" panose="020B0502040504020204" pitchFamily="34" charset="0"/>
              </a:rPr>
              <a:t>职业道德</a:t>
            </a:r>
          </a:p>
        </p:txBody>
      </p:sp>
      <p:sp>
        <p:nvSpPr>
          <p:cNvPr id="10" name="TextBox 9">
            <a:extLst>
              <a:ext uri="{FF2B5EF4-FFF2-40B4-BE49-F238E27FC236}">
                <a16:creationId xmlns:a16="http://schemas.microsoft.com/office/drawing/2014/main" id="{2BC6E741-D657-1FA5-6671-84208D220DEB}"/>
              </a:ext>
            </a:extLst>
          </p:cNvPr>
          <p:cNvSpPr txBox="1"/>
          <p:nvPr/>
        </p:nvSpPr>
        <p:spPr>
          <a:xfrm>
            <a:off x="1374641" y="1926907"/>
            <a:ext cx="6886764" cy="25551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ja-JP" altLang="en-US" sz="1200" dirty="0">
                <a:latin typeface="Noto Sans" panose="020B0502040504020204" pitchFamily="34" charset="0"/>
                <a:ea typeface="Microsoft YaHei"/>
                <a:cs typeface="Noto Sans" panose="020B0502040504020204" pitchFamily="34" charset="0"/>
              </a:rPr>
              <a:t>项目管理道德规范和职业化要求是</a:t>
            </a:r>
            <a:r>
              <a:rPr lang="ja-JP" altLang="en-US" sz="1200" dirty="0">
                <a:solidFill>
                  <a:srgbClr val="FF0000"/>
                </a:solidFill>
                <a:latin typeface="Noto Sans" panose="020B0502040504020204" pitchFamily="34" charset="0"/>
                <a:ea typeface="Microsoft YaHei"/>
                <a:cs typeface="Noto Sans" panose="020B0502040504020204" pitchFamily="34" charset="0"/>
              </a:rPr>
              <a:t>全球项目管理界共同遵循</a:t>
            </a:r>
            <a:r>
              <a:rPr lang="ja-JP" altLang="en-US" sz="1200" dirty="0">
                <a:latin typeface="Noto Sans" panose="020B0502040504020204" pitchFamily="34" charset="0"/>
                <a:ea typeface="Microsoft YaHei"/>
                <a:cs typeface="Noto Sans" panose="020B0502040504020204" pitchFamily="34" charset="0"/>
              </a:rPr>
              <a:t>的准则，旨在：</a:t>
            </a:r>
            <a:endParaRPr lang="en-US" altLang="ja-JP" sz="1200" dirty="0">
              <a:latin typeface="Noto Sans" panose="020B0502040504020204" pitchFamily="34" charset="0"/>
              <a:ea typeface="Noto Sans" panose="020B0502040504020204" pitchFamily="34" charset="0"/>
              <a:cs typeface="Noto Sans" panose="020B0502040504020204" pitchFamily="34" charset="0"/>
            </a:endParaRPr>
          </a:p>
          <a:p>
            <a:pPr>
              <a:lnSpc>
                <a:spcPct val="150000"/>
              </a:lnSpc>
            </a:pPr>
            <a:endParaRPr lang="ja-JP" altLang="en-US" sz="1200" dirty="0">
              <a:latin typeface="Noto Sans" panose="020B0502040504020204" pitchFamily="34" charset="0"/>
              <a:ea typeface="Microsoft YaHei"/>
              <a:cs typeface="Noto Sans" panose="020B0502040504020204" pitchFamily="34" charset="0"/>
            </a:endParaRPr>
          </a:p>
          <a:p>
            <a:pPr marL="171450" indent="-171450">
              <a:lnSpc>
                <a:spcPct val="150000"/>
              </a:lnSpc>
              <a:buFont typeface="Arial"/>
              <a:buChar char="•"/>
            </a:pPr>
            <a:r>
              <a:rPr lang="ja-JP" altLang="en-US" sz="1200" dirty="0">
                <a:latin typeface="Noto Sans" panose="020B0502040504020204" pitchFamily="34" charset="0"/>
                <a:ea typeface="Microsoft YaHei"/>
                <a:cs typeface="Noto Sans" panose="020B0502040504020204" pitchFamily="34" charset="0"/>
              </a:rPr>
              <a:t>维护</a:t>
            </a:r>
            <a:r>
              <a:rPr lang="ja-JP" altLang="en-US" sz="1200" dirty="0">
                <a:solidFill>
                  <a:srgbClr val="FF0000"/>
                </a:solidFill>
                <a:latin typeface="Noto Sans" panose="020B0502040504020204" pitchFamily="34" charset="0"/>
                <a:ea typeface="Microsoft YaHei"/>
                <a:cs typeface="Noto Sans" panose="020B0502040504020204" pitchFamily="34" charset="0"/>
              </a:rPr>
              <a:t>行业声誉</a:t>
            </a:r>
            <a:r>
              <a:rPr lang="ja-JP" altLang="en-US" sz="1200" dirty="0">
                <a:latin typeface="Noto Sans" panose="020B0502040504020204" pitchFamily="34" charset="0"/>
                <a:ea typeface="Microsoft YaHei"/>
                <a:cs typeface="Noto Sans" panose="020B0502040504020204" pitchFamily="34" charset="0"/>
              </a:rPr>
              <a:t>和</a:t>
            </a:r>
            <a:r>
              <a:rPr lang="ja-JP" altLang="en-US" sz="1200" dirty="0">
                <a:solidFill>
                  <a:srgbClr val="FF0000"/>
                </a:solidFill>
                <a:latin typeface="Noto Sans" panose="020B0502040504020204" pitchFamily="34" charset="0"/>
                <a:ea typeface="Microsoft YaHei"/>
                <a:cs typeface="Noto Sans" panose="020B0502040504020204" pitchFamily="34" charset="0"/>
              </a:rPr>
              <a:t>公信力</a:t>
            </a:r>
            <a:r>
              <a:rPr lang="ja-JP" altLang="en-US" sz="1200" dirty="0">
                <a:latin typeface="Noto Sans" panose="020B0502040504020204" pitchFamily="34" charset="0"/>
                <a:ea typeface="Microsoft YaHei"/>
                <a:cs typeface="Noto Sans" panose="020B0502040504020204" pitchFamily="34" charset="0"/>
              </a:rPr>
              <a:t>。</a:t>
            </a:r>
            <a:endParaRPr lang="en-US" altLang="ja-JP" sz="1200" dirty="0">
              <a:latin typeface="Noto Sans" panose="020B0502040504020204" pitchFamily="34" charset="0"/>
              <a:ea typeface="Noto Sans" panose="020B0502040504020204" pitchFamily="34" charset="0"/>
              <a:cs typeface="Noto Sans" panose="020B0502040504020204" pitchFamily="34" charset="0"/>
            </a:endParaRPr>
          </a:p>
          <a:p>
            <a:pPr marL="171450" indent="-171450">
              <a:lnSpc>
                <a:spcPct val="150000"/>
              </a:lnSpc>
              <a:buFont typeface="Arial"/>
              <a:buChar char="•"/>
            </a:pPr>
            <a:endParaRPr lang="ja-JP" altLang="en-US" sz="1200" dirty="0">
              <a:latin typeface="Noto Sans" panose="020B0502040504020204" pitchFamily="34" charset="0"/>
              <a:ea typeface="Microsoft YaHei"/>
              <a:cs typeface="Noto Sans" panose="020B0502040504020204" pitchFamily="34" charset="0"/>
            </a:endParaRPr>
          </a:p>
          <a:p>
            <a:pPr marL="171450" indent="-171450">
              <a:lnSpc>
                <a:spcPct val="150000"/>
              </a:lnSpc>
              <a:buFont typeface="Arial"/>
              <a:buChar char="•"/>
            </a:pPr>
            <a:r>
              <a:rPr lang="ja-JP" altLang="en-US" sz="1200" dirty="0">
                <a:latin typeface="Noto Sans" panose="020B0502040504020204" pitchFamily="34" charset="0"/>
                <a:ea typeface="Microsoft YaHei"/>
                <a:cs typeface="Noto Sans" panose="020B0502040504020204" pitchFamily="34" charset="0"/>
              </a:rPr>
              <a:t>保障</a:t>
            </a:r>
            <a:r>
              <a:rPr lang="ja-JP" altLang="en-US" sz="1200" dirty="0">
                <a:solidFill>
                  <a:srgbClr val="FF0000"/>
                </a:solidFill>
                <a:latin typeface="Noto Sans" panose="020B0502040504020204" pitchFamily="34" charset="0"/>
                <a:ea typeface="Microsoft YaHei"/>
                <a:cs typeface="Noto Sans" panose="020B0502040504020204" pitchFamily="34" charset="0"/>
              </a:rPr>
              <a:t>项目相关方利益</a:t>
            </a:r>
            <a:r>
              <a:rPr lang="ja-JP" altLang="en-US" sz="1200" dirty="0">
                <a:latin typeface="Noto Sans" panose="020B0502040504020204" pitchFamily="34" charset="0"/>
                <a:ea typeface="Microsoft YaHei"/>
                <a:cs typeface="Noto Sans" panose="020B0502040504020204" pitchFamily="34" charset="0"/>
              </a:rPr>
              <a:t>。</a:t>
            </a:r>
            <a:endParaRPr lang="en-US" altLang="ja-JP" sz="1200" dirty="0">
              <a:latin typeface="Noto Sans" panose="020B0502040504020204" pitchFamily="34" charset="0"/>
              <a:ea typeface="Noto Sans" panose="020B0502040504020204" pitchFamily="34" charset="0"/>
              <a:cs typeface="Noto Sans" panose="020B0502040504020204" pitchFamily="34" charset="0"/>
            </a:endParaRPr>
          </a:p>
          <a:p>
            <a:pPr marL="171450" indent="-171450">
              <a:lnSpc>
                <a:spcPct val="150000"/>
              </a:lnSpc>
              <a:buFont typeface="Arial"/>
              <a:buChar char="•"/>
            </a:pPr>
            <a:endParaRPr lang="ja-JP" altLang="en-US" sz="1200" dirty="0">
              <a:latin typeface="Noto Sans" panose="020B0502040504020204" pitchFamily="34" charset="0"/>
              <a:ea typeface="Microsoft YaHei"/>
              <a:cs typeface="Noto Sans" panose="020B0502040504020204" pitchFamily="34" charset="0"/>
            </a:endParaRPr>
          </a:p>
          <a:p>
            <a:pPr marL="171450" indent="-171450">
              <a:lnSpc>
                <a:spcPct val="150000"/>
              </a:lnSpc>
              <a:buFont typeface="Arial"/>
              <a:buChar char="•"/>
            </a:pPr>
            <a:r>
              <a:rPr lang="ja-JP" altLang="en-US" sz="1200" dirty="0">
                <a:latin typeface="Noto Sans" panose="020B0502040504020204" pitchFamily="34" charset="0"/>
                <a:ea typeface="Microsoft YaHei"/>
                <a:cs typeface="Noto Sans" panose="020B0502040504020204" pitchFamily="34" charset="0"/>
              </a:rPr>
              <a:t>推动项目管理实践的</a:t>
            </a:r>
            <a:r>
              <a:rPr lang="ja-JP" altLang="en-US" sz="1200" dirty="0">
                <a:solidFill>
                  <a:srgbClr val="FF0000"/>
                </a:solidFill>
                <a:latin typeface="Noto Sans" panose="020B0502040504020204" pitchFamily="34" charset="0"/>
                <a:ea typeface="Microsoft YaHei"/>
                <a:cs typeface="Noto Sans" panose="020B0502040504020204" pitchFamily="34" charset="0"/>
              </a:rPr>
              <a:t>持续改进</a:t>
            </a:r>
            <a:r>
              <a:rPr lang="ja-JP" altLang="en-US" sz="1200" dirty="0">
                <a:latin typeface="Noto Sans" panose="020B0502040504020204" pitchFamily="34" charset="0"/>
                <a:ea typeface="Microsoft YaHei"/>
                <a:cs typeface="Noto Sans" panose="020B0502040504020204" pitchFamily="34" charset="0"/>
              </a:rPr>
              <a:t>。</a:t>
            </a:r>
            <a:endParaRPr lang="en-US" altLang="ja-JP" sz="1200" dirty="0">
              <a:latin typeface="Noto Sans" panose="020B0502040504020204" pitchFamily="34" charset="0"/>
              <a:ea typeface="Noto Sans" panose="020B0502040504020204" pitchFamily="34" charset="0"/>
              <a:cs typeface="Noto Sans" panose="020B0502040504020204" pitchFamily="34" charset="0"/>
            </a:endParaRPr>
          </a:p>
          <a:p>
            <a:pPr marL="171450" indent="-171450">
              <a:lnSpc>
                <a:spcPct val="150000"/>
              </a:lnSpc>
              <a:buFont typeface="Arial"/>
              <a:buChar char="•"/>
            </a:pPr>
            <a:endParaRPr lang="ja-JP" altLang="en-US" sz="1200" dirty="0">
              <a:latin typeface="Noto Sans" panose="020B0502040504020204" pitchFamily="34" charset="0"/>
              <a:ea typeface="Microsoft YaHei"/>
              <a:cs typeface="Noto Sans" panose="020B0502040504020204" pitchFamily="34" charset="0"/>
            </a:endParaRPr>
          </a:p>
          <a:p>
            <a:pPr marL="171450" indent="-171450">
              <a:lnSpc>
                <a:spcPct val="150000"/>
              </a:lnSpc>
              <a:buFont typeface="Arial"/>
              <a:buChar char="•"/>
            </a:pPr>
            <a:r>
              <a:rPr lang="ja-JP" altLang="en-US" sz="1200" dirty="0">
                <a:latin typeface="Noto Sans" panose="020B0502040504020204" pitchFamily="34" charset="0"/>
                <a:ea typeface="Microsoft YaHei"/>
                <a:cs typeface="Noto Sans" panose="020B0502040504020204" pitchFamily="34" charset="0"/>
              </a:rPr>
              <a:t>引导项目管理从业人员做出符合</a:t>
            </a:r>
            <a:r>
              <a:rPr lang="ja-JP" altLang="en-US" sz="1200" dirty="0">
                <a:solidFill>
                  <a:srgbClr val="FF0000"/>
                </a:solidFill>
                <a:latin typeface="Noto Sans" panose="020B0502040504020204" pitchFamily="34" charset="0"/>
                <a:ea typeface="Microsoft YaHei"/>
                <a:cs typeface="Noto Sans" panose="020B0502040504020204" pitchFamily="34" charset="0"/>
              </a:rPr>
              <a:t>道德</a:t>
            </a:r>
            <a:r>
              <a:rPr lang="ja-JP" altLang="en-US" sz="1200" dirty="0">
                <a:latin typeface="Noto Sans" panose="020B0502040504020204" pitchFamily="34" charset="0"/>
                <a:ea typeface="Microsoft YaHei"/>
                <a:cs typeface="Noto Sans" panose="020B0502040504020204" pitchFamily="34" charset="0"/>
              </a:rPr>
              <a:t>和</a:t>
            </a:r>
            <a:r>
              <a:rPr lang="ja-JP" altLang="en-US" sz="1200" dirty="0">
                <a:solidFill>
                  <a:srgbClr val="FF0000"/>
                </a:solidFill>
                <a:latin typeface="Noto Sans" panose="020B0502040504020204" pitchFamily="34" charset="0"/>
                <a:ea typeface="Microsoft YaHei"/>
                <a:cs typeface="Noto Sans" panose="020B0502040504020204" pitchFamily="34" charset="0"/>
              </a:rPr>
              <a:t>职业操守</a:t>
            </a:r>
            <a:r>
              <a:rPr lang="ja-JP" altLang="en-US" sz="1200" dirty="0">
                <a:latin typeface="Noto Sans" panose="020B0502040504020204" pitchFamily="34" charset="0"/>
                <a:ea typeface="Microsoft YaHei"/>
                <a:cs typeface="Noto Sans" panose="020B0502040504020204" pitchFamily="34" charset="0"/>
              </a:rPr>
              <a:t>的</a:t>
            </a:r>
            <a:r>
              <a:rPr lang="ja-JP" altLang="en-US" sz="1200" dirty="0">
                <a:solidFill>
                  <a:srgbClr val="FF0000"/>
                </a:solidFill>
                <a:latin typeface="Noto Sans" panose="020B0502040504020204" pitchFamily="34" charset="0"/>
                <a:ea typeface="Microsoft YaHei"/>
                <a:cs typeface="Noto Sans" panose="020B0502040504020204" pitchFamily="34" charset="0"/>
              </a:rPr>
              <a:t>决策</a:t>
            </a:r>
            <a:r>
              <a:rPr lang="ja-JP" altLang="en-US" sz="1200" dirty="0">
                <a:latin typeface="Noto Sans" panose="020B0502040504020204" pitchFamily="34" charset="0"/>
                <a:ea typeface="Microsoft YaHei"/>
                <a:cs typeface="Noto Sans" panose="020B0502040504020204" pitchFamily="34" charset="0"/>
              </a:rPr>
              <a:t>和</a:t>
            </a:r>
            <a:r>
              <a:rPr lang="ja-JP" altLang="en-US" sz="1200" dirty="0">
                <a:solidFill>
                  <a:srgbClr val="FF0000"/>
                </a:solidFill>
                <a:latin typeface="Noto Sans" panose="020B0502040504020204" pitchFamily="34" charset="0"/>
                <a:ea typeface="Microsoft YaHei"/>
                <a:cs typeface="Noto Sans" panose="020B0502040504020204" pitchFamily="34" charset="0"/>
              </a:rPr>
              <a:t>行为</a:t>
            </a:r>
            <a:r>
              <a:rPr lang="en-US" sz="1200" dirty="0">
                <a:latin typeface="Noto Sans" panose="020B0502040504020204" pitchFamily="34" charset="0"/>
                <a:ea typeface="Noto Sans" panose="020B0502040504020204" pitchFamily="34" charset="0"/>
                <a:cs typeface="Noto Sans" panose="020B0502040504020204" pitchFamily="34" charset="0"/>
              </a:rPr>
              <a:t>。</a:t>
            </a:r>
          </a:p>
        </p:txBody>
      </p:sp>
    </p:spTree>
    <p:custDataLst>
      <p:tags r:id="rId1"/>
    </p:custDataLst>
    <p:extLst>
      <p:ext uri="{BB962C8B-B14F-4D97-AF65-F5344CB8AC3E}">
        <p14:creationId xmlns:p14="http://schemas.microsoft.com/office/powerpoint/2010/main" val="26317407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李佳昊-仙林-飞艇航拍"/>
          <p:cNvPicPr>
            <a:picLocks noChangeAspect="1"/>
          </p:cNvPicPr>
          <p:nvPr/>
        </p:nvPicPr>
        <p:blipFill>
          <a:blip r:embed="rId6"/>
          <a:stretch>
            <a:fillRect/>
          </a:stretch>
        </p:blipFill>
        <p:spPr>
          <a:xfrm>
            <a:off x="476" y="7144"/>
            <a:ext cx="9144000" cy="5143500"/>
          </a:xfrm>
          <a:prstGeom prst="rect">
            <a:avLst/>
          </a:prstGeom>
        </p:spPr>
      </p:pic>
      <p:sp>
        <p:nvSpPr>
          <p:cNvPr id="2" name="矩形 1"/>
          <p:cNvSpPr/>
          <p:nvPr/>
        </p:nvSpPr>
        <p:spPr>
          <a:xfrm>
            <a:off x="1" y="0"/>
            <a:ext cx="9144476" cy="5150644"/>
          </a:xfrm>
          <a:prstGeom prst="rect">
            <a:avLst/>
          </a:prstGeom>
          <a:gradFill>
            <a:gsLst>
              <a:gs pos="89000">
                <a:srgbClr val="BDCBDE">
                  <a:alpha val="36000"/>
                </a:srgbClr>
              </a:gs>
              <a:gs pos="0">
                <a:srgbClr val="5F85C3">
                  <a:alpha val="100000"/>
                </a:srgbClr>
              </a:gs>
              <a:gs pos="100000">
                <a:schemeClr val="bg1">
                  <a:alpha val="0"/>
                </a:schemeClr>
              </a:gs>
            </a:gsLst>
            <a:lin ang="2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7" name="文本框 36"/>
          <p:cNvSpPr txBox="1"/>
          <p:nvPr/>
        </p:nvSpPr>
        <p:spPr>
          <a:xfrm>
            <a:off x="420529" y="2403127"/>
            <a:ext cx="4862989" cy="646331"/>
          </a:xfrm>
          <a:prstGeom prst="rect">
            <a:avLst/>
          </a:prstGeom>
          <a:noFill/>
        </p:spPr>
        <p:txBody>
          <a:bodyPr wrap="square" rtlCol="0" anchor="ctr" anchorCtr="0">
            <a:spAutoFit/>
          </a:bodyPr>
          <a:lstStyle/>
          <a:p>
            <a:pPr defTabSz="685800">
              <a:lnSpc>
                <a:spcPct val="90000"/>
              </a:lnSpc>
              <a:defRPr/>
            </a:pPr>
            <a:r>
              <a:rPr lang="zh-CN" altLang="en-US" sz="4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思源黑体 CN Normal" panose="020B0400000000000000" charset="-122"/>
              </a:rPr>
              <a:t>敬请批评指正，谢谢</a:t>
            </a:r>
            <a:r>
              <a:rPr lang="en-US" altLang="zh-CN" sz="4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思源黑体 CN Normal" panose="020B0400000000000000" charset="-122"/>
              </a:rPr>
              <a:t>!</a:t>
            </a:r>
          </a:p>
        </p:txBody>
      </p:sp>
      <p:cxnSp>
        <p:nvCxnSpPr>
          <p:cNvPr id="40" name="直接连接符 39"/>
          <p:cNvCxnSpPr/>
          <p:nvPr/>
        </p:nvCxnSpPr>
        <p:spPr>
          <a:xfrm>
            <a:off x="420529" y="3368993"/>
            <a:ext cx="2713196" cy="0"/>
          </a:xfrm>
          <a:prstGeom prst="line">
            <a:avLst/>
          </a:prstGeom>
          <a:ln w="1270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custDataLst>
              <p:tags r:id="rId2"/>
            </p:custDataLst>
          </p:nvPr>
        </p:nvSpPr>
        <p:spPr>
          <a:xfrm>
            <a:off x="0" y="-8573"/>
            <a:ext cx="9143524" cy="581978"/>
          </a:xfrm>
          <a:prstGeom prst="rect">
            <a:avLst/>
          </a:prstGeom>
          <a:gradFill>
            <a:gsLst>
              <a:gs pos="53000">
                <a:srgbClr val="9AA1BB">
                  <a:alpha val="0"/>
                </a:srgbClr>
              </a:gs>
              <a:gs pos="0">
                <a:srgbClr val="515983"/>
              </a:gs>
              <a:gs pos="100000">
                <a:schemeClr val="tx2">
                  <a:lumMod val="10000"/>
                  <a:lumOff val="9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思源黑体 CN Normal" panose="020B0400000000000000" charset="-122"/>
            </a:endParaRPr>
          </a:p>
        </p:txBody>
      </p:sp>
      <p:pic>
        <p:nvPicPr>
          <p:cNvPr id="6" name="图片 5" descr="校标、校名-透空2"/>
          <p:cNvPicPr>
            <a:picLocks noChangeAspect="1"/>
          </p:cNvPicPr>
          <p:nvPr userDrawn="1">
            <p:custDataLst>
              <p:tags r:id="rId3"/>
            </p:custDataLst>
          </p:nvPr>
        </p:nvPicPr>
        <p:blipFill>
          <a:blip r:embed="rId7"/>
          <a:stretch>
            <a:fillRect/>
          </a:stretch>
        </p:blipFill>
        <p:spPr>
          <a:xfrm>
            <a:off x="289560" y="139542"/>
            <a:ext cx="945000" cy="302776"/>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4535.433070866142,&quot;width&quot;:4634.511811023622}"/>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4535.433070866142,&quot;width&quot;:4634.511811023622}"/>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4535.433070866142,&quot;width&quot;:4634.511811023622}"/>
</p:tagLst>
</file>

<file path=ppt/tags/tag1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854,&quot;width&quot;:19200}"/>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4535.433070866142,&quot;width&quot;:4634.511811023622}"/>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CONTENT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3*b*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SLIDE_ID" val="custom20230897_4"/>
  <p:tag name="KSO_WM_TEMPLATE_SUBCATEGORY" val="29"/>
  <p:tag name="KSO_WM_TEMPLATE_MASTER_TYPE" val="0"/>
  <p:tag name="KSO_WM_TEMPLATE_COLOR_TYPE" val="0"/>
  <p:tag name="KSO_WM_SLIDE_ITEM_CNT" val="4"/>
  <p:tag name="KSO_WM_SLIDE_INDEX" val="4"/>
  <p:tag name="KSO_WM_TAG_VERSION" val="1.0"/>
  <p:tag name="KSO_WM_BEAUTIFY_FLAG" val="#wm#"/>
  <p:tag name="KSO_WM_TEMPLATE_CATEGORY" val="custom"/>
  <p:tag name="KSO_WM_TEMPLATE_INDEX" val="20230897"/>
  <p:tag name="KSO_WM_SLIDE_TYPE" val="contents"/>
  <p:tag name="KSO_WM_SLIDE_SUBTYPE" val="diag"/>
  <p:tag name="KSO_WM_SLIDE_LAYOUT" val="a_b_l"/>
  <p:tag name="KSO_WM_SLIDE_LAYOUT_CNT" val="1_1_1"/>
  <p:tag name="KSO_WM_SPECIAL_SOURCE" val="bdnull"/>
  <p:tag name="KSO_WM_DIAGRAM_GROUP_CODE" val="l1-1"/>
  <p:tag name="KSO_WM_SLIDE_DIAGTYPE" val="l"/>
</p:tagLst>
</file>

<file path=ppt/tags/tag8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custom20230897_4*b*1"/>
  <p:tag name="KSO_WM_TEMPLATE_CATEGORY" val="custom"/>
  <p:tag name="KSO_WM_TEMPLATE_INDEX" val="20230897"/>
  <p:tag name="KSO_WM_UNIT_LAYERLEVEL" val="1"/>
  <p:tag name="KSO_WM_TAG_VERSION" val="1.0"/>
  <p:tag name="KSO_WM_BEAUTIFY_FLAG" val="#wm#"/>
  <p:tag name="KSO_WM_DIAGRAM_GROUP_CODE" val="l1-1"/>
  <p:tag name="KSO_WM_UNIT_PRESET_TEXT" val="CONTENTS"/>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897_4*l_h_i*1_1_1"/>
  <p:tag name="KSO_WM_TEMPLATE_CATEGORY" val="custom"/>
  <p:tag name="KSO_WM_TEMPLATE_INDEX" val="20230897"/>
  <p:tag name="KSO_WM_UNIT_LAYERLEVEL" val="1_1_1"/>
  <p:tag name="KSO_WM_TAG_VERSION" val="1.0"/>
  <p:tag name="KSO_WM_DIAGRAM_GROUP_CODE" val="l1-1"/>
  <p:tag name="KSO_WM_UNIT_TYPE" val="l_h_i"/>
  <p:tag name="KSO_WM_UNIT_INDEX" val="1_1_1"/>
  <p:tag name="KSO_WM_DIAGRAM_VERSION" val="3"/>
  <p:tag name="KSO_WM_DIAGRAM_MAX_ITEMCNT" val="6"/>
  <p:tag name="KSO_WM_DIAGRAM_MIN_ITEMCNT" val="2"/>
  <p:tag name="KSO_WM_DIAGRAM_VIRTUALLY_FRAME" val="{&quot;height&quot;:468.25000000000006,&quot;width&quot;:425.19999999999993}"/>
  <p:tag name="KSO_WM_DIAGRAM_COLOR_MATCH_VALUE" val="{&quot;shape&quot;:{&quot;fill&quot;:{&quot;gradient&quot;:[{&quot;brightness&quot;:0,&quot;colorType&quot;:1,&quot;foreColorIndex&quot;:5,&quot;pos&quot;:0,&quot;transparency&quot;:0.8999999761581421},{&quot;brightness&quot;:0,&quot;colorType&quot;:1,&quot;foreColorIndex&quot;:5,&quot;pos&quot;:0.800000011920929,&quot;transparency&quot;:1}],&quot;type&quot;:3},&quot;glow&quot;:{&quot;colorType&quot;:0},&quot;line&quot;:{&quot;gradient&quot;:[{&quot;brightness&quot;:0,&quot;colorType&quot;:1,&quot;foreColorIndex&quot;:5,&quot;pos&quot;:0,&quot;transparency&quot;:0.3499999940395355},{&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2"/>
  <p:tag name="KSO_WM_UNIT_ID" val="custom20230897_4*l_h_i*1_1_2"/>
  <p:tag name="KSO_WM_TEMPLATE_CATEGORY" val="custom"/>
  <p:tag name="KSO_WM_TEMPLATE_INDEX" val="20230897"/>
  <p:tag name="KSO_WM_UNIT_LAYERLEVEL" val="1_1_1"/>
  <p:tag name="KSO_WM_TAG_VERSION" val="1.0"/>
  <p:tag name="KSO_WM_BEAUTIFY_FLAG" val="#wm#"/>
  <p:tag name="KSO_WM_DIAGRAM_GROUP_CODE" val="l1-1"/>
  <p:tag name="KSO_WM_DIAGRAM_VERSION" val="3"/>
  <p:tag name="KSO_WM_UNIT_PRESET_TEXT" val="01."/>
  <p:tag name="KSO_WM_DIAGRAM_MAX_ITEMCNT" val="6"/>
  <p:tag name="KSO_WM_DIAGRAM_MIN_ITEMCNT" val="2"/>
  <p:tag name="KSO_WM_DIAGRAM_VIRTUALLY_FRAME" val="{&quot;height&quot;:468.25000000000006,&quot;width&quot;:425.1999999999999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custom20230897_4*l_h_i*1_2_1"/>
  <p:tag name="KSO_WM_TEMPLATE_CATEGORY" val="custom"/>
  <p:tag name="KSO_WM_TEMPLATE_INDEX" val="20230897"/>
  <p:tag name="KSO_WM_UNIT_LAYERLEVEL" val="1_1_1"/>
  <p:tag name="KSO_WM_TAG_VERSION" val="1.0"/>
  <p:tag name="KSO_WM_DIAGRAM_GROUP_CODE" val="l1-1"/>
  <p:tag name="KSO_WM_UNIT_TYPE" val="l_h_i"/>
  <p:tag name="KSO_WM_UNIT_INDEX" val="1_2_1"/>
  <p:tag name="KSO_WM_DIAGRAM_VERSION" val="3"/>
  <p:tag name="KSO_WM_DIAGRAM_MAX_ITEMCNT" val="6"/>
  <p:tag name="KSO_WM_DIAGRAM_MIN_ITEMCNT" val="2"/>
  <p:tag name="KSO_WM_DIAGRAM_VIRTUALLY_FRAME" val="{&quot;height&quot;:468.25000000000006,&quot;width&quot;:425.19999999999993}"/>
  <p:tag name="KSO_WM_DIAGRAM_COLOR_MATCH_VALUE" val="{&quot;shape&quot;:{&quot;fill&quot;:{&quot;gradient&quot;:[{&quot;brightness&quot;:0,&quot;colorType&quot;:1,&quot;foreColorIndex&quot;:5,&quot;pos&quot;:0,&quot;transparency&quot;:0.8999999761581421},{&quot;brightness&quot;:0,&quot;colorType&quot;:1,&quot;foreColorIndex&quot;:5,&quot;pos&quot;:0.800000011920929,&quot;transparency&quot;:1}],&quot;type&quot;:3},&quot;glow&quot;:{&quot;colorType&quot;:0},&quot;line&quot;:{&quot;gradient&quot;:[{&quot;brightness&quot;:0,&quot;colorType&quot;:1,&quot;foreColorIndex&quot;:5,&quot;pos&quot;:0,&quot;transparency&quot;:0.3499999940395355},{&quot;brightness&quot;:0,&quot;colorType&quot;:1,&quot;foreColorIndex&quot;:5,&quot;pos&quot;:0.800000011920929,&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custom20230897_4*l_h_i*1_2_2"/>
  <p:tag name="KSO_WM_TEMPLATE_CATEGORY" val="custom"/>
  <p:tag name="KSO_WM_TEMPLATE_INDEX" val="20230897"/>
  <p:tag name="KSO_WM_UNIT_LAYERLEVEL" val="1_1_1"/>
  <p:tag name="KSO_WM_TAG_VERSION" val="1.0"/>
  <p:tag name="KSO_WM_BEAUTIFY_FLAG" val="#wm#"/>
  <p:tag name="KSO_WM_DIAGRAM_GROUP_CODE" val="l1-1"/>
  <p:tag name="KSO_WM_DIAGRAM_VERSION" val="3"/>
  <p:tag name="KSO_WM_UNIT_PRESET_TEXT" val="02."/>
  <p:tag name="KSO_WM_DIAGRAM_MAX_ITEMCNT" val="6"/>
  <p:tag name="KSO_WM_DIAGRAM_MIN_ITEMCNT" val="2"/>
  <p:tag name="KSO_WM_DIAGRAM_VIRTUALLY_FRAME" val="{&quot;height&quot;:468.25000000000006,&quot;width&quot;:425.1999999999999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2"/>
  <p:tag name="KSO_WM_UNIT_ID" val="custom20230897_4*l_h_i*1_3_2"/>
  <p:tag name="KSO_WM_TEMPLATE_CATEGORY" val="custom"/>
  <p:tag name="KSO_WM_TEMPLATE_INDEX" val="20230897"/>
  <p:tag name="KSO_WM_UNIT_LAYERLEVEL" val="1_1_1"/>
  <p:tag name="KSO_WM_TAG_VERSION" val="1.0"/>
  <p:tag name="KSO_WM_BEAUTIFY_FLAG" val="#wm#"/>
  <p:tag name="KSO_WM_DIAGRAM_GROUP_CODE" val="l1-1"/>
  <p:tag name="KSO_WM_DIAGRAM_VERSION" val="3"/>
  <p:tag name="KSO_WM_UNIT_PRESET_TEXT" val="03."/>
  <p:tag name="KSO_WM_DIAGRAM_MAX_ITEMCNT" val="6"/>
  <p:tag name="KSO_WM_DIAGRAM_MIN_ITEMCNT" val="2"/>
  <p:tag name="KSO_WM_DIAGRAM_VIRTUALLY_FRAME" val="{&quot;height&quot;:468.25000000000006,&quot;width&quot;:425.1999999999999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 name="KSO_WM_UNIT_HIGHLIGHT" val="0"/>
  <p:tag name="KSO_WM_UNIT_COMPATIBLE" val="0"/>
  <p:tag name="KSO_WM_UNIT_DIAGRAM_ISNUMVISUAL" val="0"/>
  <p:tag name="KSO_WM_UNIT_DIAGRAM_ISREFERUNIT" val="0"/>
  <p:tag name="KSO_WM_UNIT_ID" val="_3*i*2"/>
  <p:tag name="KSO_WM_UNIT_LAYERLEVEL" val="1"/>
  <p:tag name="KSO_WM_TAG_VERSION" val="1.0"/>
  <p:tag name="KSO_WM_UNIT_TYPE" val="i"/>
  <p:tag name="KSO_WM_UNIT_INDEX" val="2"/>
</p:tagLst>
</file>

<file path=ppt/tags/tag90.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897_4*a*1"/>
  <p:tag name="KSO_WM_TEMPLATE_CATEGORY" val="custom"/>
  <p:tag name="KSO_WM_TEMPLATE_INDEX" val="20230897"/>
  <p:tag name="KSO_WM_UNIT_LAYERLEVEL" val="1"/>
  <p:tag name="KSO_WM_TAG_VERSION" val="1.0"/>
  <p:tag name="KSO_WM_BEAUTIFY_FLAG" val="#wm#"/>
  <p:tag name="KSO_WM_DIAGRAM_GROUP_CODE" val="l1-1"/>
  <p:tag name="KSO_WM_UNIT_PRESET_TEXT" val="目录"/>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 name="KSO_WM_UNIT_FILL_FORE_SCHEMECOLOR_INDEX_BRIGHTNESS" val="0"/>
  <p:tag name="KSO_WM_UNIT_FILL_FORE_SCHEMECOLOR_INDEX" val="5"/>
  <p:tag name="KSO_WM_UNIT_FILL_TYPE" val="1"/>
</p:tagLst>
</file>

<file path=ppt/tags/tag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 name="KSO_WM_UNIT_FILL_FORE_SCHEMECOLOR_INDEX_BRIGHTNESS" val="0"/>
  <p:tag name="KSO_WM_UNIT_FILL_FORE_SCHEMECOLOR_INDEX" val="8"/>
  <p:tag name="KSO_WM_UNIT_FILL_TYPE" val="1"/>
</p:tagLst>
</file>

<file path=ppt/tags/tag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 name="KSO_WM_UNIT_FILL_FORE_SCHEMECOLOR_INDEX_BRIGHTNESS" val="0"/>
  <p:tag name="KSO_WM_UNIT_FILL_FORE_SCHEMECOLOR_INDEX" val="9"/>
  <p:tag name="KSO_WM_UNIT_FILL_TYPE" val="1"/>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5669.291338582677,&quot;width&quot;:5669.291338582677}"/>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0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1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1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2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2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3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3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4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5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5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6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6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7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8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8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9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19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0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1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1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2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2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3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4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4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5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5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6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7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7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28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8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 name="KSO_WM_UNIT_FILL_FORE_SCHEMECOLOR_INDEX_BRIGHTNESS" val="0"/>
  <p:tag name="KSO_WM_UNIT_FILL_FORE_SCHEMECOLOR_INDEX" val="5"/>
  <p:tag name="KSO_WM_UNIT_FILL_TYPE" val="1"/>
</p:tagLst>
</file>

<file path=ppt/tags/tag2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 name="KSO_WM_UNIT_FILL_FORE_SCHEMECOLOR_INDEX_BRIGHTNESS" val="0"/>
  <p:tag name="KSO_WM_UNIT_FILL_FORE_SCHEMECOLOR_INDEX" val="8"/>
  <p:tag name="KSO_WM_UNIT_FILL_TYPE" val="1"/>
</p:tagLst>
</file>

<file path=ppt/tags/tag2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 name="KSO_WM_UNIT_FILL_FORE_SCHEMECOLOR_INDEX_BRIGHTNESS" val="0"/>
  <p:tag name="KSO_WM_UNIT_FILL_FORE_SCHEMECOLOR_INDEX" val="9"/>
  <p:tag name="KSO_WM_UNIT_FILL_TYPE" val="1"/>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5669.291338582677,&quot;width&quot;:5669.291338582677}"/>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0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0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1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1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2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2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3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3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4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5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5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6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6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7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8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8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9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3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39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0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1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1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2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2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3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4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4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5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5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6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7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7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8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65&quot;:[20205081],&quot;70&quot;:[3403266]}"/>
  <p:tag name="KSO_WM_SLIDE_ITEM_CNT" val="3"/>
</p:tagLst>
</file>

<file path=ppt/tags/tag48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 name="KSO_WM_BEAUTIFY_FLAG" val=""/>
</p:tagLst>
</file>

<file path=ppt/tags/tag4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3172</TotalTime>
  <Words>7331</Words>
  <Application>Microsoft Office PowerPoint</Application>
  <PresentationFormat>全屏显示(16:9)</PresentationFormat>
  <Paragraphs>1114</Paragraphs>
  <Slides>69</Slides>
  <Notes>6</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69</vt:i4>
      </vt:variant>
    </vt:vector>
  </HeadingPairs>
  <TitlesOfParts>
    <vt:vector size="84" baseType="lpstr">
      <vt:lpstr>Noto Sans</vt:lpstr>
      <vt:lpstr>游ゴシック</vt:lpstr>
      <vt:lpstr>等线</vt:lpstr>
      <vt:lpstr>等线 Light</vt:lpstr>
      <vt:lpstr>仿宋</vt:lpstr>
      <vt:lpstr>思源黑体 CN Normal</vt:lpstr>
      <vt:lpstr>宋体</vt:lpstr>
      <vt:lpstr>微软雅黑</vt:lpstr>
      <vt:lpstr>微软雅黑</vt:lpstr>
      <vt:lpstr>微软雅黑 </vt:lpstr>
      <vt:lpstr>Arial</vt:lpstr>
      <vt:lpstr>Calibri</vt:lpstr>
      <vt:lpstr>Wingdings</vt:lpstr>
      <vt:lpstr>Office Theme</vt:lpstr>
      <vt:lpstr>Office 主题​​</vt:lpstr>
      <vt:lpstr>PowerPoint 演示文稿</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方炫入</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方炫入</dc:creator>
  <cp:lastModifiedBy>Yan Ning</cp:lastModifiedBy>
  <cp:revision>408</cp:revision>
  <dcterms:created xsi:type="dcterms:W3CDTF">2025-07-15T13:39:31Z</dcterms:created>
  <dcterms:modified xsi:type="dcterms:W3CDTF">2025-08-23T05:28:21Z</dcterms:modified>
</cp:coreProperties>
</file>